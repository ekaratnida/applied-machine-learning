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2:14:01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53 185 5649,'0'0'1159,"0"0"5,0 0 62,0 0 74,0 0-85,0 0-223,-10-8-257,-31-23-280,41 30-445,-1 0 0,1 1 0,0-1 0,0 0 0,0 1 0,0-1 0,-1 0 0,1 1 0,0-1 0,0 0 0,0 1 0,0-1 0,1 0 0,-1 1 0,0-1 0,0 0 0,0 1 0,0-1 0,1 1 0,-1-1 0,0 0 0,1 1 0,-1-1 0,0 1 0,1-1 0,-1 1 0,1-1 0,-1 1 0,1-1 0,-1 1 0,1-1 0,-1 1 0,1 0 0,-1-1 0,1 1 0,0 0 1,-1-1-1,1 1 0,-1 0 0,1 0 0,0 0 0,-1-1 0,1 1 0,0 0 0,-1 0 0,1 0 0,0 0 0,-1 0 0,1 0 0,0 1 0,-1-1 0,1 0 0,0 0 0,-1 0 0,1 1 0,0-1 0,-1 0 0,1 1-10,2-2 68,48-3 149,0 1-1,0 3 0,0 2 0,-1 2 0,1 3 0,2 2-216,134 13 262,-186-22-263,0 0 3,0 1 0,-1-1 0,1 0 0,0 1 0,0-1 0,0 0 0,0 1 0,0-1-1,0 0 1,0 0 0,0 0 0,0 0 0,0 0 0,0 0 0,0 0 0,0 0 0,0 0 0,-1-1 0,1 1 0,0 0 0,0 0 0,0-1 0,0 1 0,0-1 0,0 1 0,-1-1 0,1 1 0,0-1 0,0 0 0,-1 1 0,1-1 0,0 0 0,-1 1 0,1-1 0,-1 0 0,1 0 0,-1 0 0,1 1 0,-1-1 0,1 0 0,-1 0 0,0 0 0,0 0 0,1 0 0,-1 0 0,0 0 0,0 0 0,0 0 0,0 0 0,0 0 0,0 0 0,0 0 0,-1 0 0,1 1 0,0-1 0,0 0 0,-1 0 0,1 0 0,-1 0-1,1 0-1,0-1-9,-22-87-2686,3 49-2627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2:14:01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6833,'0'0'1165,"0"0"-297,0 0-120,0 0 130,0 0-136,0 0-302,12-2 182,32-3-282,0 3 0,-1 1-1,1 3 1,0 1 0,27 7-340,-6 2 225,1-2 1,0-3-1,0-3 1,50-4-226,-37-34-1070,-46 1-1034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2:14:2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22533 638 600,'0'0'1986,"0"0"-423,0 0-20,0 0 27,0 0-195,0 0-323,-4-13-268,-17-42-248,19 53-520,0 1 1,1-1-1,-1 1 1,0-1-1,0 1 0,0 0 1,0 0-1,-1 0 1,1 0-1,0 0 1,0 1-1,-1-1 0,1 0 1,0 1-1,-1 0 1,1 0-1,0 0 0,-1 0 1,1 0-1,0 0 1,-1 0-1,1 1 1,0-1-1,-1 1 0,1 0 1,0 0-1,0-1 1,-1 2-17,1-2 5,-15 8 9,0 1 0,1 0 0,0 1-1,1 1 1,0 0 0,0 1-1,1 1 1,1 0 0,0 1-1,1 0 1,-7 11-14,5-9 79,0 0-1,1 1 0,1 0 1,1 1-1,0 0 1,1 1-1,1 0 0,1 1 1,1 0-1,0 0 1,2 0-1,0 1 1,1 0-1,1 0 0,1 8-78,2-23 5,1 0-1,0-1 0,1 1 1,0 0-1,0 0 1,0-1-1,0 1 0,1-1 1,0 0-1,0 0 0,0 0 1,1 0-1,-1 0 1,1-1-1,0 0 0,1 0 1,-1 0-1,1 0 0,0 0 1,0-1-1,0 0 0,0 0 1,0-1-1,1 1 1,-1-1-1,1 0 0,0-1 1,-1 1-1,1-1 0,0 0 1,0 0-1,0-1 0,6 0-4,200-9-1299,-94-23-1919,-15-9-3474</inkml:trace>
  <inkml:trace contextRef="#ctx0" brushRef="#br0" timeOffset="421.432">23039 729 5585,'0'0'1387,"0"0"180,0 0-275,0 0-549,0 0-271,0 0-112,-21 1-132,3-1-179,11-1-33,-1 1-1,1 0 1,0 0 0,0 1 0,-1-1 0,1 2 0,0-1-1,0 1 1,0 0 0,0 1 0,0-1 0,1 2 0,-1-1 0,1 0-1,0 1 1,0 1 0,0-1 0,0 1-16,-15 13 87,5-5 32,1-1-1,0 2 1,1 0-1,0 1 1,1 0-1,1 1 1,1 0-1,0 1 1,1 1-1,-7 14-118,17-30-1,-1-1 0,1 1 0,-1 0-1,1-1 1,0 1 0,0-1 0,-1 1 0,1 0-1,0-1 1,0 1 0,1-1 0,-1 1 0,0 0-1,0-1 1,1 1 0,-1-1 0,1 1 0,0-1 0,-1 1-1,1-1 1,0 1 0,0-1 0,0 0 0,0 1-1,0-1 1,0 0 0,0 0 0,0 0 0,1 0-1,-1 0 1,0 0 0,1 0 0,-1 0 0,0 0-1,1-1 1,-1 1 0,1 0 0,-1-1 0,1 0 0,0 1-1,-1-1 1,1 0 0,-1 0 0,1 0 0,0 0-1,-1 0 1,1 0 0,0 0 0,-1 0 0,1-1-1,-1 1 1,1-1 0,-1 1 0,1-1 0,-1 0-1,1 1 2,4 0 6,9-3-68,1 0 1,-1-1 0,0-1-1,0 0 1,-1-1 0,1 0-1,-1-1 1,0-1 0,-1 0-1,0-1 1,0-1 0,4-4 61,-6 6-99,75-61-274,-72 72 339,-14 55-71,14 64 359,-12-118-444,0-1 1,0 0 0,0 1 0,1-1 0,-1 0 0,1 0-1,0 0 1,0-1 0,0 1 0,0-1 0,0 1-1,0-1 1,1 0 0,-1 0 0,1-1 0,-1 1 0,1-1-1,0 1 1,4 0 189,28 0-5578</inkml:trace>
  <inkml:trace contextRef="#ctx0" brushRef="#br0" timeOffset="657.513">23565 18 8858,'0'0'1272,"0"0"345,0 0-897,0 0-488,-35 173 72,35-68-56,0 36-64,0-5-24,0 3-144,-3-9-8,3-31 104,0-8-104,0-29-8,0-34-568,9-19-961,-2-9-2423</inkml:trace>
  <inkml:trace contextRef="#ctx0" brushRef="#br0" timeOffset="907.971">23335 587 4545,'0'0'2414,"0"0"-563,0 0-264,0 0-566,0 0-791,0 0-49,17-8-39,-4 1-137,0 1-1,0 1 1,0 0 0,1 1 0,0 0 0,0 1 0,0 1 0,0 0 0,0 0 0,0 2 0,8 0-5,6 3 53,0 0 0,-1 2 0,0 1 0,0 2 1,0 0-1,-1 2 0,0 1 0,-1 0 0,0 2 0,-1 1 0,-1 1 0,0 1 0,-1 1 0,1 3-53,-13-6 80,0 1 1,-1 1-1,-1-1 0,0 1 0,-1 1 1,-1 0-1,-1 0 0,0 0 1,-1 0-1,-1 1 0,-1-1 0,0 1 1,-1 0-1,-1 0 0,-1-1 1,0 1-1,-2 7-80,2-21 5,2 4 2,-1 0 0,-1 0 0,1 0 1,-1 0-1,-1 0 0,1 0 0,-1 0 1,-1-1-1,1 1 0,-2-1 0,1 0 1,-1 0-1,0 0 0,-1 2-7,4-9-73,1 1 0,-1-1 0,0 1 0,1-1 0,-1 0 0,0 0 0,1 1 0,-1-1 0,0 0 0,1 0 0,-1 0 0,0 0 0,0 0 0,1 0 0,-1 0 0,0 0 0,0 0 0,1 0 0,-1 0 0,0 0 0,0 0 0,1-1 0,-1 1-1,0 0 1,1 0 0,-1-1 0,0 1 0,1-1 0,-1 1 0,1-1 0,-1 1 0,0-1 0,1 1 0,-1-1 0,1 1 0,0-1 0,-1 1 0,1-1 0,-1 0 0,1 1 0,0-1 0,-1 0 0,1 1 0,0-1 0,0 0 73,-10-30-7432</inkml:trace>
  <inkml:trace contextRef="#ctx0" brushRef="#br0" timeOffset="1126.442">24005 166 10122,'0'0'1360,"0"0"-615,0 0-233,0 0-512,0 0-144,0 0-1545,0 0-2408</inkml:trace>
  <inkml:trace contextRef="#ctx0" brushRef="#br0" timeOffset="2494.981">25955 10 8458,'0'0'1183,"0"0"172,0 0-367,0 0-573,0 0-266,30 2-45,-9-1-72,-12-2-18,1 1 1,0 0-1,0 1 0,-1 0 0,1 1 0,0 0 0,-1 0 1,0 1-1,1 0 0,-1 0 0,0 1 0,-1 1 0,1-1 1,-1 1-1,0 1 0,0 0 0,0 0 0,-1 0 0,4 5-14,7 20 21,-1 2 0,-2 0 0,-1 1-1,-1 0 1,-2 1 0,-2 1-1,-1 0 1,-1 0 0,-3 0 0,-1 1-1,-1-1 1,-2 1 0,-2 0-1,-1-1 1,-4 11-21,5 2 11,-3 0 0,-2-1-1,-2 0 1,-2 0 0,-3-1-1,-1-1 1,-2 0 0,-3-1-1,-1-1 1,-3 0-11,11-23-90,-1-2 1,-1 0-1,-1 0 1,0-2-1,-1 0 1,-1-1-1,-1 0 1,0-2-1,-1 0 1,0-2-1,-1 0 1,-1-1-1,0-1 1,0-1-1,-9 2 90,-126 18-3015,102-28-2573</inkml:trace>
  <inkml:trace contextRef="#ctx0" brushRef="#br0" timeOffset="1734.724">24458 669 4009,'0'0'1333,"0"0"48,0 0-112,0 0-426,0 0-249,0 0-168,-30 14-104,-95 48-35,119-58-266,0-1 1,0 1 0,1 0 0,-1 1 0,1-1 0,0 1 0,0 0 0,1 0 0,-1 1 0,1-1-1,0 1 1,0 0 0,1 0 0,0 1 0,0-1 0,-1 6-22,1-6 16,0 5-3,0 1-1,0-1 1,1 0-1,0 1 0,1 0 1,1-1-1,0 1 1,0-1-1,1 1 0,1 3-12,2-9-8,0 0 0,0-1 0,1 1 0,-1-1 0,1 0 0,0 0 0,1-1 0,-1 0 0,1 0 0,0 0 0,0 0 0,0-1 0,0 0 0,1 0 0,-1-1 0,1 0-1,0 0 1,0 0 0,-1-1 0,1 0 0,0 0 0,0-1 0,0 0 0,0 0 0,0-1 0,0 0 0,4-1 8,2 3-25,1-1 0,-1 0 0,1-1-1,0-1 1,-1 0 0,0-1 0,1 0 0,-1-1 0,0-1-1,-1 0 1,1-1 0,-1 0 0,0 0 0,0-2 0,-1 1 0,0-2-1,-1 1 1,0-1 0,0-1 0,0 0 0,3-5 25,-11 11 73,0 1 0,0-1-1,0 0 1,0 0 0,0 0 0,-1 0 0,1 0 0,-1-1 0,0 1-1,-1 0 1,1 0 0,-1-1 0,0 1 0,0 0 0,0-1 0,0 1-1,-1 0 1,0-1 0,0 1 0,0 0 0,0 0 0,-1 0 0,1 0-1,-1 0 1,0 0 0,0 0 0,-1 0 0,1 1 0,-1-1 0,0 0-73,-12 0-1,1-1 1,0 2-1,-1 0 1,0 1-1,0 0 1,0 1-1,0 1 1,0 0-1,-13 3 1,-15-2-2861,31-1-3483</inkml:trace>
  <inkml:trace contextRef="#ctx0" brushRef="#br0" timeOffset="2124.464">24845 624 4121,'0'0'2535,"0"0"-1175,0 0 218,0 0-498,0 0-561,0 0-228,19 6-34,61 25 22,-77-29-249,-1 0-1,1 0 1,-1 0 0,1 0-1,-1 0 1,0 1 0,0-1 0,0 1-1,0 0 1,0 0 0,0-1 0,-1 1-1,0 0 1,1 0 0,-1 1-1,0-1 1,-1 0 0,1 0 0,0 0-1,-1 1 1,0-1 0,0 0-1,0 1 1,0-1 0,0 1-30,0 7 84,1 194 628,-1-205-712,1 0 1,-1 0-1,0 0 1,1-1-1,-1 1 1,0 0-1,1 0 1,-1 0-1,0 0 1,1 0-1,-1 0 1,0 0 0,1 0-1,-1 0 1,0 0-1,1 1 1,-1-1-1,0 0 1,1 0-1,-1 0 1,0 0-1,1 0 1,-1 0-1,0 1 1,0-1-1,1 0 1,-1 0-1,0 1 1,0-1-1,1 0 1,-1 0-1,0 1 1,0-1-1,0 0 1,1 0-1,-1 1 1,0-1-1,0 0 1,0 1-1,0-1 1,0 0-1,0 1 1,0-1-1,0 0 1,0 1-1,0-1 1,0 0-1,0 1 1,0-1-1,0 0 1,0 1-1,1-2 2,55-60 21,149-138-832,-111 137 816,-83 112 438,-11-40-371,1 256 327,22-179-831,0-58-2965,-4-17-4660</inkml:trace>
  <inkml:trace contextRef="#ctx0" brushRef="#br0" timeOffset="-30239.694">11946 930 5529,'0'0'695,"0"0"-31,0 0 167,0 0-287,0 0-48,0 0 92,-16-10 10,-47-29-58,62 39-512,1 0 1,-1-1-1,0 1 1,0 0-1,0 0 1,0 0-1,0-1 0,0 1 1,1-1-1,-1 1 1,0-1-1,0 1 1,1-1-1,-1 1 0,0-1 1,1 1-1,-1-1 1,0 0-1,1 1 1,-1-1-1,1 0 1,-1 0-1,1 1 0,-1-1 1,1 0-1,0 0 1,-1 0-1,1 0 1,0 0-1,0 1 0,0-1 1,0 0-1,0 0 1,0 0-1,0 0 1,0 0-1,0 0 1,0 0-1,0 0 0,0 1 1,0-1-1,1 0 1,-1 0-1,0 0 1,1 0-1,-1 1 0,1-1 1,-1 0-1,1 0 1,-1 1-1,1-1 1,0 0-1,-1 1 1,1-1-1,0 0 0,-1 1 1,1-1-1,0 1 1,0 0-1,0-1 1,-1 1-1,1-1 0,0 1 1,0 0-1,0 0 1,0 0-1,0-1 1,0 1-29,4 3 61,0 0 1,0 0 0,-1 0 0,1 0 0,-1 1-1,0-1 1,0 1 0,0 0 0,-1 1 0,1-1-1,-1 1 1,0-1 0,-1 1 0,1 0 0,-1 0-1,0 0 1,0 0 0,0 1 0,-1-1 0,1 0-1,-1 1 1,-1-1 0,1 1 0,-1-1 0,0 1-1,0 0 1,-1 0-62,3 9 128,12 322 1324,-15-241-1036,47-228-480,-14 60-121,3 2 0,3 1 0,3 2 0,20-23 185,-58 87 1,-2 0-2,0 0 0,0 1-1,0-1 1,0 0-1,1 1 1,0-1 0,-1 1-1,1 0 1,0-1 0,0 1-1,0 0 1,0 0 0,0 0-1,1 0 1,-1 1-1,1-1 1,-1 1 0,1-1-1,-1 1 1,1 0 0,0 0-1,0 0 1,0 0 0,-1 1-1,1-1 1,0 1 0,0 0-1,0 0 1,0 0-1,0 0 1,0 0 0,0 0-1,0 1 1,0-1 0,-1 1-1,1 0 1,0 0 0,1 1 1,28 123 737,-28-88-572,35 228-122,-27-243-3728,-11-22-3163</inkml:trace>
  <inkml:trace contextRef="#ctx0" brushRef="#br0" timeOffset="-29411.826">12883 862 6801,'0'0'2182,"0"0"-1012,0 0 58,0 0-450,0 0-274,0 0-30,-29-10-40,-94-28-85,120 36-335,0 1 0,0 0-1,0 0 1,0 1-1,-1-1 1,1 1 0,0-1-1,0 1 1,0 0 0,0 0-1,-1 0 1,1 1 0,0-1-1,0 1 1,0 0-1,0-1 1,0 2 0,0-1-1,0 0 1,0 0 0,0 1-1,0 0 1,1-1-1,-1 1 1,1 0 0,-1 0-1,1 1 1,0-1 0,0 0-1,-1 2-13,-7 6 89,-4 4-11,0-1 1,1 2 0,0 0-1,2 1 1,0 0-1,0 0 1,1 1 0,2 1-1,-1 0 1,2 0-1,0 0 1,2 1 0,0 0-1,1 0 1,0 0-1,2 1 1,0 17-79,1-33-1,1-1 0,-1 0 0,1 1 0,0-1 0,1 1 0,-1-1 0,0 0 0,1 1 0,0-1 0,0 0 0,0 1 1,0-1-1,0 0 0,1 0 0,-1 0 0,1 0 0,0 0 0,0 0 0,0-1 0,0 1 0,1-1 0,-1 1 0,1-1 0,-1 0 0,1 0 0,0 0 0,0 0 0,0 0 0,0-1 0,0 1 0,0-1 0,3 1 1,3 0-32,1-1 0,-1 1 0,1-2 1,-1 1-1,1-1 0,-1-1 0,1 0 0,-1 0 0,1-1 0,-1 0 0,0 0 0,1-1 0,-1-1 0,-1 1 0,1-1 0,-1-1 0,1 0 0,-1 0 0,0 0 0,-1-1 0,1-1 0,-1 1 0,3-5 32,137-178-1440,-146 187 1419,43-68-199,-43 69 281,-1 45 293,2-1 0,1-1-1,3 1 1,1 0 0,10 27-354,-17-69-1,0 0 1,1 0 0,-1 0 0,0 0 0,1 1 0,-1-1 0,1 0 0,0 0 0,-1-1-1,1 1 1,0 0 0,0 0 0,-1 0 0,1 0 0,0-1 0,0 1 0,0 0 0,0-1-1,0 1 1,0 0 0,0-1 0,0 0 0,0 1 0,0-1 0,0 1 0,0-1 0,1 0-1,-1 0 1,0 0 0,0 0 0,0 0 0,0 0 0,1 0 0,-1 0 0,0 0-1,0 0 1,0-1 0,0 1 0,0-1 0,0 1 0,0 0 0,0-1 0,0 0 0,0 1-1,0-1 1,0 0 0,0 1 0,0-1 0,0 0 0,0 0 0,-1 0 0,1 0 0,0 1-1,-1-1 1,1 0 0,-1 0 0,1-1 0,-1 1 0,1-1 0,58-93-357,-42 63-229,2 0-1,1 2 1,1 0 0,2 1 0,1 2 0,23-21 586,-47 47 15,1 0 0,-1 1 0,0-1 0,1 0 0,-1 1 0,1-1 0,-1 1 0,0-1 1,1 0-1,-1 1 0,1-1 0,0 1 0,-1-1 0,1 1 0,-1 0 0,1-1 0,0 1 0,-1 0 0,1-1 0,0 1 1,-1 0-1,1 0 0,0-1 0,0 1 0,-1 0 0,1 0 0,0 0 0,0 0 0,-1 0 0,1 0 0,0 0 1,0 0-1,-1 1 0,1-1 0,0 0 0,-1 0 0,1 1 0,0-1 0,-1 0 0,1 1 0,0-1 0,-1 0 0,1 1 1,-1-1-1,1 1 0,-1-1 0,1 1 0,-1-1 0,1 1 0,-1 0 0,1-1 0,-1 1-15,3 43 1487,-4-30-1326,2 233 994,7-241-1014,-1-29-92,2-7-259,1 1 0,1 1 0,1-1 0,2 2 0,1 0 0,0 1 0,12-13 210,-25 36 25,0 0 0,0 0 1,0 1-1,0-1 0,0 1 0,1-1 0,-1 1 1,1 0-1,-1 0 0,1 0 0,0 0 1,0 1-1,0-1 0,0 1 0,0 0 1,0 0-1,1 0 0,-1 0 0,0 0 0,0 1 1,1-1-1,-1 1 0,0 0 0,3 0-25,-6 0 248,0 2-134,0-1-386,0-1-953,0 0-2431,0 0-4001</inkml:trace>
  <inkml:trace contextRef="#ctx0" brushRef="#br0" timeOffset="-28788.611">12688 633 7042,'0'0'1416,"0"0"263,0 0-61,0 0-681,0 0-482,0 0-163,-14 7-116,3-2-149,6-4-18,0 1 0,0 0 0,1 0 0,-1 1 0,1 0 0,-1-1 0,1 2 0,0-1 0,0 0 0,0 1 0,1-1 0,-1 1 0,1 0 0,0 1-1,0-1 1,0 0 0,1 1 0,0-1 0,-1 3-9,-12 34 229,3 1-1,2 0 1,1 0-1,2 1 1,2 0-1,2 0 1,2 0-1,2 0 1,2 11-229,-3-50 6,0 1 0,1-1 0,0 1 0,0-1 0,0 1 0,0-1 0,0 0 0,1 0 0,0 1 0,0-1 0,0 0 0,0-1 0,1 1-1,0 0 1,0-1 0,0 1 0,0-1 0,0 0 0,0 0 0,1 0 0,0 0 0,-1-1 0,1 0 0,0 1 0,0-1 0,0-1 0,1 1 0,-1-1 0,0 1 0,1-1 0,-1 0 0,1-1 0,-1 1 0,1-1 0,-1 0 0,1 0 0,1 0-6,2-2 48,0 1-1,-1-1 1,1 0 0,0 0-1,-1-1 1,1 0 0,-1-1-1,0 1 1,0-1 0,0-1-1,-1 1 1,1-1 0,-1 0-1,0-1 1,-1 1 0,1-1-1,-1-1 1,0 1 0,-1-1-1,3-3-47,74-147 489,-68 121-331,-2-1 1,-2-1 0,-2 0 0,-1 0-1,-2 0 1,-1-1 0,-3-25-159,14 41-1113,15 29-4348,-12 7-3247</inkml:trace>
  <inkml:trace contextRef="#ctx0" brushRef="#br0" timeOffset="-27977.953">13528 882 208,'0'0'4732,"0"0"-2772,0 0-580,0 0-487,0 0-176,0 0-65,4 11-10,20 130 974,-41 103 280,16-212-981,157-282-447,-36 88-528,-117 159 58,1 0-1,-1 1 0,1-1 1,0 1-1,0 0 0,0 0 1,0 1-1,0-1 0,0 1 1,1 0-1,-1 0 0,0 0 1,1 0-1,-1 1 0,1 0 1,-1 0-1,0 0 0,1 1 1,-1-1-1,1 1 0,-1 0 1,0 0-1,0 0 0,1 1 1,-1 0-1,0 0 0,0 0 1,-1 0-1,1 0 0,0 1 1,-1-1-1,1 1 0,-1 0 1,0 1-1,0-1 0,0 0 1,0 1-1,-1-1 0,0 1 1,1 0-1,-1 0 0,0 0 1,-1 0-1,1 1 3,5 25 153,-1 1 0,-1 0 0,-1 0 0,-2 1 0,-1-1 0,-2 1-1,-2 5-152,2 34 98,14-70-1402,2-13-1331</inkml:trace>
  <inkml:trace contextRef="#ctx0" brushRef="#br0" timeOffset="-27258.389">14283 253 9842,'0'0'1272,"0"0"-257,0 0-188,0 0-464,7 31 17,12 60 241,-4 1-1,-4 1 1,-4 9-621,-10 304 883,-12-315-773,36-130-429,0 8-15,1 1-1,2 1 0,0 1 1,2 1-1,1 1 0,1 1 0,29-18 335,-48 37-25,-1 1-1,0 1 1,1 0-1,0 0 1,0 0-1,0 1 1,0 1-1,1 0 1,-1 0-1,1 0 0,0 1 1,-1 1-1,1 0 1,0 0 25,-7 0 5,0 0 1,0 1-1,0-1 0,0 1 1,0-1-1,0 1 0,0 0 1,0 0-1,-1 0 0,1 1 1,0-1-1,-1 1 0,1-1 1,-1 1-1,0 0 1,1 0-1,-1 0 0,0 0 1,0 1-1,0-1 0,-1 0 1,1 1-1,0-1 0,-1 1 1,0 0-1,1-1 0,-1 1 1,0 0-1,0 0 1,-1 0-1,1 0 0,-1 0 1,1 0-1,-1 2-5,1 2 80,-1 0 0,0-1-1,0 1 1,-1 0 0,1 0 0,-1-1 0,-1 1-1,1 0 1,-1-1 0,-1 1 0,1-1-1,-1 0 1,0 0 0,0 0 0,-3 4-80,-11 7 182,0-1-1,-1 0 1,0-1 0,-2-1 0,1-1 0,-2-1-1,1-1 1,-2 0 0,0-2 0,0 0 0,0-2-1,-1 0 1,0-2 0,0 0 0,-1-1-1,-8-1-181,18-2 100,11 0-94,1 0-1,-1 0 0,0 0 0,1 0 0,-1-1 1,0 1-1,0-1 0,0 0 0,0 0 0,0 0 0,0 0 1,1 0-1,-1-1 0,0 1 0,0-1 0,0 0 1,1 0-1,-1 0 0,0 0 0,1 0 0,-1-1 1,1 1-1,-1-1 0,1 1 0,0-1 0,0 0 0,0 0 1,0 0-1,0 0 0,0-1 0,0 1 0,1 0 1,-1-1-1,1 1 0,-1-1-5,2-6-154,1 1 0,-1-1 0,1 0 0,1 1 0,-1-1 0,2 1 0,-1-1 0,1 1 0,0 0 0,1 0 0,0 1 0,0-1 0,4-5 154,37-49-2579</inkml:trace>
  <inkml:trace contextRef="#ctx0" brushRef="#br0" timeOffset="-26434.163">14874 817 6977,'0'0'2238,"0"0"-799,0 0 42,0 0-621,0 0-461,0 0-75,7 18 113,23 58-48,-27-72-366,0-1-1,0 1 0,0-1 1,0 0-1,1 0 0,-1 0 1,1-1-1,0 1 0,0-1 1,0 0-1,0 0 1,0 0-1,1 0 0,-1-1 1,0 0-1,1 0 0,-1 0 1,1 0-1,-1-1 0,1 1 1,0-1-1,-1-1 0,3 1-22,6 0 32,-5 1-52,0 0-1,0 0 1,0-1 0,0 0-1,0-1 1,0 0 0,0 0 0,0-1-1,0 0 1,0 0 0,-1-1-1,1 0 1,-1 0 0,0-1 0,0 0-1,0 0 1,0-1 0,-1 0-1,1 0 1,-1 0 0,-1-1 0,1 0-1,-1 0 1,0 0 0,0-1-1,-1 0 1,0 0 0,2-4 20,17-101-466,-25 110 486,0 0-1,0 0 1,0 0-1,0 0 0,0 0 1,-1 1-1,1-1 1,-1 1-1,1 0 1,-1 0-1,0 0 0,0 0 1,1 0-1,-1 0 1,0 1-1,0-1 0,0 1 1,1 0-1,-1 0 1,0 0-1,0 0 1,0 1-1,0-1 0,1 1 1,-1-1-1,0 1 1,0 0-20,-6 0 55,-6 3-16,0 1 0,1 1-1,0 0 1,0 1 0,0 0 0,1 1-1,0 0 1,1 2 0,-1-1-1,2 1 1,0 1 0,0 0-1,1 1 1,-9 12-39,9-13 78,1 0 0,1 0 0,0 1 0,1 0 0,0 0 0,0 1-1,2 0 1,-1 0 0,2 0 0,0 1 0,0-1 0,2 1 0,-1 0 0,2 0 0,0 0 0,0 9-78,2-17 26,0 0 0,0 0 0,0 1-1,1-1 1,0 0 0,0 0 0,1 0 0,0-1 0,0 1 0,0-1 0,0 1 0,1-1-1,0 0 1,0 0 0,0-1 0,1 1 0,0-1 0,0 0 0,0 0 0,0-1 0,0 1-1,1-1 1,0 0 0,-1-1 0,4 2-26,11 4 20,-1 0 0,1-2-1,0 0 1,1-2 0,-1 0 0,1-1-1,9 0-19,-14-1-24,1-1-1,-1 0 1,1-1-1,-1-1 0,1 0 1,-1-1-1,0-1 1,0-1-1,0 0 0,0-1 1,-1-1-1,0 0 1,0-1-1,0-1 1,-1 0-1,8-7 25,-7 3-61,0-1 0,-1-1 0,0-1 0,-1 0 1,-1 0-1,0-1 0,-1-1 0,-1 0 0,-1 0 0,0-1 0,-1-1 0,-1 1 0,-1-1 1,-1 0-1,0 0 0,-2-1 0,0 1 0,-1-1 0,-1 0 0,-1-11 61,1 29 14,-1-1 0,1 0 0,-1 1 0,0-1 0,0 0 0,0 1 0,0-1 0,-1 1-1,1-1 1,-1 0 0,0 1 0,1-1 0,-1 1 0,0-1 0,-1 1 0,1 0 0,0 0 0,-1-1-1,1 1 1,-1 0 0,1 0 0,-1 0 0,0 0 0,0 1 0,0-1 0,0 0 0,0 1 0,-1-1-1,1 1 1,0 0 0,-1 0 0,1 0 0,-1 0-14,-5 16 105,14-4-111,1 1-1,0-1 1,0 0-1,2-1 0,-1 0 1,1 0-1,1-1 0,-1 0 1,2 0-1,-1-1 0,12 6 7,-6-2 3,88 63 4,-66-50-2,-2 1 0,-1 1-1,-1 2 1,-1 2-1,27 33-4,-32-17-185,-28-46 181,1 0-1,-1 0 1,1 0-1,-1 0 1,1 0-1,-1 0 0,0 0 1,1-1-1,-1 1 1,0 0-1,0 0 1,1 0-1,-1 0 1,0 0-1,0 1 0,0-1 1,0 0-1,-1 0 1,1 0-1,0 0 1,0-1-1,-1 1 0,1 0 1,0 0-1,-1 0 1,1 0-1,-1 0 1,1 0-1,-1 0 1,1 0-1,-1-1 0,0 1 1,1 0-1,-1-1 1,0 1-1,0 0 1,0-1-1,1 1 0,-1-1 1,0 1-1,0-1 1,0 1-1,0-1 1,0 0-1,0 1 0,0-1 1,0 0-1,-1 0 5,-6 1 25,-1-1 0,1 0-1,-1-1 1,1 0-1,-1 0 1,1-1 0,-1 0-1,1 0 1,0-1 0,0 0-1,0-1 1,0 1 0,1-2-1,-1 1 1,1-1-1,0 0 1,1 0 0,-1-1-1,1 0 1,0 0 0,0-1-1,1 1 1,0-1-1,0 0 1,1-1 0,0 1-1,0-1 1,0 0 0,1 0-1,0-1-24,0 1 59,1 1 0,-1-1 0,1 0 0,1 0 0,0 1 0,0-1 0,0 0 0,1 0 0,0 0 0,1 0 0,0 0 1,0 0-1,0 0 0,1 0 0,1 1 0,-1-1 0,1 1 0,0 0 0,1-1 0,0 1 0,0 1 0,0-1 0,2-1-59,14-11-18,0 2-1,2 0 1,0 1 0,0 1-1,2 1 1,0 1 0,0 1 0,1 2-1,0 0 1,1 1 0,0 2-1,1 1 1,-1 1 0,1 1 0,0 1-1,0 1 1,9 2 18,25 22-3590,-49-4-3067</inkml:trace>
  <inkml:trace contextRef="#ctx0" brushRef="#br0" timeOffset="-2494.131">20681 774 7098,'0'0'984,"0"0"-400,0 0 112,0 0-232,0 0-8,0 0-160,0 178 256,0-129-152,0-1-143,0-6-193,0-5-56,0-9-8,0-16-88,0-4-1689,0-8-4120</inkml:trace>
  <inkml:trace contextRef="#ctx0" brushRef="#br0" timeOffset="-2244.07">20765 333 10490,'0'0'1417,"0"0"-905,0 0-160,0 0-352,0 0-400,0 0-1689,0 0-5857</inkml:trace>
  <inkml:trace contextRef="#ctx0" brushRef="#br0" timeOffset="-1618.454">21539 27 4569,'0'0'803,"0"0"-86,0 0 101,0 0-53,-30-7-357,-99-12-82,122 20-289,0-1 0,0 2 0,1-1 0,-1 1 0,0 0 0,1 1 0,-1-1 0,1 1 0,0 0 0,0 1 1,0 0-1,1 0 0,-1 0 0,1 0 0,0 1 0,0 0 0,0 0 0,1 0 0,0 1 0,0 0 0,-1 2-37,-5 4 113,-9 14 74,1 0 0,1 1 0,2 1 0,0 1 0,2 0 0,2 0 0,0 1 0,2 1 1,2-1-1,-5 32-187,-11 314 852,22-268-670,-2 20 79,6 0-1,16 94-260,47 197-1599,-65-403-891</inkml:trace>
  <inkml:trace contextRef="#ctx0" brushRef="#br0" timeOffset="-1352.464">20693 1046 7578,'0'0'1064,"0"0"-776,0 0 464,198-68 408,-103 54-392,5 0-199,1 2-353,6 4-64,12 2-152,-18 0-792,-32-2-2393</inkml:trace>
  <inkml:trace contextRef="#ctx0" brushRef="#br0" timeOffset="-1106.71">21800 573 6193,'0'0'1057,"0"0"-161,0 0-24,0 0-384,0 0-168,-38 195-32,29-124 200,9-3-232,0-8-160,0-9-88,3-15 0,26-24-8,-7-9-1360,-7-3-2561</inkml:trace>
  <inkml:trace contextRef="#ctx0" brushRef="#br0" timeOffset="-902.087">21728 250 8850,'0'0'680,"0"0"-680,0 0-360,0 0-1504</inkml:trace>
  <inkml:trace contextRef="#ctx0" brushRef="#br0" timeOffset="-5046.232">17759 174 3217,'0'0'835,"0"0"-19,0 0 519,0 0-207,0 0-223,2-6-183,26-44 2300,-27 49-2525,-1 1-67,0 0-94,0 0 25,-9 0-316,0 0 0,1 0-1,-1 1 1,0 0 0,1 0-1,-1 1 1,1 0 0,-1 1-1,1 0 1,0 0 0,0 1-1,0-1 1,0 2 0,1-1-1,0 1 1,-5 4-45,-27 28 17,1 1 0,2 2 0,2 2 0,2 1 0,1 2 0,3 0 1,1 2-1,3 1 0,2 1 0,-11 36-17,8-24 8,3 1-1,3 1 1,2 0 0,3 1 0,3 1 0,3 0 0,2 1-1,4 42-7,0-100-20,1 1-1,0 0 0,1-1 1,0 1-1,1 0 1,-1-1-1,2 1 0,-1-1 1,1 1-1,0-1 0,1 0 1,0 1-1,0-1 0,1-1 1,0 1-1,1-1 0,-1 1 1,1-1-1,1 0 0,-1-1 1,1 1-1,0-1 1,1 0-1,-1-1 0,1 0 1,1 0-1,-1 0 0,0-1 1,1 0-1,0 0 0,6 1 21,241 41-4601,-132-44-1629</inkml:trace>
  <inkml:trace contextRef="#ctx0" brushRef="#br0" timeOffset="-4152.162">18677 417 5057,'0'0'1218,"0"0"-41,0 0-133,0 0-322,0 0-158,-36-8-58,-117-28 104,142 33-558,1 2-1,-1-1 0,0 1 0,0 1 1,1 0-1,-1 0 0,0 1 1,0 1-1,1 0 0,-1 0 0,1 1 1,0 0-1,0 1 0,0 0 0,0 1 1,0 0-1,1 0 0,0 1 1,0 0-1,1 1 0,-1 0 0,-5 6-51,0-2 62,-16 13 56,1 0 0,1 2 0,1 1 0,1 1 0,2 1 0,0 1 0,3 1 0,0 2 0,2-1 0,1 2 0,2 1 0,2 0 0,1 1 0,1 0 0,-3 24-118,13-52-1,0 0 0,1-1 0,0 1 1,0 0-1,1 0 0,0 0 1,1-1-1,-1 1 0,1 0 0,1 0 1,-1-1-1,1 1 0,1-1 0,0 1 1,0-1-1,0 0 0,1 0 1,-1 0-1,2-1 0,-1 1 0,1-1 1,0 0-1,0 0 0,1-1 0,0 0 1,0 1-1,0-2 0,0 1 1,1-1-1,0 0 0,0-1 0,0 1 1,7 1 0,19 4-77,0-1 1,0-2 0,1-1-1,0-2 1,0-2 0,0 0-1,0-3 1,19-2 76,15-4-823,0-3 0,0-2 0,-1-4 0,46-17 823,24-25-5202</inkml:trace>
  <inkml:trace contextRef="#ctx0" brushRef="#br0" timeOffset="-3823.038">19127 208 7442,'0'0'1232,"0"0"-456,0 0-104,0 0-416,0 0-184,-25 201 360,3-65 160,-7 34-103,4-12-169,3-16-120,6-23-48,10-34-24,6 16-128,0-13-904,6-37-2009</inkml:trace>
  <inkml:trace contextRef="#ctx0" brushRef="#br0" timeOffset="-3398.842">19460 964 6137,'0'0'878,"0"0"-203,0 0 1,0 0-276,0 0-189,0 0 63,-11-10 84,-39-30 68,46 39-387,1 0-1,-1-1 1,1 1-1,-1 1 1,1-1-1,-1 0 1,0 1-1,0 0 1,1 0-1,-1 0 1,0 0-1,1 1 1,-1-1-1,0 1 1,1 0-1,-1 0 1,1 0-1,-1 1 1,1-1-1,0 1 1,-1 0-1,1 0 1,0 0-1,0 0 1,0 0-1,1 1 1,-1 0-1,1-1 1,-1 1-1,1 0 0,0 0 1,0 0-1,0 0 1,0 1-1,0 1-38,1-4 15,-9 12 23,1-1 0,0 2-1,1-1 1,0 1 0,1 0 0,1 0-1,1 1 1,0 0 0,0 0 0,2 0-1,0 1 1,0-1 0,1 6-38,2-19-11,0 0 0,0-1 1,1 1-1,-1-1 0,0 1 0,1 0 0,-1-1 1,1 1-1,-1-1 0,1 1 0,0-1 1,-1 1-1,1-1 0,0 1 0,0-1 0,0 0 1,0 1-1,0-1 0,1 0 0,-1 0 0,0 0 1,1 0-1,-1 0 0,0 0 0,1 0 1,-1-1-1,1 1 0,-1 0 0,1-1 0,0 1 1,-1-1-1,1 0 0,0 1 0,-1-1 1,1 0-1,0 0 0,-1 0 0,1 0 0,0 0 1,-1-1-1,1 1 0,-1 0 0,2-1 11,73-27-326,-42 0 203,0-1 0,-2-1 0,-1-2 0,27-36 123,-55 64 1,-3 5 3,0-1-1,0 1 0,0-1 0,0 0 1,1 1-1,-1-1 0,0 1 0,0-1 1,0 0-1,1 1 0,-1-1 0,0 0 1,0 0-1,1 1 0,-1-1 0,0 0 1,0 1-1,1-1 0,-1 0 0,0 0 1,1 0-1,-1 1 0,1-1 0,-1 0 1,0 0-1,1 0 0,-1 0 0,1 0 1,-1 0-1,0 0 0,1 0 0,-1 0 1,1 0-1,-1 0 0,0 0 0,1 0 1,-1 0-1,1 0 0,-1 0 0,0 0 1,1 0-1,-1 0 0,0-1 0,1 1 1,-1 0-1,1 0-3,1 202 688,-1-198-707,0-1-1,-1 1 1,1-1-1,1 0 1,-1 1-1,0-1 1,1 0-1,0 0 1,0 0 0,0 0-1,0 0 1,0 0-1,0 0 1,1-1-1,-1 1 1,1-1-1,0 0 1,0 0-1,0 0 1,0 0-1,3 1 20,47 13-3241,-20-14-3474</inkml:trace>
  <inkml:trace contextRef="#ctx0" brushRef="#br0" timeOffset="-3059.01">19989 655 6841,'0'0'950,"0"0"-111,0 0-235,0 0-348,0 0-176,-13 25-41,-36 81 41,47-101-73,0 1 0,1 0 0,0-1 0,0 1 0,0 0 0,1 0 0,0-1 0,0 1 0,1 0 0,-1 0-1,1-1 1,0 1 0,1 0 0,0-1 0,-1 1 0,2-1 0,-1 0 0,1 1 0,-1-1 0,1 0 0,4 3-7,8 22 62,-9-17 3,-1-3 79,0 0 0,0 0 1,-2 1-1,1-1 0,-1 1 1,-1-1-1,0 1 0,0 0 0,-1 0 1,-1 0-1,0 0 0,0 1-144,-3-8 61,1 0 1,-1 0-1,0 0 0,-1-1 0,1 1 1,-1-1-1,0 0 0,1 0 1,-1 0-1,-1 0 0,1-1 0,0 1 1,-1-1-1,1 0 0,-1-1 0,1 1 1,-1-1-1,0 0 0,-3 0-61,-2 3 55,-10-2-127,17-19-1065,3-13-2532</inkml:trace>
  <inkml:trace contextRef="#ctx0" brushRef="#br0" timeOffset="-2732.053">20423 698 4873,'0'0'911,"0"0"66,0 0 240,0 0-194,0 0-363,-28 1-179,-84 10-109,109-11-356,1 1 1,-1-1-1,0 1 0,1 0 0,-1 0 1,1 0-1,-1 0 0,1 0 0,-1 1 0,1-1 1,0 1-1,0-1 0,0 1 0,0 0 0,0 0 1,0 0-1,0 0 0,0 0 0,1 1 0,-1-1 1,1 0-1,0 1 0,0-1 0,0 1 1,0-1-1,0 1 0,0 2-16,-3 4 40,2 0-34,-1 1 1,2-1-1,-1 1 0,1-1 1,0 1-1,1 0 1,0 0-1,1-1 1,0 1-1,1-1 0,0 1 1,0-1-1,1 1 1,0-1-1,0 0 0,1 0 1,0 0-1,1-1 1,0 0-1,1 0 1,-1 0-1,6 5-6,-5-5 32,0 1 0,0 1-1,-1-1 1,0 1 0,0 0 0,-1 0 0,0 0 0,-1 1-1,0 0 1,-1-1 0,0 1 0,-1 0 0,0 0-1,-1 2-31,-1-10 44,-1 0 0,1-1 1,-1 1-1,0-1 0,0 1 0,0-1 0,0 1 0,0-1 0,-1 0 0,1 0 0,-1 0 0,1 0 0,-1-1 0,0 1 0,0-1 0,1 1 0,-1-1 0,0 0 0,0 0 0,0 0 0,-1-1 0,1 1 0,0-1 0,0 0 0,0 0 0,0 0 0,0 0 0,-1 0 0,-2-1-44,4 0-41,0 0 1,0 0 0,0 0-1,0 0 1,0-1-1,0 1 1,1-1-1,-1 1 1,0-1 0,1 1-1,-1-1 1,1 0-1,-1 0 1,1 0 0,0 0-1,0 0 1,0 0-1,0 0 1,0 0 0,0-1-1,1 1 1,-1 0-1,1 0 1,0-1 0,-1 1-1,1 0 1,0-1-1,0 1 1,1 0 0,-1 0-1,0-1 1,1 1-1,-1 0 1,1 0-1,1-3 41,-2-9-1060,0-34-3903</inkml:trace>
  <inkml:trace contextRef="#ctx0" brushRef="#br0" timeOffset="-32556.106">8716 1040 584,'0'0'756,"0"0"-225,0 0-167,0 0-205,0 0 45,-5-7 475,-3-6 54,-1 1 1,-1 0-1,0 0 1,-1 1-1,0 1 1,0 0-1,-1 0 1,0 1-1,-7-3-733,2 5 294,-1 1 0,0 1-1,0 0 1,0 1 0,0 1 0,-1 1-1,0 0 1,1 1 0,-1 2 0,0 0-1,-5 1-293,14 1 42,1 0 0,0 0 0,0 1-1,0 0 1,0 0 0,1 1-1,0 0 1,0 1 0,0 0 0,0 0-1,1 1 1,0 0 0,1 0-1,-1 0 1,1 1 0,1 0 0,-1 0-1,1 1 1,1-1 0,0 1-1,0 0 1,1 0 0,0 1-1,0-1 1,1 1 0,0-1 0,1 1-1,0 0 1,1 0-42,-2-3 1,1 0 0,0 0 0,0 0 0,1 0-1,0 0 1,0 0 0,1 0 0,0 0 0,0 0 0,0-1 0,1 1-1,0 0 1,1-1 0,-1 1 0,1-1 0,0 0 0,1 0 0,-1 0-1,1 0 1,1 0 0,-1-1 0,1 0 0,0 0 0,0 0 0,0-1-1,1 0 1,-1 0 0,1 0 0,0 0 0,1-1 0,1 1-1,7 2-19,1-1 0,0 0 1,0-1-1,0-1 0,0 0 0,0-1 1,1-1-1,-1-1 0,1 0 0,-1-1 1,1-1-1,-1 0 0,0-1 1,0-1-1,0-1 0,0 0 0,-1-1 1,0 0-1,0-2 0,0 0 0,-1 0 1,3-3 18,7-9-47,-1-1 1,-1 0 0,-1-2-1,-1 0 1,0-2 0,-2 0-1,-1-1 1,-1-1 0,-2 0-1,0-1 1,-2-1 0,7-26 46,-1-2-150,-3-1 0,-2-1 0,-3 0 0,-2-1 0,-3 0 1,-3-12 149,-1 34-159,1 26 124,0-1-1,-1 1 1,0-1 0,-1 1 0,-1-1-1,0 1 1,0-1 0,-2 1 0,1 0 0,-2 0-1,1 0 1,-2 0 0,1 0 0,-2 1-1,1 0 1,-2 0 0,1 1 0,-1-1-1,-5-3 36,10 11 39,-1 1 0,1-1 0,-1 1-1,0 0 1,0 0 0,0 0 0,0 1-1,0-1 1,-1 1 0,1-1 0,0 1-1,-1 0 1,1 0 0,-1 1 0,1-1-1,-1 1 1,1 0 0,-1 0 0,1 0-1,-1 0 1,1 0 0,-1 1 0,1 0-1,-1-1 1,1 1 0,-1 1 0,1-1-1,0 0 1,0 1 0,0 0 0,0 0-1,0 0 1,0 0 0,0 0 0,0 0-1,0 2-38,-5 12 38,2 1-1,0 0 0,1 0 0,1 1 0,0-1 1,1 1-1,1 0 0,1 0 0,1 0 1,0 0-1,1 2-37,-1 4 35,-1 92 218,5 0 1,5-1 0,5 0-1,6-1 1,4 0-254,-20-96 20,0 0 1,2 0-1,0 0 1,1-1-1,1 0 1,1-1-1,0 1 1,1-2-1,0 1 1,2-1-1,0-1 1,0 0-1,1-1 1,1 0-1,0-1 1,1-1-1,0 0 1,1-1-1,1 0-20,-10-8-110,1 0-1,-1-1 0,1 0 1,-1-1-1,1 1 0,-1-1 1,1-1-1,-1 0 0,1 0 1,-1 0-1,0-1 1,0 0-1,1 0 0,-1-1 1,0 0-1,-1 0 0,1-1 1,-1 1-1,1-1 0,-1-1 1,0 1-1,-1-1 0,1 0 1,-1-1-1,0 1 1,0-1-1,-1 0 0,3-3 111,42-60-4607</inkml:trace>
  <inkml:trace contextRef="#ctx0" brushRef="#br0" timeOffset="-32308.098">9266 964 7706,'0'0'1320,"0"0"-848,0 0 592,0 0-320,19 201-47,-3-139-225,3-5-32,0-4-264,-4-7-64,4-15-112,3-28-120,-6-3-1184,-4-14-3281</inkml:trace>
  <inkml:trace contextRef="#ctx0" brushRef="#br0" timeOffset="-32058.273">9408 610 11330,'0'0'1409,"0"0"-753,0 0-304,0 0-352,0 0-552,0 0-192,0 0-1105,170 17-3312</inkml:trace>
  <inkml:trace contextRef="#ctx0" brushRef="#br0" timeOffset="-31779.462">10068 885 8882,'0'0'1175,"0"0"-367,0 0-7,0 0-436,-28-12-101,-89-31 245,114 42-488,0 0 0,0 0 0,0 1 0,0-1 1,0 1-1,0-1 0,0 1 0,-1 0 0,1 0 0,0 1 0,0-1 0,0 0 0,0 1 0,0 0 1,0 0-1,0 0 0,0 0 0,0 0 0,0 1 0,1-1 0,-1 1 0,0 0 0,1 0 1,-1 0-1,1 0 0,0 0 0,0 0 0,0 1 0,0-1 0,0 1 0,0-1 0,1 1 0,-2 2-21,-5 7 54,-5 5-15,1 1 0,1 0 0,0 0 0,2 1 1,0 1-1,1-1 0,1 2 0,1-1 1,1 1-1,0 0 0,2 0 0,-1 13-39,6-25-11,0 0-1,0 0 0,1 0 0,0 0 1,0 0-1,1 0 0,0-1 0,1 0 1,0 0-1,0 0 0,1 0 0,0-1 1,0 0-1,0 0 0,1-1 0,0 0 1,1 0-1,-1 0 0,1-1 0,0 0 1,1-1-1,-1 0 0,1 0 0,0-1 1,4 2 11,52 32-89,-55-29 101,0-1-1,0 1 1,-1 0 0,-1 1 0,1 0 0,-1 0 0,-1 1 0,0 0 0,0 0 0,-1 1 0,0 0 0,-1 0 0,0 0 0,-1 1-1,0 0 1,-1-1 0,0 1 0,-1 1 0,0-1 0,-1 0 0,-1 0 0,0 1 0,0-1 0,-1 0 0,-1 0 0,0 0 0,0 0-1,-2 0 1,1 0 0,-1 0 0,-1-1 0,0 0 0,-1 0 0,-3 4-12,-3 2 94,-2-1 1,0 0-1,0-1 0,-2-1 1,0 0-1,0-2 0,-1 1 1,-1-2-1,0 0 1,0-2-1,-1 0 0,0-1 1,-1 0-1,0-2 0,0 0 1,0-1-1,-1-2 0,1 0 1,-1-1-1,-13 0-94,28-2-3,0 1 0,-1-1 0,1 0 0,-1 0 0,1-1 1,0 0-1,-1 0 0,1-1 0,0 1 0,0-1 0,0-1 0,0 1 0,0-1 0,0 0 0,1 0 0,0-1 0,-1 0 0,1 0 0,1 0 1,-1 0-1,0-1 0,1 0 0,0 0 0,0 0 0,1 0 0,-1 0 0,1-1 0,0 0 0,1 0 0,-1 0 0,-1-6 3,0-4-172,1-1 0,0 0 0,1 0-1,1 1 1,1-1 0,0 0-1,1 0 1,1 0 0,1 0 0,0 0-1,3-6 173,35-99-3402,13 10-3727</inkml:trace>
  <inkml:trace contextRef="#ctx0" brushRef="#br0" timeOffset="-31516.125">10367 975 9738,'0'0'1352,"0"0"-23,0 0-585,0 0-416,-22 164 56,22-101 80,0 4-136,16-1-184,6-10-88,3-10-56,-3-10 0,6-27-504,-6-9-680,-15 0-2825</inkml:trace>
  <inkml:trace contextRef="#ctx0" brushRef="#br0" timeOffset="-31361.536">10471 584 10810,'0'0'528,"0"0"-528,0 0-1288,0 0-2025</inkml:trace>
  <inkml:trace contextRef="#ctx0" brushRef="#br0" timeOffset="-31176.309">10782 403 5865,'0'0'2761,"0"0"-1865,0 0 680,0 0-767,-53 190-233,53-102 216,6 11-152,22 14-280,7 3-160,3-11-200,-1-9-32,-5-20-368,-20 1-160,-8-26-456,-4-20-1409</inkml:trace>
  <inkml:trace contextRef="#ctx0" brushRef="#br0" timeOffset="-30988.57">10741 862 10402,'0'0'1425,"0"0"-481,0 0-128,0 0-568,183-28-160,-114 28-72,-3 2-16,6 30-648,-18-4-1897,-16-6-4696</inkml:trace>
  <inkml:trace contextRef="#ctx0" brushRef="#br0" timeOffset="-47610.23">38 763 4089,'0'0'765,"0"0"-100,0 0 159,0 0 253,-3-10 82,-28-126 3706,27 161-4238,32 294-430,-5 257-65,-22-549-135,22 87-238,-22-113 109,0 0 0,-1-1 0,1 1 0,0-1 0,0 1 0,0 0 0,-1-1 0,1 1 0,0-1-1,0 0 1,0 1 0,0-1 0,0 0 0,0 1 0,0-1 0,0 0 0,0 0 0,0 0 0,0 0 0,0 0 0,0 0-1,0 0 1,0-1 0,0 1 0,0 0 0,0 0 0,0-1 0,0 1 0,0-1 0,0 1 0,0-1 0,0 1-1,0-1 1,-1 1 0,1-1 0,0 0 0,0 1 0,-1-1 0,1 0 0,0 0 0,-1 0 0,1 1 0,-1-1-1,1 0 1,-1 0 0,1 0 0,-1 0 0,0 0 0,0 0 0,1 0 0,-1 0 0,0 0 0,0 0 0,0 0 0,0 0-1,0 0 1,0 0 0,0 0 0,0 0 0,-1 0 0,1 0 0,0 0 0,-1 0 0,1 0 0,0 0 0,-1 0-1,0 0 133,2-37-5130</inkml:trace>
  <inkml:trace contextRef="#ctx0" brushRef="#br0" timeOffset="-47095.471">774 559 6433,'0'0'1211,"0"0"-89,0 0-297,0 0-563,0 0 54,0 27 368,6 426 1355,-6-22-1828,0-425-1078,0-8-1603,0-10-2519</inkml:trace>
  <inkml:trace contextRef="#ctx0" brushRef="#br0" timeOffset="-46830.973">41 1122 3281,'0'0'4633,"0"0"-4145,0 0-256,0 0-160,0 0 168,0 0 408,211 29 256,-111-41-720,7-16 224,-6 0-192,-13 2-208,-16 9-16,-15 6-144,-10 0-808,-18 5-904,-14-3-4410</inkml:trace>
  <inkml:trace contextRef="#ctx0" brushRef="#br0" timeOffset="-45709.271">1343 1119 4913,'0'0'943,"0"0"26,0 0-254,0 0-169,0 0-105,0 0-19,-29-5 60,-90-15 85,41 14 477,70 9-990,-1 1 0,1-1 0,-1 1 0,1 1 0,0-1 0,1 1 0,-1 1 0,1 0 0,0 0 0,1 0 0,-1 1 0,1-1 0,0 2 0,1-1 0,0 1 0,0-1 0,1 1 0,-1 1 0,2-1 0,-1 1 0,1-1 0,1 1 0,0 0 0,0 0 0,-1 8-54,1-12-1,0 1 0,0-1 0,1 1 0,-1-1-1,1 1 1,0 0 0,1-1 0,0 1 0,-1 0 0,2 0 0,-1-1 0,1 1 0,0 0-1,0-1 1,0 1 0,1 0 0,0-1 0,0 0 0,0 1 0,1-1 0,0 0 0,0 0-1,0-1 1,0 1 0,1 0 0,0-1 0,0 0 0,0 0 0,0 0 0,3 1 1,3-2-50,-1-2 1,0 1 0,1-1-1,-1 0 1,1-1 0,-1 0-1,1-1 1,-1 0 0,1 0-1,-1-1 1,0 0 0,1-1-1,-1 0 1,0 0 0,-1-1-1,1 0 1,-1-1 0,0 0-1,0 0 1,0-1 0,-1 0-1,1 0 1,-1-1 0,5-6 49,9-10-235,-2-1 0,0-1 0,-2-1 0,0 0 0,-2-1 0,-1-1 0,0-3 235,0-28-65,-14 57 227,0 19 355,0 20-282,16 140 503,-14-175-740,-1 0-1,0-1 1,1 1-1,-1-1 1,1 1-1,-1-1 1,1 1-1,0-1 1,0 0-1,0 0 1,-1 0 0,1 0-1,0 0 1,0-1-1,0 1 1,0 0-1,1-1 1,-1 1-1,0-1 1,0 0-1,0 0 1,0 0 0,0 0-1,0 0 1,0 0-1,1-1 1,-1 1-1,0-1 1,0 1-1,0-1 1,0 0-1,0 0 1,0 0 0,-1 0-1,1 0 1,0 0-1,0-1 1,-1 1-1,1 0 1,-1-1-1,1 0 1,-1 1-1,0-1 1,1 0 2,176-199-839,-178 201 837,1-1 1,-1 1-1,1-1 0,-1 0 1,1 1-1,-1-1 0,1 1 1,-1-1-1,1 1 0,-1 0 1,1-1-1,0 1 0,-1 0 1,1-1-1,-1 1 0,1 0 1,0 0-1,0-1 0,-1 1 1,1 0-1,0 0 0,-1 0 0,1 0 1,0 0-1,0 0 0,-1 0 1,1 0-1,0 0 0,-1 0 1,1 1-1,0-1 0,-1 0 1,1 0-1,0 1 0,-1-1 1,1 0-1,0 1 0,-1-1 1,1 1-1,-1-1 0,1 1 1,-1-1-1,1 1 0,-1-1 0,1 1 1,-1-1-1,1 1 0,-1 0 1,0-1-1,1 1 0,-1-1 1,0 1-1,0 0 0,0 0 2,3 44 713,-4-33-555,2 206 1228,0-217-1399,-1 0 1,1 1-1,0-1 1,0 0-1,0 0 1,0 0-1,0 0 0,0-1 1,0 1-1,0 0 1,0 0-1,0-1 1,1 1-1,-1 0 1,0-1-1,0 1 0,1-1 1,-1 0-1,0 1 1,1-1-1,-1 0 1,0 0-1,1 0 0,-1 0 1,0 0-1,1 0 1,-1 0-1,0 0 1,1-1-1,-1 1 1,0-1-1,1 1 0,-1-1 1,0 1-1,0-1 1,1 1-1,-1-1 1,0 0-1,0 0 0,0 0 1,0 0-1,0 0 1,0 0-1,0 0 1,-1 0-1,1 0 1,0 0-1,0 0 0,-1 0 1,1-1 12,112-132-434,-110 134 432,0-1-1,0 1 0,1 0 1,-1 0-1,0 0 0,0 0 0,1 0 1,-1 1-1,0 0 0,0-1 0,0 1 1,0 0-1,0 1 0,0-1 1,0 0-1,0 1 0,0 0 0,0-1 1,-1 1-1,1 0 0,-1 1 0,1-1 1,-1 0-1,0 1 0,0-1 1,0 1-1,0 0 0,-1-1 0,1 1 1,-1 0-1,1 0 0,-1 0 0,0 0 1,0 1-1,-1-1 0,1 0 1,0 0-1,-1 0 0,0 1 0,0-1 3,10 20-104,7 5-860,-2-9-1627</inkml:trace>
  <inkml:trace contextRef="#ctx0" brushRef="#br0" timeOffset="-45210.832">2255 1230 7986,'0'0'1037,"0"0"-266,0 0-185,0 0-46,0 0-74,-27 16-28,-85 54-71,108-68-349,0 1 0,0-1 0,0 1 0,0 0 1,1 1-1,-1-1 0,1 0 0,0 1 0,0 0 0,0 0 1,1 0-1,-1 0 0,1 0 0,0 0 0,0 1 1,0-1-1,0 2-18,-2 8 43,2-11-41,0 0 0,0 0 1,0 0-1,1 0 0,-1 0 1,1 1-1,0-1 1,0 0-1,0 1 0,0-1 1,1 1-1,-1-1 0,1 1 1,0-1-1,0 1 0,0-1 1,1 1-1,-1-1 0,1 0 1,0 1-1,0-1 1,0 1-1,0-1 0,0 0 1,1 0-1,-1 0 0,1 0 1,0 0-1,0 0 0,0 0 1,1-1-1,-1 1 0,1-1 1,-1 1-1,1-1 1,0 0-1,0 0 0,0 0 1,0-1-1,0 1 0,0-1 1,0 1-1,3-1-2,6 1 8,0 0 0,1-1 0,-1 0 0,1-1 1,-1-1-1,0 0 0,1-1 0,-1 0 0,0-1 0,0 0 0,0-1 0,0 0 0,-1-1 1,0 0-1,0-1 0,0 0 0,0-1 0,-1 0 0,0-1 0,5-5-8,12-11 110,-2-1 0,-1-2 0,-1 0 0,-1-1 0,-1-1 0,10-22-110,-16 23-13,-2-1 1,0 0-1,-3-1 1,0-1 0,-2 0-1,-1 0 1,-1 0 0,-2-1-1,-1 0 1,-2 0 0,-2-26 12,2 51-32,0 0 1,-1 0 0,0 0 0,0 0 0,-1-1 0,0 1 0,0 0 0,-1 0 0,0 0 0,0 0 0,0 1 0,-1-1 0,0 1 0,0-1 0,-1 1 0,0 0 0,0 0 0,0 1 0,-1-1 0,0 1 0,0 0 0,0 0 0,-1 0-1,0 1 1,1 0 0,-2 0 0,1 0 0,0 1 0,-1 0 0,1 0 0,-1 1 0,0 0 0,0 0 0,0 1 0,0-1 0,-3 1 31,5 2 22,1-1-1,0 1 1,-1 0-1,1 0 1,0 1-1,-1-1 1,1 1-1,0 0 1,0 0 0,0 0-1,1 1 1,-1 0-1,1-1 1,-1 1-1,1 0 1,0 1 0,0-1-1,0 0 1,0 1-1,1 0 1,-1 0-1,1 0 1,0 0-1,0 0 1,0 1-22,-35 120 294,30-95-230,1 1 0,2 0 0,1 1-1,1-1 1,2 1 0,1-1 0,2 1-1,1-1 1,1 0 0,2 0 0,1-1-1,1 0 1,2 0 0,1-1 0,1-1-1,1 0 1,2 0 0,0-2 0,2 0-1,16 18-63,-24-35-21,-1-1-1,1 1 0,0-2 1,1 1-1,-1-1 0,2-1 0,-1 0 1,1-1-1,0 0 0,0 0 1,0-2-1,0 1 0,1-2 1,-1 1-1,1-2 0,13 1 22,60-36-3205,-55 4-2106</inkml:trace>
  <inkml:trace contextRef="#ctx0" brushRef="#br0" timeOffset="-41944.297">3510 1074 4449,'0'0'1451,"0"0"68,0 0-180,0 0-295,0 0-250,0 0-74,-2-8-40,-6-24-188,6 24-215,2 18-177,-2 79 150,-1-45-89,3 0 0,1 1 1,2-1-1,2-1 1,10 38-162,-15-77-9,1 1 1,0-1-1,0 0 1,0 1-1,1-1 1,-1 0-1,1 0 1,0 0-1,1 0 1,-1 0-1,0 0 1,1-1 0,0 1-1,0-1 1,0 1-1,1-1 1,-1 0-1,1-1 1,-1 1-1,1 0 1,0-1-1,0 0 1,0 0-1,0 0 1,0-1-1,1 1 1,-1-1-1,0 0 1,1 0 0,-1-1-1,1 1 1,-1-1-1,1 0 1,-1 0-1,1 0 1,-1-1-1,2 0 9,2-3-59,0-1 0,0 0 0,0-1 0,-1 0 0,0 0 0,0 0 1,0-1-1,-1 0 0,0 0 0,0-1 0,-1 0 0,0 0 0,-1 0 0,1 0 0,-2-1 0,1 0 0,1-6 59,-3 10-26,65-194-631,-66 199 628,-1-1 1,1 1-1,0 0 1,-1 0 0,1 0-1,0 0 1,0 0-1,-1 0 1,1 0 0,0 0-1,-1 0 1,1 0-1,0 0 1,-1 0 0,1 1-1,0-1 1,-1 0-1,1 1 1,0-1 0,-1 0-1,1 1 1,-1-1-1,1 0 1,-1 1 0,1-1-1,-1 1 1,1-1-1,-1 1 1,1 0 0,-1-1-1,1 1 1,-1-1-1,0 1 1,1 0-1,-1-1 1,0 1 0,0 0-1,0-1 1,1 1-1,-1 0 1,0-1 0,0 1-1,0 0 1,0-1-1,0 1 1,0 0 0,0 0-1,-1-1 1,1 1-1,0 0 1,0-1 0,0 1-1,-1 0 1,1-1 28,10 44-37,-8-28 50,0 0 1,1 0 0,0-1 0,1 1 0,1-1-1,0 0 1,2 0 0,-1-1 0,2 1 0,0-1-1,0-1 1,2 0 0,-1 0 0,2-1 0,-1 0-1,2-1 1,-1 0 0,2-1 0,-1 0 0,5 1-14,-15-9 36,1 0 1,0-1-1,0 0 0,1 0 1,-1 0-1,0 0 1,0 0-1,1-1 1,-1 1-1,0-1 1,0 0-1,1 0 1,-1 0-1,0-1 1,1 1-1,-1-1 0,0 1 1,0-1-1,0 0 1,1-1-1,-1 1 1,0 0-1,0-1 1,-1 0-1,1 1 1,0-1-1,-1 0 1,1-1-1,-1 1 0,1 0 1,-1-1-1,0 1 1,0-1-1,0 0 1,0 1-1,-1-1 1,1 0-1,-1 0 1,0 0-1,0 0 1,1-2-37,8-33 399,-2 0 0,-1-1 0,-2 0 0,-2-1 0,-1 1 0,-2 0 0,-4-24-399,2-27 181,2 87-145,5-37-672,27 25-3636,-9 12-760</inkml:trace>
  <inkml:trace contextRef="#ctx0" brushRef="#br0" timeOffset="-41553.943">4391 1029 6609,'0'0'1945,"0"0"-1089,0 0-311,0 0-186,0 0-156,0 0 4,17 22-25,57 75-59,-64-81-103,-1 0 0,0 1 0,-1 0 0,-1 1 0,-1-1 0,0 1 0,-1 0 0,-1 1 0,-1-1 0,-1 1 0,0 0 1,-1 0-1,-1-1 0,-2 17-20,1-7 62,2-27-57,-1 0 0,0 0 0,1 0 1,-1 0-1,0 0 0,0 0 0,0 0 1,0 0-1,0 0 0,0 0 0,0 1 1,-1-1-1,1 0 0,0 0 0,-1 0 1,1 0-1,0 0 0,-1 0 0,1 0 1,-1 0-1,0 0 0,1-1 0,-1 1 0,0 0 1,1 0-1,-1 0 0,0-1 0,0 1 1,0 0-1,0-1 0,0 1 0,0-1 1,0 1-1,0-1 0,0 1 0,0-1 1,0 0-1,0 1 0,0-1 0,0 0 0,-1 0-5,-7-50-861,13 31 758,1 1 1,0-1-1,2 1 0,0 0 1,1 1-1,0-1 0,2 2 0,0-1 1,1 1-1,0 1 0,2 0 1,-1 1-1,2 0 0,10-8 103,-23 21-5,93-90 728,-75 123 458,-18-27-1098,63 249 900,-35-207-3022,-21-43-1893</inkml:trace>
  <inkml:trace contextRef="#ctx0" brushRef="#br0" timeOffset="-41300.486">4847 749 9058,'0'0'672,"0"0"-672,0 0-728,0 0-2001</inkml:trace>
  <inkml:trace contextRef="#ctx0" brushRef="#br0" timeOffset="-35431.136">5495 324 4993,'0'0'782,"0"0"-206,0 0-99,0 0-131,0 0 106,0 34 308,0 226 957,-5-9-295,-10 0 0,-32 145-1422,45-358-1757,2-37-1927</inkml:trace>
  <inkml:trace contextRef="#ctx0" brushRef="#br0" timeOffset="-35136.418">5118 958 8410,'0'0'1159,"0"0"-667,0 0-116,0 0 49,0 0-10,37-1-26,234-4 324,79 9-419,-347-4-291,0 0 0,0 0 0,1 0 0,-1 1 0,0-1 0,0 1 0,0 0 0,0 0 0,0 0 0,0 0 0,0 0 0,-1 1 0,1-1 0,0 1 0,-1 0 0,1 0-1,-1 0 1,1 0 0,-1 0 0,0 0 0,0 1 0,0-1 0,0 1 0,-1-1 0,1 1 0,0 0 0,-1 0 0,0-1 0,0 1 0,0 0 0,0 0 0,0 0 0,-1 1 0,1-1 0,-1 0 0,0 0-1,0 0 1,0 2-3,-1 31 248,-1 0-1,-2 0 0,-2 0 0,-1 0 0,-10 25-247,2 3 142,-1 31-90,15-94-91,1-1 1,0 1-1,0 0 1,-1 0-1,1 0 0,0 0 1,0 0-1,0 0 1,0 0-1,0-1 0,0 1 1,0 0-1,0 0 0,0 0 1,0 0-1,1 0 1,-1 0-1,0 0 0,1-1 1,-1 1-1,0 0 1,1 0-1,-1 0 0,1-1 1,-1 1-1,1 0 1,0 0-1,-1-1 0,1 1 1,0-1-1,-1 1 0,1-1 1,0 1-1,0-1 1,0 1-1,-1-1 0,1 1 1,0-1-1,0 0 1,0 0-1,0 1 0,1-1 39,21 1-3447</inkml:trace>
  <inkml:trace contextRef="#ctx0" brushRef="#br0" timeOffset="-34872.499">5772 647 10658,'0'0'1473,"0"0"-681,0 0-312,0 0-480,0 0 0,0 0-408,0 0-760,34 3-2113,-12 16-3521</inkml:trace>
  <inkml:trace contextRef="#ctx0" brushRef="#br0" timeOffset="-34323.749">6001 1020 4041,'0'0'1976,"0"0"-687,0 0 43,2 34-285,4 109-230,-4 79 1321,-1-222-2138,-1 1 1,1 0-1,0 0 0,0-1 1,0 1-1,0-1 0,0 1 1,0-1-1,0 1 0,0-1 1,0 0-1,0 1 1,0-1-1,0 0 0,0 0 1,0 1-1,0-1 0,0 0 1,0 0-1,0 0 0,0-1 1,0 1-1,0 0 0,0 0 1,0 0-1,0-1 0,0 1 1,0-1-1,0 1 0,0-1 1,0 1-1,0-1 0,0 1 1,0-1-1,0 0 0,-1 1 1,1-1-1,0 0 1,0 0-1,-1 0 0,1 0 1,-1 0-1,1 0 0,-1 1 1,1-1-1,-1 0 0,1 0 1,-1-1-1,0 1 0,0 0 1,1 0-1,-1 0 0,0 0 1,0 0-1,22-27 6,14-19-305,1 2 1,3 1-1,1 2 0,2 2 1,19-12 298,-57 48 39,0 0 0,0 0 0,0 1 0,1 0 0,0-1 0,-1 2 1,1-1-1,0 1 0,1 0 0,-1 0 0,0 1 0,1-1 0,-1 1 0,0 1 1,1-1-1,-1 1 0,1 0 0,5 2-39,-9 0 70,0 1 1,-1-1-1,1 1 0,0 0 1,-1 0-1,0 0 0,0 1 1,0-1-1,0 0 0,0 1 1,-1-1-1,1 1 0,-1 0 1,0 0-1,0-1 0,0 1 1,-1 0-1,0 0 0,1 0 1,-1 0-1,-1 2-70,3 6 137,16 169 265,-15-177-570,-1 0-1,1 1 1,0-1-1,0-1 1,0 1-1,1 0 1,-1-1-1,1 0 1,0 0-1,0 0 1,0 0-1,0 0 0,1-1 1,-1 0-1,1 0 1,-1 0-1,1 0 1,0-1-1,-1 0 1,1 0-1,0 0 1,0-1-1,0 1 1,0-1-1,0 0 1,0-1-1,0 1 1,0-1-1,0 0 1,-1 0-1,1 0 1,0-1-1,-1 0 0,1 0 1,-1 0-1,1 0 1,-1-1-1,0 0 1,0 0-1,0 0 1,1-1 168,125-125-1650,-74 25 3823,-55 103-2076,0 0 1,0 0 0,0 0 0,0 0 0,-1 1-1,1-1 1,0 0 0,0-1 0,-1 1 0,1 0-1,0 0 1,-1 0 0,1 0 0,-1 0-1,1-1 1,-1 1 0,0 0 0,1 0 0,-1-1-1,0 1 1,0 0 0,0 0 0,0-1 0,0 1-1,0 0 1,-1-1 0,1 1 0,0 0 0,-1 0-1,1-1 1,-1 1 0,1 0 0,-1 0 0,1 0-1,-1 0 1,0 0 0,1 0 0,-1 0-1,0 0 1,0 0 0,0 0 0,0 0 0,0 0-1,0 1 1,0-1 0,0 0 0,0 1 0,0-1-1,-1 0 1,1 1 0,0 0 0,0-1 0,-1 1-1,1 0 1,0 0 0,0-1 0,-1 1 0,1 0-1,0 0 1,-1 1 0,1-1-98,-4 6 33,0 0 1,1 0 0,0 1-1,0 0 1,1 0-1,-1 0 1,2 0 0,-1 0-1,1 1 1,0-1-1,0 1 1,1-1-1,0 1 1,1 0 0,-1-1-1,2 2-33,-1-9 0,-1 371 243,3 88 109,-3-444-236,0 0 0,-1 0-1,0 0 1,-1-1 0,-1 1-1,0-1 1,-1 1 0,-1-1 0,0-1-1,-1 1 1,0-1 0,-1 0 0,-1-1-1,0 0 1,0 0 0,-1-1-1,-1 0 1,0-1 0,0 0 0,-1-1-1,0 0 1,-8 3-116,19-11-25,0-1 1,0 1-1,-1-1 1,1 1-1,0-1 0,-1 0 1,1 0-1,0 1 0,-1-1 1,1 0-1,0 0 1,-1-1-1,1 1 0,0 0 1,-1 0-1,1-1 1,0 1-1,-1 0 0,1-1 1,0 1-1,0-1 0,0 0 1,-1 1-1,1-1 1,0 0-1,0 0 0,0 0 1,0 0-1,0 0 1,0 0-1,1 0 0,-1 0 1,0 0-1,0 0 0,1 0 1,-1-1-1,1 1 1,-1 0-1,1 0 0,-1-1 1,1 1-1,0 0 0,0-1 1,0 1-1,-1 0 1,1-1-1,0 1 0,1 0 1,-1-1-1,0 1 1,0 0-1,1-1 0,-1 1 1,0 0-1,1 0 0,-1-1 1,1 1-1,0 0 1,-1 0-1,2-1 25,-2-16-1385,0-23-4604</inkml:trace>
  <inkml:trace contextRef="#ctx0" brushRef="#br0" timeOffset="-21667.145">1919 2809 8474,'0'0'1528,"0"0"-240,0 0-303,0 0-297,0 0-104,0 0-32,0 0-168,-3 159-152,-4-102-104,7 8 0,-6-9-56,0-5-72,3-6-128,-4-13-1256,1-21-3097</inkml:trace>
  <inkml:trace contextRef="#ctx0" brushRef="#br0" timeOffset="-21417.871">1922 2410 13043,'0'0'2024,"0"0"-1384,0 0-296,0 0-344,0 0-480,0 0-1696,0 0-4322</inkml:trace>
  <inkml:trace contextRef="#ctx0" brushRef="#br0" timeOffset="-23193.547">107 2274 4889,'0'0'1758,"0"0"-405,0 0-196,0 0-325,0 0-308,0 0 116,-2 29 240,13 216 359,2-134-649,-6 1-1,-4 81-589,-3-192 4,0 22 121,-2-1-1,0 1 1,-1 0-1,-1 0 1,-1-1 0,0 0-1,-9 19-124,10-79-174,5 34 181,-1-1 0,1 1 0,1-1 0,-1 1 0,0-1 0,1 1 0,0-1 1,0 1-1,0 0 0,1 0 0,-1 0 0,1 1 0,0-1 0,0 0 1,0 1-1,1 0 0,-1 0 0,1 0 0,0 0 0,0 0 0,0 1 0,0 0 1,0 0-1,0 0 0,0 0 0,3 0-7,268 2-678,-244-2-1197,-4-7-2636</inkml:trace>
  <inkml:trace contextRef="#ctx0" brushRef="#br0" timeOffset="-22722.926">853 2744 6897,'0'0'1253,"0"0"-104,0 0-23,0 0-143,0 0-155,-29-4-219,-88-9-128,114 13-463,0 0 0,0 0 0,0 0 0,1 0 0,-1 1 0,0-1 0,0 1 0,0 0 0,1-1 0,-1 1 0,0 0 0,1 1 0,-1-1 0,1 0 0,-1 1 0,1 0 0,0-1 0,0 1 0,-1 0 0,1 0 0,1 0 0,-1 0 0,0 1 0,0-1 0,1 0 0,-1 1 0,1-1 0,-1 2-18,-5 8 73,-1 1-9,1 0 0,0 0-1,0 1 1,2 0 0,-1 1 0,2-1 0,0 1 0,1 0-1,0 0 1,1 0 0,1 0 0,0 1 0,2-1-1,0 5-63,-1-13 4,1 0 0,0-1 0,0 1 0,0-1-1,1 1 1,0-1 0,0 0 0,1 0-1,0 0 1,0 0 0,0 0 0,1-1 0,-1 1-1,2-1 1,-1 0 0,0 0 0,1 0-1,0-1 1,0 1 0,0-1 0,1-1-1,-1 1 1,1-1 0,0 0 0,0 0 0,0-1-1,3 2-3,5 1-25,0-1 0,0 0 0,0-1-1,0 0 1,1-1 0,-1-1-1,1 0 1,0-1 0,-1-1 0,1 0-1,-1-1 1,6-2 25,-10 1 11,0-1 0,0 0 0,0-1 0,-1 0 0,1 0 0,-1-1 0,-1-1 0,1 1 0,-1-1 0,0-1 0,-1 0 0,0 0 0,0 0 0,-1-1 0,1 0-1,-2 0 1,0 0 0,0-1 0,0 0 0,-1 0 0,-1 0 0,0 0 0,0-1 0,-1 1 0,0-1 0,-1 0 0,0 1 0,-1-1 0,0 0 0,-1 0 0,0 1 0,-1-4-11,-4 3 24,0 0-1,-1 1 1,0-1-1,-1 1 1,0 1 0,0 0-1,-1 0 1,0 0 0,-1 1-1,1 1 1,-2-1 0,1 2-1,-1-1 1,0 2 0,0-1-1,-1 1 1,0 1-1,0 0 1,0 1 0,0 0-1,0 1 1,-1 0 0,1 1-1,-1 1 1,1 0 0,-9 1-24,18 2-5407,10-1-4339</inkml:trace>
  <inkml:trace contextRef="#ctx0" brushRef="#br0" timeOffset="-21965.904">1541 2767 5441,'0'0'910,"0"0"-219,0 0 41,0 0 164,0 0 57,0 0-12,-17-10-179,-57-30-179,1 30 372,62 14-912,0-1-1,1 1 1,-1 1 0,1 0-1,0 0 1,0 1-1,1 0 1,0 1 0,0 0-1,1 0 1,-1 1 0,1 0-1,1 1 1,0 0 0,0 0-1,1 0 1,0 1-1,1 0 1,-1 0 0,2 0-1,0 1 1,0-1 0,1 1-1,0 0 1,1 0-1,0 0 1,1 1 0,0-1-1,1 1-42,-1-9-1,0 1 0,1-1-1,0 1 1,0-1 0,0 1 0,0-1-1,0 1 1,1-1 0,-1 1-1,1-1 1,0 1 0,0-1-1,1 1 1,-1-1 0,0 0 0,1 0-1,0 0 1,0 0 0,0 0-1,0 0 1,1 0 0,-1-1-1,1 1 1,-1-1 0,1 0 0,0 1-1,0-1 1,0-1 0,0 1-1,0 0 1,0-1 0,1 1-1,-1-1 1,0 0 0,1 0-1,-1 0 1,1-1 0,-1 1 0,1-1-1,0 0 1,-1 0 0,2 0 1,4 1-20,-1-1 0,1 1 1,-1-1-1,1-1 1,-1 1-1,1-2 0,-1 1 1,0-1-1,1 0 1,-1-1-1,0 0 0,0 0 1,-1-1-1,1 0 1,-1 0-1,0 0 1,0-1-1,0 0 0,0-1 1,-1 0-1,0 0 1,0 0-1,4-7 20,-10 14-3,-1 0 0,1 0 0,0-1 0,-1 1 0,1 0 0,0 0 0,0 0 0,0 0 0,0 0 0,0-1 0,0 1 0,0 0 0,0 0 0,0 0 0,0 0 0,0 0 0,1-1 0,-1 1 0,0 0 0,1 0 0,-1 0 0,0-1 0,1 1 0,-1 0 0,1 0 0,-1-1 0,1 1 0,-1 0 0,1-1 0,0 1 0,-1-1 0,1 1 0,0-1 0,0 1 0,-1-1 0,1 1 0,0-1 0,0 0-1,0 1 1,-1-1 0,1 0 0,0 0 0,0 0 0,0 0 0,0 0 0,0 0 0,-1 0 0,1 0 0,0 0 0,0 0 0,0 0 0,0 0 0,0 0 0,-1-1 0,1 1 0,0 0 0,0-1 0,0 1 0,-1-1 0,1 1 0,0-1 0,-1 1 0,1-1 0,0 1 0,-1-1 0,1 0 0,-1 1 0,1-2 3,2 13 6,16 66 80,-3 1-1,-4 1 1,-4 0 0,-3 0-1,-3 20-85,-2-63 24,2-19 33,-1 0 0,-1-1 0,-1 1 0,0 0 0,-2-1 0,1 1 0,-2-1 0,0 0 0,-1 0 0,-1 0 0,0-1 0,-2 1-57,1-4 76,-2-1-1,1 0 1,-2 0-1,1-1 0,-1-1 1,-1 1-1,0-2 0,0 1 1,-1-2-1,0 1 1,0-2-1,-1 1 0,1-2 1,-1 0-1,-1 0 0,1-1 1,-1-1-1,1 0 1,-1-1-1,0 0 0,0-1 1,0-1-1,0 0 0,0-1 1,-8-2-76,13 3-13,0-1 0,0 0 0,0 0 0,0-1 0,0 0 0,1 0 0,-1-1 0,1 0 0,0-1 0,-1 0 0,2 0 0,-1 0 0,0-1 0,1-1 0,0 1 0,0-1 0,1 0-1,0-1 1,0 1 0,0-1 0,1 0 0,0-1 0,0 1 0,0-1 0,1 0 0,1 0 0,-1-1 0,2 1 0,-1-1 0,1 0 0,0 1 0,1-1 0,-1 0 0,2 0 0,0 0 0,0 0 0,0 0 0,1 0 0,0 0 0,1 0 0,0 1 0,3-8 13,34-37-1860,10 7-2140</inkml:trace>
  <inkml:trace contextRef="#ctx0" brushRef="#br0" timeOffset="5404.276">2661 2787 4145,'0'0'1293,"0"0"-192,0 0-137,0 0-424,0 0 51,0 0-194,-20-13-155,-66-36 14,78 47-202,1-1 1,0 1-1,-1 0 1,1 1-1,-1 0 1,0 0-1,1 0 1,-1 1-1,0 0 1,0 1-1,1 0 1,-1 0-1,1 0 1,-1 1-1,1 0 1,-1 1-1,1 0 1,0 0-1,0 0 1,0 1-1,1 0 1,-1 0-1,1 1 1,0 0-55,0-2 17,0 0 1,0 1-1,0-1 0,1 1 1,-1 0-1,1 1 0,0-1 1,1 1-1,-1 0 0,1 0 1,0 1-1,0-1 0,0 1 1,1 0-1,0 0 0,0 0 1,0 0-1,1 0 0,0 1 1,0-1-1,1 1 0,0 0 1,0 5-18,3-8-15,0 0 0,1 0 0,-1 0 0,1 0 0,0 0 0,1-1 0,-1 1-1,1-1 1,-1 0 0,1 0 0,0 0 0,0-1 0,0 1 0,1-1 0,-1 0 0,0 0 0,1 0 0,-1-1 0,1 0 0,5 1 15,5 4 9,66 23 77,99 50 188,-179-79-261,0 1 1,1-1 0,-1 1-1,0 0 1,0-1 0,0 1-1,1 0 1,-1 0 0,0 0-1,0 0 1,0 0 0,0 0-1,0 0 1,0 0 0,-1 0-1,1 0 1,0 0 0,0 1-1,-1-1 1,1 0 0,-1 0-1,1 1 1,-1-1 0,0 0-1,1 1 1,-1-1 0,0 1-1,0-1 1,0 0 0,0 1-1,0-1 1,0 1 0,-1-1 0,1 0-1,0 1 1,-1-1 0,1 0-1,-1 1 1,1-1 0,-1 0-1,0 1 1,1-1 0,-1 0-1,0 0 1,0 0 0,0 0-1,0 0 1,0 0 0,0 0-1,0 0 1,0 0 0,-1 0-14,-28 8-6,0-2 0,0-1 0,-1-1 1,0-2-1,0-1 0,0-2 0,0 0 1,-4-3 5,-31 2-1692,37 0-825,6-6-2002</inkml:trace>
  <inkml:trace contextRef="#ctx0" brushRef="#br0" timeOffset="5698.1">2954 2096 7106,'0'0'1056,"0"0"-488,0 0-208,0 0-64,-57 198 56,57-110-32,0 11 192,3 3-104,16-6-152,0-5-152,9-12 16,-3-14-112,-3-17-16,0-5-616,-9-23-920,-13-12-1529</inkml:trace>
  <inkml:trace contextRef="#ctx0" brushRef="#br0" timeOffset="5977.399">2730 2572 7058,'0'0'709,"0"0"-86,0 0 234,33-7-166,208-42 107,-197 43-823,1 2 1,-1 2 0,1 1-1,42 6 25,-82-2 12,1-1 0,-1 1 0,0 0 1,1 1-1,-1-1 0,-1 1 0,1 0 0,0 0 0,-1 0 0,0 1 0,0-1 0,0 1 0,-1 0 0,0 0 0,0 1 0,0-1 1,0 1-1,-1-1 0,0 1 0,0 0 0,-1 0 0,1 0 0,-1 0 0,0 0 0,-1 0 0,0 0 0,0 0 0,0 0 0,-1 0 1,1 0-1,-1 0 0,-1 0 0,1 0 0,-3 5-12,3 27 177,-1 25 90,0-44-273,0 0 0,0 0 1,2 0-1,1 1 0,0-1 1,1 0-1,1 0 0,1 0 1,1-1-1,0 1 0,2-1 1,0 0-1,1-1 0,0 0 1,11 15 5,9-8-1834,-5-17-1803</inkml:trace>
  <inkml:trace contextRef="#ctx0" brushRef="#br0" timeOffset="6241.69">3391 2240 9562,'0'0'1144,"0"0"-760,0 0-384,0 0-912,0 0-1264,0 0-2761</inkml:trace>
  <inkml:trace contextRef="#ctx0" brushRef="#br0" timeOffset="6492.051">4058 2546 5297,'0'0'1777,"0"0"-439,0 0-285,0 0-464,-28 5-306,3-2-230,13-2-39,-1 0 0,0 1 0,1 1-1,-1 0 1,1 0 0,0 2 0,0-1-1,0 2 1,0-1 0,1 1-1,0 1 1,1 0 0,-6 5-14,2-3 45,1 1 0,0 1 0,0 0 1,1 1-1,0 0 0,1 1 0,1 0 0,0 1 1,0 0-1,2 0 0,0 1 0,0 0 0,2 1 1,-1-1-1,2 1 0,0 1 0,0 4-45,7-17-4,-1-1 0,0 0 0,1 0 0,0 0 0,-1 0 0,1 0 0,0-1 0,0 1 0,1-1 0,-1 1 0,1-1 0,-1 0 0,1 0 0,0 0 0,0 0 0,0 0 0,0 0 0,0-1 0,0 0 0,0 1 0,0-1 0,1 0 0,-1-1 0,0 1 0,1-1 0,-1 1 0,0-1 0,1 0 0,-1 0 0,1-1 0,-1 1 0,0-1 0,1 1 0,-1-1 0,2-1 4,7 2-1,24 1-106,0-3 0,0 0 0,-1-3 0,0-1 0,1-1 0,-2-2 0,0-2 0,11-5 107,56-28-3306</inkml:trace>
  <inkml:trace contextRef="#ctx0" brushRef="#br0" timeOffset="10522.781">4948 2962 3217,'0'0'911,"0"0"-134,0 0 59,0 0-80,0 0-37,0 0-11,-6 7 118,3-4-654,3-3-145,0-1 0,-1 1-1,1-1 1,0 1-1,-1-1 1,1 1 0,0-1-1,-1 1 1,1 0-1,-1-1 1,1 1 0,-1 0-1,1-1 1,-1 1 0,1 0-1,-1 0 1,1-1-1,-1 1 1,1 0 0,-1 0-1,1 0 1,-1 0 0,0 0-1,1 0 1,-1 0-1,1 0 1,-1 0 0,1 0-1,-1 0 1,0 0-1,1 0 1,-1 0 0,1 0-1,-1 0 1,1 1 0,-1-1-1,1 0 1,-1 1-1,1-1 1,-1 0 0,1 1-1,-1-1 1,1 0 0,-1 1-1,1-1 1,0 1-1,-1-1 1,1 1 0,0-1-1,-1 1 1,1-1-1,0 1 1,0-1 0,0 1-1,-1-1 1,1 1 0,0-1-27,33-184 1392,-17-310-887,-28 295-243,12 199-265,0-1 1,0 1-1,0-1 1,0 1 0,0-1-1,0 1 1,0-1-1,0 1 1,0-1 0,0 1-1,0-1 1,1 1-1,-1-1 1,0 1-1,0-1 1,0 1 0,1-1-1,-1 1 1,0 0-1,1-1 1,-1 1 0,0-1-1,1 1 1,-1 0-1,0-1 1,1 1-1,-1 0 1,1-1 0,-1 1-1,1 0 1,-1 0-1,1-1 1,-1 1 0,0 0-1,1 0 1,-1 0-1,1 0 1,0 0-1,-1 0 1,1 0 0,-1 0-1,1 0 1,-1 0-1,1 0 1,-1 0 0,1 0-1,-1 0 1,1 0-1,-1 0 1,1 1-1,-1-1 1,1 0 0,-1 0-1,0 1 1,1-1-1,-1 0 1,1 1 0,-1-1-1,1 1 3,0-1-21,136 82-294,-75-45 392,145 104-47,-204-139-38,1 0 1,-1 1-1,0-1 1,-1 1-1,1 0 1,0 0-1,-1 0 1,0 0-1,1 0 1,-1 1-1,0-1 1,-1 0-1,1 1 1,-1 0-1,1-1 1,-1 1-1,0 0 1,-1 0-1,1 0 1,-1-1-1,1 1 1,-1 0-1,0 0 1,0 0-1,-1 0 1,1 0-1,-1 0 1,0-1-1,-1 3 8,-84 37 342,48-31-327,-1-2 1,-1-1 0,1-2 0,-2-2 0,1-1 0,0-2-1,-13-3-15,54 2-5,0-1 0,-1 1 0,1-1-1,0 1 1,-1-1 0,1 1 0,-1 0-1,1-1 1,-1 1 0,1 0 0,-1-1-1,1 1 1,-1 0 0,0 0 0,1-1 0,-1 1-1,0 0 1,0 0 0,1 0 0,-1-1-1,0 1 1,0 0 0,0 0 0,0 0-1,0 0 1,0-1 0,0 1 0,-1 0-1,1 0 1,0 0 0,0-1 0,-1 1-1,1 0 1,0 0 0,-1-1 0,1 1 0,-1 0-1,1 0 1,-1-1 0,1 1 0,-1-1-1,1 1 1,-1 0 0,0-1 0,1 1-1,-1-1 1,0 1 0,1-1 0,-1 0-1,0 1 1,0-1 0,1 0 0,-1 0-1,0 1 1,0-1 0,0 0 0,0 0 0,1 0-1,-1 0 1,0 0 0,0 0 0,0 0-1,0 0 1,1 0 0,-1 0 0,0-1-1,0 1 1,0 0 0,0-1 5,212 182 67,-208-178-64,32 27-30,2-2 0,1-1 0,2-2 0,0-2 0,22 8 27,-53-26-12,0-2 0,0 1 1,1-2-1,-1 1 1,1-1-1,0 0 1,-1-1-1,1 0 1,0-1-1,0 0 0,0-1 1,0 0-1,-1 0 1,1-1-1,0 0 1,-1-1-1,1 0 1,-1 0-1,0-1 0,0 0 1,0-1-1,-1 0 1,0 0-1,0-1 1,0 0-1,0-1 1,-1 1-1,0-1 0,-1-1 1,1 1-1,-1-1 1,-1 0-1,2-4 12,-1 1-164,0-1 0,-1 0-1,-1 0 1,0 0 0,-1 0-1,0 0 1,-1-1 0,0 0 0,-1 1-1,-1-1 1,0-9 164,-1 17-8,-1 1-1,1-1 1,-1 0-1,0 0 1,0 1 0,-1 0-1,1-1 1,-1 1-1,0 0 1,0 0-1,0 0 1,-1 1 0,0-1-1,1 1 1,-1 0-1,0 0 1,0 0-1,-1 0 1,1 1 0,-1 0-1,1 0 1,-1 0-1,0 0 1,0 1-1,1 0 1,-1 0 0,0 0-1,0 0 1,0 1-1,0 0 1,0 0-1,0 0 1,0 1 0,0 0-1,0 0 1,0 0-1,0 0 1,0 1-1,1 0 1,-1 0 0,0 0-1,1 0 1,0 1-1,-4 2 9,1 2 73,1 0-1,-1 1 0,1 0 0,1 0 1,-1 0-1,1 1 0,1 0 0,0 0 0,0 0 1,1 0-1,0 0 0,0 1 0,1-1 1,0 1-1,1 0 0,0 0 0,1 0 1,0-1-1,0 1 0,1 0 0,1 0 1,-1 0-1,1-1 0,1 1 0,0-1 1,0 0-1,1 0 0,0 0 0,1 0 0,1 1-72,9 2-23,0-1 0,1-1 0,0-1-1,0 0 1,1-1 0,0-1-1,1 0 1,0-1 0,0-1-1,0-1 1,0-1 0,1 0 0,0-1-1,-1-1 1,1-1 0,0-1-1,-1 0 1,1-2 0,7-1 23,68-21-1893,-12-8-2333</inkml:trace>
  <inkml:trace contextRef="#ctx0" brushRef="#br0" timeOffset="11546.795">6209 2770 5601,'0'0'998,"0"0"-159,0 0-66,0 0-299,0 0-165,0 0 70,-28-5-18,-86-14-212,83 14-90,31 5-76,0 0-87,0 0 2,12 13-310,-8 75 490,2 305 1479,-8-355-1476,-1 0 0,-2-1 0,-2 1 0,-1-1 0,-2-1 0,-2 0 0,-1 0 0,-2-2 0,-1 1 0,-1-2 0,-2 0 0,-2-1-1,-1-1 1,-1-1 0,-1-2 0,-7 6-81,23-26 90,0 1-1,0-1 1,-1-1-1,0 0 0,0 0 1,-1-1-1,0 0 1,0 0-1,0-1 1,-1-1-1,0 0 1,0 0-1,0-1 0,0 0 1,0-1-1,-11 0-89,18-2 21,-1 0 1,1 0-1,-1-1 0,1 0 0,-1 0 1,1 0-1,0-1 0,-1 1 0,1-1 0,0 0 1,0 0-1,0 0 0,1-1 0,-1 1 0,0-1 1,1 0-1,0 0 0,-1-1 0,1 1 1,0 0-1,1-1 0,-1 0 0,1 0 0,0 0 1,0 0-1,-1 0-21,-33-119-309,32 105 293,2 0 0,0 0 0,1 0 0,1 0 0,1 0-1,1 0 1,0 0 0,1 1 0,1-1 0,0 0 0,2 1 0,0 0 0,1 1 0,0-1 0,2 1 0,-1 0 0,10-11 16,21-12 24,1 1 0,1 2 1,2 2-1,2 2 1,1 1-1,1 3 0,1 2 1,46-17-25,1-6 14,-52 27-51,-12 7-20,-1 0 1,0-2 0,-1-1 0,-1-1 0,-1-1-1,-1-2 1,15-16 56,-36 31-13,0 0 0,-1-1 0,0 1 0,0-1 0,-1 0 0,0 0 0,0 0 0,-1-1 0,0 1 0,0 0 0,-1-1 0,0 1 0,-1-1 0,0 0 0,0 1 1,-1-1-1,0 1 0,0-1 0,-1 1 0,0 0 0,-1-1 0,0 1 0,0 0 0,-1 1 0,0-1 0,0 1 0,0-1 0,-1 1 0,0 0 0,-5-4 13,10 12-1,0-1 1,0 1 0,0-1 0,0 1-1,0-1 1,0 0 0,-1 1-1,1-1 1,0 1 0,0-1-1,0 0 1,-1 1 0,1-1 0,0 1-1,0-1 1,-1 0 0,1 1-1,0-1 1,-1 0 0,1 0-1,0 1 1,-1-1 0,1 0 0,-1 0-1,1 1 1,0-1 0,-1 0-1,1 0 1,-1 0 0,1 0-1,-1 0 1,1 0 0,-1 0-1,1 0 1,0 0 0,-1 0 0,1 0-1,-1 0 1,1 0 0,-1 0-1,1 0 1,-1 0 0,1 0-1,0 0 1,-1-1 0,1 1 0,-1 0-1,1 0 1,0-1 0,-1 1-1,1 0 1,0 0 0,-1-1-1,1 1 1,0 0 0,10 41 31,83 169 123,-84-184-97,0 1 1,-2-1-1,0 1 0,-2 1 1,-1-1-1,-1 6-57,-3-31 25,10-20 15,19-60-532,-23 58 375,1-1 0,1 1 0,0 1 1,2 0-1,0 0 0,1 1 0,1 0 0,0 1 1,1 0-1,4-2 117,-13 16-9,0 1 1,1-1-1,-1 1 1,1 1-1,-1-1 1,1 0-1,-1 1 1,1 0-1,0 0 0,-1 1 1,1-1-1,0 1 1,0 0-1,0 0 1,0 0-1,-1 1 1,1 0-1,0 0 0,-1 0 1,1 1-1,0-1 1,-1 1-1,0 0 1,1 0-1,-1 1 1,0-1-1,0 1 1,0 0-1,0 0 0,-1 0 1,0 1-1,1-1 1,-1 1-1,0 0 1,0 0-1,0 1 9,34 24 105,-23-19-102,1-2 1,0 0-1,1-1 0,0-1 1,0 0-1,0-1 0,1 0 0,0-2 1,-1 0-1,1-1 0,0 0 1,1-2-1,-1 0 0,0-1 1,1 0-4,-13 0-11,-1 0 1,0 0-1,0-1 1,0 1-1,0-1 1,0 0-1,0 0 1,-1 0-1,1-1 1,-1 1-1,1-1 1,-1 0 0,0 0-1,0 0 1,0 0-1,0-1 1,-1 1-1,1-1 1,-1 1-1,0-1 1,0 0-1,0 0 1,-1 0-1,1 0 1,-1 0-1,0-1 12,17-115-498,-18 110 457,1 6 9,0 0-1,0-1 1,-1 1 0,1 0-1,-1-1 1,0 1 0,-1 0 0,1-1-1,-1 1 1,0 0 0,0-1-1,0 1 1,0 0 0,-1 0 0,0 0-1,0 0 1,0 0 0,0 1 0,0-1-1,-1 0 1,0 1 0,0 0-1,0 0 1,0 0 0,0 0 0,0 0-1,-1 0 1,1 1 0,-1 0-1,-3-2 32,2 2 33,1 0 0,-1 1 0,0-1 0,1 1 0,-1 0 0,0 1-1,0-1 1,0 1 0,0 0 0,1 0 0,-1 0 0,0 1 0,0-1-1,0 1 1,1 1 0,-1-1 0,0 1 0,1-1 0,-1 1 0,1 1-1,0-1 1,-1 0 0,1 1 0,0 0 0,1 0 0,-1 0-1,0 1 1,1-1 0,0 1 0,0 0 0,0 0 0,0 0 0,0 2-33,-6 8 138,2 0 1,0 0 0,1 1 0,0 0 0,1 0 0,1 1 0,0-1-1,1 1 1,0 11-139,1 94 527,2-112-531,1 1-1,1-1 1,-1 0-1,2 0 1,-1 0-1,1-1 1,1 1-1,-1-1 1,1 1-1,1-1 1,0 0-1,0-1 1,0 1-1,1-1 1,0 0-1,0 0 1,1-1-1,0 0 1,0 0-1,1-1 1,-1 0-1,1 0 1,7 3 4,77 21-6472,-69-28 543</inkml:trace>
  <inkml:trace contextRef="#ctx0" brushRef="#br0" timeOffset="12002.503">7703 2693 496,'0'0'2042,"0"0"-1055,0 0-292,0 0-55,0 0-12,0 0-77,5-19-110,8-56 233,-13 74-647,-1-1 0,0 1 0,1-1 0,-1 1 0,0 0 0,0 0 0,0-1 0,0 1 0,0 0 0,0 0 0,0 0 0,0 0 0,0 0 0,-1 0 0,1 1 0,0-1 0,-1 0 1,1 1-1,-1-1 0,1 1 0,0-1 0,-1 1 0,1 0 0,-1-1 0,1 1 0,-1 0 0,1 0 0,-1 0 0,0 0 0,1 0 0,-1 0 0,1 1 0,-1-1 0,1 1 0,0-1 1,-1 1-1,1-1 0,-2 2-27,-4-1 80,0-1-44,0 1 1,0 0 0,0 1 0,0 0-1,1 0 1,-1 1 0,1-1 0,-1 1-1,1 1 1,0-1 0,0 1-1,0 0 1,0 1 0,1-1 0,0 1-1,0 0 1,0 0 0,1 1-1,-1 0 1,1-1 0,1 1 0,-1 1-1,1-1 1,0 0 0,0 1 0,1 0-1,0-1 1,-1 4-37,5 1 16,0 0-1,0-1 1,1 0 0,1 1 0,-1-1-1,2-1 1,-1 1 0,1 0 0,1-1-1,0 0 1,0 0 0,1-1 0,0 0-1,0 0 1,1-1 0,1 2-16,-1-2 63,0 1 0,0 0-1,-1 0 1,0 0 0,-1 1 0,0 1-1,0-1 1,-1 1 0,0 0 0,-1 0-1,0 0 1,0 1 0,-1-1 0,-1 1-1,0 0 1,0 2-63,-2-10 69,0 0 0,0-1 0,-1 1 0,1 0 0,-1-1-1,0 1 1,0 0 0,0-1 0,0 1 0,0-1 0,-1 1 0,1-1 0,-1 0-1,1 0 1,-1 0 0,0 1 0,0-2 0,0 1 0,0 0 0,0 0-1,0-1 1,-1 1 0,1-1 0,-1 1 0,1-1 0,-1 0 0,1 0 0,-1 0-1,0-1 1,1 1 0,-1-1 0,0 1 0,-1-1-69,-98 2 235,96-3-204,2 1-122,1-1-1,0 0 0,-1 0 1,1 0-1,0-1 0,0 1 0,0-1 1,0 1-1,0-1 0,0 0 0,1 0 1,-1 0-1,1-1 0,-1 1 0,1-1 1,0 1-1,0-1 0,0 0 0,0 0 1,0 0-1,1 0 0,-1 0 0,1 0 1,0 0-1,0 0 0,0-1 1,0 1-1,1 0 0,-1-1 0,1 1 1,0-1-1,0 1 0,0 0 0,1-1 1,-1 1-1,1 0 0,-1-1 0,1 1 1,1-2 91,-2-5-789,0-25-2865</inkml:trace>
  <inkml:trace contextRef="#ctx0" brushRef="#br0" timeOffset="12526.896">8084 2645 4193,'0'0'908,"0"0"-176,0 0-70,0 0-144,0 0-184,0 0-41,-14-7 213,-42-21 77,53 27-536,1 0 1,-1 0 0,0 0-1,0 1 1,0 0 0,-1-1 0,1 1-1,0 0 1,0 0 0,0 1-1,0-1 1,0 1 0,0-1 0,0 1-1,0 0 1,0 0 0,1 0-1,-1 1 1,0-1 0,1 1 0,-1-1-1,0 1 1,1 0 0,0 0-1,-1 0 1,1 0 0,0 1 0,-1 1-48,-6 4 181,3-4-141,1 0-1,-1-1 0,1 2 1,0-1-1,0 1 1,1-1-1,-1 1 0,1 0 1,0 1-1,1-1 1,-1 1-1,1 0 0,0 0 1,1 0-1,-1 0 1,1 0-1,0 1 0,1-1 1,-1 1-1,1-1 1,1 1-1,-1 1-39,5-1-10,-1 0 0,1-1 0,1 1 0,-1-1 0,1 0 0,0-1 0,1 1 1,-1-1-1,1 0 0,0 0 0,0-1 0,1 1 0,-1-1 0,1-1 0,0 0 0,0 1 0,0-2 0,1 1 10,1 1 8,18 9 50,-18-10-43,0 0-1,1 0 1,-1 1 0,0 1-1,-1-1 1,1 2-1,-1-1 1,0 1 0,0 0-1,-1 1 1,0 0 0,0 0-1,0 0 1,-1 1 0,0 0-1,-1 0 1,0 1 0,0-1-1,0 2-14,-5-6 70,0-1 0,0 1-1,-1-1 1,1 0 0,-1 1-1,0-1 1,0 0 0,0 1-1,0-1 1,-1 0 0,1 0-1,-1 0 1,0 0-1,0 0 1,0-1 0,0 1-1,0 0 1,-1-1 0,1 0-1,-1 1 1,0-1 0,1 0-1,-1 0 1,0-1 0,0 1-1,0 0 1,-1-1 0,1 0-1,-1 1-69,-100 26 700,37-26-492,66-3-272,0 0-1,0 0 1,0 0 0,0 0 0,0-1 0,0 1 0,0 0 0,0-1 0,1 1 0,-1-1-1,0 1 1,1-1 0,-1 1 0,1-1 0,0 1 0,-1-1 0,1 0 0,0 1-1,0-1 1,0 1 0,0-1 0,0 1 0,1-1 0,-1 0 0,0 1 0,1-1-1,-1 1 1,1-1 0,0 1 0,-1 0 0,1-1 0,0 1 0,0-1 0,0 1 0,0 0-1,0 0 1,0 0 0,1-1 64,23-36-3887</inkml:trace>
  <inkml:trace contextRef="#ctx0" brushRef="#br0" timeOffset="12793.414">8426 2702 6673,'0'0'1505,"0"0"-361,0 0 224,0 0-544,0 0-279,0 0-121,-12 158-184,12-115-168,0-12-16,0 3 24,6-6-80,0-2-288,1-12-809,-4-9-1695</inkml:trace>
  <inkml:trace contextRef="#ctx0" brushRef="#br0" timeOffset="13043.294">8577 2339 8818,'0'0'1368,"0"0"-720,0 0-392,0 0-256,0 0-1392,0 0-1825</inkml:trace>
  <inkml:trace contextRef="#ctx0" brushRef="#br0" timeOffset="13587.227">8895 2685 5801,'0'0'1551,"0"0"-345,0 0-490,0 0-455,0 0-173,0 0-53,-9 22 12,-27 72-23,34-89-29,0 0 0,0 0 0,0 0 0,1 0 0,-1 1 0,1-1 0,1 0 1,-1 1-1,1-1 0,0 1 0,0-1 0,0 1 0,1-1 0,0 1 0,0-1 0,0 0 1,0 0-1,1 1 0,0-1 0,0 0 0,1 0 0,0-1 0,-1 1 0,1 0 0,1-1 0,-1 0 1,1 0-1,0 0 0,0 0 0,0 0 0,0-1 0,0 0 0,1 0 0,0 0 0,1 0 5,7 2-79,0 0-1,1-2 1,-1 1-1,1-2 0,0 0 1,0-1-1,0 0 0,0-1 1,0 0-1,-1-1 0,1-1 1,5-1 79,-11 2-2,0-1 1,1 0 0,-1 0-1,0-1 1,-1 0-1,1 0 1,0-1-1,-1 0 1,0 0-1,0-1 1,0 0-1,-1 0 1,1-1 0,-1 1-1,0-1 1,-1-1-1,0 1 1,0-1-1,0 0 1,-1 0-1,0 0 1,0-1 0,-1 0-1,1 0 2,-5 4 62,1 0-1,-1-1 1,0 1-1,0 0 1,0 0 0,0-1-1,-1 1 1,1 0-1,-1 0 1,0 1 0,-1-1-1,1 0 1,-1 1-1,1-1 1,-1 1-1,0 0 1,0 0 0,-1 0-1,1 0 1,-1 1-1,1-1 1,-1 1 0,0 0-1,0 0 1,0 0-1,0 0 1,0 1-1,0 0 1,0 0 0,-1 0-1,1 0 1,0 1-1,-1-1 1,-1 1-62,0-1 65,-170-40 1310,175 42-1375,1-1 0,-1 0 0,1 0 0,-1 0-1,0-1 1,1 1 0,-1 0 0,1 0 0,-1 0 0,0 0 0,1-1-1,-1 1 1,1 0 0,-1 0 0,1-1 0,-1 1 0,0 0-1,1-1 1,0 1 0,-1-1 0,1 1 0,-1-1 0,1 1 0,-1-1-1,1 1 1,0-1 0,0 1 0,-1-1 0,1 1 0,0-1 0,0 0-1,-1 1 1,1-1 0,0 1 0,0-1 0,0 0 0,0 1-1,0-1 1,0 1 0,0-1 0,0 0 0,0 1 0,0-1 0,0 0-1,1 1 1,-1-1 0,0 1 0,0-1 0,1 1 0,-1-1-1,0 0 1,1 1 0,-1-1 0,0 1 0,1-1 0,-1 1 0,1 0-1,-1-1 1,1 1 0,-1-1 0,1 1 0,229-81 203,-189 68-202,0 3 0,1 1-1,0 2 1,0 2 0,1 2 0,0 1 0,26 4-1,-63-2 6,1 1-1,-1 0 1,0 0-1,0 0 1,0 1-1,0 0 1,0 0 0,0 1-1,-1-1 1,1 1-1,-1 0 1,1 1-1,-1 0 1,0-1-1,-1 2 1,1-1-1,-1 0 1,1 1-1,-2 0 1,1 0-1,0 0 1,-1 1-1,0-1 1,0 1 0,0-1-1,-1 1 1,0 0-1,0 0 1,-1 0-1,1 0 1,-1 1-1,-1-1 1,1 0-1,-1 1-5,0-5 22,1 4 43,0 0 0,0-1 1,0 1-1,-1 0 0,0 0 1,0 0-1,-1 0 0,0 0 0,0 0 1,0 0-1,-1 0 0,1-1 1,-1 1-1,-1-1 0,1 1 0,-1-1 1,0 0-1,0 0 0,-1 0 0,1 0 1,-1 0-1,0-1 0,-1 1-65,1-13 284,29-25-258,1 2 0,2 0 0,1 2-1,1 1 1,1 2 0,2 1-1,21-13-25,-47 32-6,0 0-1,0 1 0,0 0 0,0 0 0,1 1 0,0 0 1,0 0-1,0 1 0,0 0 0,0 0 0,1 1 1,0 0-1,-1 0 0,1 1 0,0 0 0,0 1 0,6 0 7,-14 1-11,1 0-1,0 0 1,-1 0 0,1 1-1,-1-1 1,0 0-1,1 1 1,-1-1-1,0 1 1,0-1-1,0 1 1,0-1-1,0 1 1,0 0 0,0-1-1,-1 1 1,1 0-1,-1 0 1,1 0-1,-1-1 1,0 1-1,1 0 1,-1 0-1,0 0 1,0 0 0,0 0-1,-1 0 1,1 0 11,0 3 4,2 299 630,-3-299-706,1-1 0,0 1 0,0-1 0,0 1 0,1-1 0,0 1 0,0-1 0,0 0 0,0 1 0,0-1 0,1 0 0,0 0 0,0 0 0,0 0 0,0 0 0,1 0 0,0 0 0,-1-1 0,1 1-1,1-1 1,-1 0 0,0 0 0,1 0 0,-1-1 0,1 1 0,0-1 0,0 0 0,0 0 0,0 0 0,0 0 0,4 0 72,17 0-4435</inkml:trace>
  <inkml:trace contextRef="#ctx0" brushRef="#br0" timeOffset="24064.961">3595 5346 7850,'0'0'880,"0"0"-384,0 0 240,0 0 232,16 172-103,-16-109-225,-16 2 72,-15-3-16,-10-8-32,0-9-192,6-14-168,7-11-72,12-17-56,10-3-176,9-40-328,29-8-2216,2-3-2145</inkml:trace>
  <inkml:trace contextRef="#ctx0" brushRef="#br0" timeOffset="23453.461">3079 4491 3129,'0'0'827,"0"0"-291,0 0 110,0 0 28,0 0 51,0 0 168,-6-13-116,-21-42-223,25 52-451,0 0 0,0 1 0,0-1 0,-1 0 0,1 1 0,-1-1 0,1 1 0,-1 0 0,0 0 0,0 0 0,0 0 0,0 1 0,0-1 0,0 1 0,0-1 0,-1 1 0,1 0 0,0 1 0,-4-1-103,-8-4 388,-34 0 735,48 5-1156,1 0 18,0 0 33,-35 2 1358,-76 69-1292,-147 59 897,256-129-1090,17-2-351,-1-3 482,0-1-1,-1 0 1,0-1-1,0 0 1,0-1 0,-1-1-1,0 0 1,0 0-1,1-3-21,27-17 117,17-8 10,151-114 154,-206 148-286,1 0 1,-1-1 0,1 0-1,-1 1 1,0-1-1,0 0 1,0 0-1,0-1 1,0 1 0,-1 0-1,0 0 1,0-1-1,1 1 1,-2-1 0,1 1-1,0-1 1,-1 1-1,0-1 1,0-2 4,0 5-4,0 18-44,-55 212 152,-68 457 576,120-664-499,2-22-409,1 0 1,0 0-1,-1 0 1,1 0-1,0 0 1,-1 0-1,1 0 0,0 0 1,-1 0 227,1-26-2742,0-1-3222</inkml:trace>
  <inkml:trace contextRef="#ctx0" brushRef="#br0" timeOffset="23720.354">2353 5238 7346,'0'0'1279,"0"0"-165,0 0-95,0 0-680,0 0-175,30 1-29,220-15 838,105-42 568,-260 51-820,-95-14-1958,0-4-2971</inkml:trace>
  <inkml:trace contextRef="#ctx0" brushRef="#br0" timeOffset="21786.613">1007 4437 520,'0'0'775,"0"0"-2,0 0 122,0 0 7,0 0 101,-11-2 64,-192-33 3008,178 35-3952,-8-1 49,1 1-1,-1 1 0,1 2 0,-1 1 0,1 2 1,0 1-1,-18 7-171,26-6 89,1 0 1,0 2 0,1 1-1,0 0 1,0 2 0,2 0-1,-1 1 1,2 2 0,-18 16-90,-61 124 184,91-138-177,0 0 0,1 0 1,2 1-1,-1 0 1,2 0-1,1 0 0,0 0 1,1 0-1,2 0 1,-1 1-1,2 1-7,26 121 319,-26-129-308,1 0 1,1-1 0,-1 1 0,2-1-1,0 0 1,0 0 0,1 0 0,1-1-1,6 10-11,-8-13-1,7 5 28,2-1 0,-1 0-1,1 0 1,1-2 0,0 1 0,1-2 0,0 0 0,0-1 0,1-1 0,0-1 0,0 0 0,0-1-1,1 0 1,0-2 0,0 0 0,0-1 0,0-1 0,0-1 0,0 0 0,6-2-27,27 6 29,155 13 255,-191-16-276,1-1 0,0-1 0,-1 0 0,0-1 1,1-1-1,-1 0 0,0-1 0,0 0 0,0-2 1,-1 0-1,0 0 0,0-1 0,-1-1 0,12-8-8,31-23 184,-43 32-133,-2 0 1,1-1-1,-1 0 1,0-1 0,0 0-1,-1-1 1,-1 0-1,1-1 1,-2 0 0,0 0-1,7-12-51,8-24 73,-11 27-14,-2 0-1,0-1 0,-2 0 1,0-1-1,-1 0 1,-1 0-1,-1 0 1,-1-1-1,-1 0 1,-1-3-59,-2 1 47,1 18-33,0 1 0,0-1 1,-1 0-1,0 0 1,0 0-1,-1 0 0,0 0 1,0 0-1,0 0 1,-1 0-1,0 1 1,-1-1-1,1 1 0,-1-1 1,0 1-1,-1 0 1,0 0-1,1 1 0,-2-1 1,1 1-1,-1-1 1,-5-3-15,-90-54 760,-96-48-15,189 105-733,-1 0-1,-1 1 1,1 0-1,-1 1 0,1-1 1,-1 2-1,0-1 1,-1 2-1,1-1 1,-1 1-1,1 0 0,-1 1 1,1 0-1,-1 1 1,0 0-1,-8 1-11,14 0-113,1 0 0,-1 0-1,1 0 1,-1 0 0,1 1 0,0 0 0,0-1-1,0 1 1,0 0 0,0 1 0,0-1 0,0 0-1,1 1 1,-1 0 0,1-1 0,0 1-1,0 0 1,0 0 0,-2 3 113,-6 8-1915,-4 1-3902</inkml:trace>
  <inkml:trace contextRef="#ctx0" brushRef="#br0" timeOffset="22359.604">1692 5357 5985,'0'0'1075,"0"0"-307,0 0-174,0 0 59,0 0 146,0 26-91,-3 87-36,2-106-578,0 0 0,0 1-1,-1-1 1,0 0-1,0 0 1,-1 0-1,0 0 1,0-1-1,0 1 1,-1-1-1,0 1 1,0-1 0,-1-1-1,0 1 1,0 0-1,0-1 1,0 0-1,-1-1 1,0 1-1,0-1-93,-6 4 108,-1 0-1,1-2 0,-1 1 1,0-2-1,-1 1 0,1-2 0,-1 0 1,0-1-1,0 0 0,0-1 0,-1 0 1,1-2-1,0 1 0,-11-3-107,23 1-77,0 0 0,0 0 0,0 0-1,0 0 1,0-1 0,1 1 0,-1-1 0,0 0 0,1 1-1,-1-1 1,1 0 0,0 0 0,0 0 0,0 0 0,0 0-1,0 0 1,0 0 0,0 0 0,1 0 0,-1 0-1,1-1 1,-1 1 0,1 0 0,0 0 0,0-1 0,0 1-1,0 0 1,0-1 0,1 1 0,-1 0 0,1 0 0,-1 0-1,1-1 1,0 1 0,0 0 0,0 0 0,0 0-1,1-1 79,14-34-3910</inkml:trace>
  <inkml:trace contextRef="#ctx0" brushRef="#br0" timeOffset="25243.849">4860 4596 3721,'0'0'1197,"0"0"48,0 0 68,0 0-200,0 0-403,-11-20-286,-31-62 1,27-15 634,17 68-766,-2 23-282,0 0 1,1 0 0,0 0 0,0 0-1,0 1 1,1-1 0,0 0-1,0 1 1,1-1 0,-1 1-1,1 0 1,0 0 0,0 0 0,1 0-1,0 0 1,0 1 0,0-1-1,0 1 1,1 0 0,-1 0-1,1 1 1,0 0 0,0 0 0,1 0-1,-1 0 1,0 1 0,1-1-1,0 2 1,-1-1 0,1 1-1,0-1 1,0 1 0,0 1 0,0-1-1,1 1-11,-2 0 13,0 1 0,0-1 0,0 1 0,0-1 0,0 2 0,0-1 0,0 0 0,0 1-1,-1 0 1,1 0 0,-1 0 0,1 1 0,-1 0 0,0 0 0,0 0 0,0 0 0,0 0 0,0 1 0,-1 0-1,0 0 1,0 0 0,0 0 0,0 0 0,0 0 0,-1 1 0,0 0-13,44 129 1067,-43-118-970,0 1 0,0-1 0,-2 1 1,0 0-1,-1-1 0,0 1 0,-1 0 0,-1 0 0,-1-1 0,-1 1 0,0-1 0,-1 0 1,0 0-1,-2-1 0,0 1 0,-4 5-97,-6 4 56,-1-1 1,-1-1-1,-2-1 1,0 0-1,-1-2 1,-1 0-1,-1-2 1,-1 0-1,0-2 1,-1-1-1,-1-1 1,0-1-1,-1-1 1,0-2-1,-1 0 1,0-2-1,0-2 1,-1 0-1,0-2 1,0-1-1,0-2 1,-6-1-57,29 1-16,0 0 1,0-1 0,1 0-1,-1 0 1,0-1-1,0 0 1,0 0 0,1 0-1,-1-1 1,1 0-1,-1-1 1,1 1 0,0-1-1,0 0 1,0-1-1,0 1 1,0-1 0,1 0-1,0-1 1,0 1-1,0-1 1,0 0-1,1-1 1,0 1 0,0-1-1,0 1 1,1-1-1,-1 0 1,1-1 0,1 1-1,-1 0 1,1-1-1,1 1 1,-1-1 0,1 0-1,0 0 1,0 1-1,1-1 1,0 0 0,1-2 15,5 1 9,1-1 0,0 1 0,1 1 0,0-1 0,0 1 0,0 1 0,1-1 0,0 2 0,0-1 0,1 1 0,0 0 0,0 1 1,0 0-1,0 1 0,0 0 0,1 1 0,-1 0 0,1 0 0,0 1 0,8 1-9,0-4-11,-1 0-1,1 2 1,-1 0-1,1 1 1,-1 1-1,1 1 1,0 0-1,-1 2 1,1 0-1,-1 1 1,0 1-1,0 0 1,-1 1-1,1 1 1,-1 1 0,-1 1-1,1 0 1,-2 1-1,1 1 1,10 9 11,-10-1 19,0 0 0,-2 1 1,0 0-1,-1 1 1,-1 1-1,-1 0 1,-1 1-1,3 10-19,19 40 177,-31-69-188,2 0 1,-1 0 0,0 0 0,1 0-1,0 0 1,0-1 0,0 1 0,0-1 0,1 0-1,-1 0 1,1 0 0,0-1 0,0 1-1,0-1 1,0 0 0,0 0 0,0 0-1,1 0 1,0-1 10,55-6-3310,-32-19-3153</inkml:trace>
  <inkml:trace contextRef="#ctx0" brushRef="#br0" timeOffset="25744.967">5709 5340 4785,'0'0'928,"0"0"-212,0 0 110,0 0 47,0 0 25,0 0-82,11 14 91,33 49-6,-42-57-802,0 1 0,-1 0 0,0 0 0,0 0 0,0 0 0,-1-1 0,0 1 0,0 0 0,-1 0 0,0 0 0,0 0 0,-1 0 0,0-1 0,0 1 0,0-1 0,-1 1 0,0-1 0,0 0 0,0 0 0,-1 0 0,0-1 0,0 1 0,-1-1 0,0 0 0,1 0 0,-2 0 0,1-1 0,0 0 0,-1 0 0,0 0 0,-1 0-99,-59 35 300,62-44-389,31-73-4273,-1 22-2373</inkml:trace>
  <inkml:trace contextRef="#ctx0" brushRef="#br0" timeOffset="26070.877">6517 5264 9194,'0'0'1552,"0"0"-752,0 0-175,0 0-177,0 0-448,0 0-120,0 0-256,35-6 376,-16-3-416,-7-2-1681,-2 3-2744</inkml:trace>
  <inkml:trace contextRef="#ctx0" brushRef="#br0" timeOffset="26322.126">7052 5159 9706,'0'0'1624,"0"0"-575,0 0-33,0 0-424,0 0-320,0 0-216,0 0-56,12-26-328,17 26-104,-4-2-1120,-3-7-2577</inkml:trace>
  <inkml:trace contextRef="#ctx0" brushRef="#br0" timeOffset="26589.112">7489 5077 7890,'0'0'1520,"0"0"-368,0 0 385,0 0-673,0 0-656,0 0-208,0 0-336,38-3 328,-19-11-2377,-10 5-3648</inkml:trace>
  <inkml:trace contextRef="#ctx0" brushRef="#br0" timeOffset="26837.279">8071 5088 10146,'0'0'1769,"0"0"-513,0 0-544,0 0-608,0 0-104,0 0-96,0 0-496,75 54-1585,-59-40-5416</inkml:trace>
  <inkml:trace contextRef="#ctx0" brushRef="#br0" timeOffset="27538.627">9062 5068 4569,'0'0'1123,"0"0"48,0 0 74,0 0-332,0 0-321,0 0-99,13 5-102,-8-2-334,-1-3-10,-1 1-1,0 0 1,0 0 0,0 0 0,0 1-1,0-1 1,0 1 0,-1 0 0,1 0-1,0-1 1,-1 2 0,0-1-1,1 0 1,-1 0 0,0 1 0,0-1-1,0 1 1,0 0 0,-1 0 0,1 0-1,-1 0 1,0-1 0,0 2-1,0-1 1,0 0 0,0 0 0,0 0-1,-1 0 1,0 1 0,0-1 0,0 2-47,-1 15 149,-2-1 1,-1 1 0,0-1 0,-1 0 0,-1-1 0,-1 1 0,0-1 0,-2 0 0,0-1-1,-1 0 1,-1 0 0,0-1 0,-1-1 0,-1 0 0,0 0 0,-1-2 0,0 1-1,-13 7-149,73-50-3572,7-22-859</inkml:trace>
  <inkml:trace contextRef="#ctx0" brushRef="#br0" timeOffset="28194.671">10556 4145 416,'0'0'6501,"0"0"-4155,0 0-1311,0 0-101,0 0-259,-30-23-202,-93-72-94,113 85-284,-1 2 0,0-1 0,-1 2 0,0-1 1,0 2-1,-1 0 0,0 0 0,0 1 0,0 0 1,-4 1-96,1-1 92,12 3-75,-1 1-1,0-1 1,1 1 0,-1 0 0,0 0-1,0 1 1,0-1 0,1 1 0,-1 0-1,0 0 1,0 1 0,0-1 0,0 1-1,1 0 1,-1 1 0,0-1 0,1 1 0,-1 0-1,1 0 1,0 0 0,-1 1 0,1-1-1,0 1 1,1 0 0,-1 0 0,0 0-1,1 1 1,0 0 0,-1-1 0,2 1-1,-1 0 1,-2 4-17,-6 20 20,0 1-1,3 0 1,0 0-1,2 1 1,0-1-1,3 2 1,0-1 0,2 0-1,3 25-19,-4-46-10,2 0-1,-1 1 1,2-1-1,-1 0 1,1 0-1,0 0 1,1 0-1,0 0 1,1 0-1,0 0 1,0-1-1,0 1 1,1-1-1,1 0 1,0 0-1,0 0 1,0-1-1,1 1 1,0-2 0,0 1-1,1 0 1,-1-1-1,2 0 1,-1-1-1,1 0 1,-1 0-1,1 0 1,1-1-1,-1-1 1,0 1-1,1-1 1,0 0-1,0-1 1,0 0-1,6 0 11,-6-4 33,-1 0 0,0-1 0,0 0 0,0 0 0,0-1 0,0 0 0,-1 0 0,0-1 0,0 0 0,0 0 0,0-1 0,-1 0 0,0 0 0,0-1 0,0 1 0,-1-1 0,4-6-33,6-5 15,156-208-740,-164 212 602,-6 12-90,-1 7 48,-59 152 386,30-76 43,3 2-1,4 1 1,4 0-1,3 1 1,4 1 0,2 41-264,6 65 710,5-190-751,0 0 0,0 0 0,0 0 0,1 0 0,-1 0 0,0-1 0,1 1 0,0-1 0,-1 1 0,1-1 0,0 0-1,-1 0 1,1 0 0,0 0 0,0-1 0,0 1 0,0-1 0,0 0 0,0 0 0,0 0 0,-1 0 0,1 0-1,0-1 1,0 1 0,0-1 0,0 0 0,0 1 0,-1-2 0,1 1 0,0 0 0,1-1 41,42-20-1907,0-10-2186</inkml:trace>
  <inkml:trace contextRef="#ctx0" brushRef="#br0" timeOffset="30312.525">13635 4746 424,'0'0'4702,"0"0"-2149,0 0-819,0 0-367,0 0-362,0 0-285,-17-12-165,-51-39-105,64 48-425,1-1 0,0 1 0,1-1 1,-1 1-1,1-1 0,-1 0 1,1 0-1,0 0 0,1 0 0,-1-1 1,1 1-1,0 0 0,0-1 1,0 1-1,0-1 0,1 1 0,0 0 1,0-4-26,-1-7 35,-3-287 197,4 286-244,0 0 0,1 0-1,1 1 1,1-1 0,0 1 0,1-1-1,0 1 1,1 0 0,1 1-1,0-1 1,1 1 0,1 0-1,0 1 1,1 0 0,0 0 0,1 1-1,0 0 1,10-8 12,-17 17 1,0 1 1,0 0-1,0 0 1,1 0-1,-1 0 1,1 0-1,-1 1 1,1-1-1,-1 1 1,1 0-1,0 0 1,0 1-1,-1-1 1,1 1-1,0-1 0,0 1 1,0 1-1,-1-1 1,1 0-1,0 1 1,0 0-1,-1 0 1,1 0-1,0 0 1,-1 0-1,1 1 1,-1 0-1,0 0 1,1 0-1,-1 0-1,9 16 32,-1 0 0,-1 1 0,-1 0 0,-1 0 0,-1 1 0,0 0 0,-1 1 0,-1 0 0,1 17-32,8 249 638,5-308-710,123-245 29,-128 238-34,3 2 0,0-1 1,1 2-1,1 1 0,2 0 1,0 1-1,2 1 0,5-3 77,-27 24-6,0 0-1,0 0 0,0 0 0,-1 0 0,1 0 1,0 0-1,0 0 0,1 0 0,-1 1 0,0-1 1,0 0-1,0 1 0,0-1 0,1 1 0,-1-1 0,0 1 1,0-1-1,1 1 0,-1 0 0,0 0 0,1 0 1,-1 0-1,0 0 0,1 0 0,-1 0 0,0 0 1,1 0-1,-1 1 0,0-1 0,1 0 0,-1 1 1,0-1-1,0 1 0,1 0 0,-1-1 0,0 1 1,0 0-1,0 0 0,0-1 0,0 1 0,0 0 1,0 0-1,0 0 0,0 2 7,8 60-109,-9-52 171,5 421 795,11-308-544,-15-120-442,0 0 0,0 1 1,1-1-1,-1 0 0,1 0 0,0 0 0,0 0 0,1-1 0,-1 1 0,1 0 0,-1-1 1,1 0-1,0 0 0,1 0 0,-1 0 0,0 0 0,1 0 0,0-1 0,-1 0 1,1 0-1,0 0 0,0 0 0,0 0 0,1-1 0,-1 0 0,0 0 129,13 0-5932</inkml:trace>
  <inkml:trace contextRef="#ctx0" brushRef="#br0" timeOffset="30763.443">14692 3871 8938,'0'0'1176,"0"0"-314,0 0-345,0 0-239,3 36-50,22 242 301,-15 208 1793,-10-485-2310,0-1-67,29-8-32,162 7 320,-161 1-195,-7-1 4,0 0 0,-1 2 0,1 0 0,0 1 0,-1 2 0,1 0 0,-1 2 0,0 0 0,-1 1 0,18 9-42,-36-16-77,1 1 1,0-1-1,-1 0 0,1 0 0,0 0 0,-1 0 0,1-1 0,0 1 1,-1-1-1,1 0 0,-1 0 0,1 0 0,-1-1 0,0 1 0,1-1 1,-1 0-1,0 0 0,0 0 0,0 0 0,0-1 0,-1 1 0,1-1 0,-1 0 1,1 1-1,-1-1 0,0 0 0,0 0 0,0-1 0,0 1 0,-1 0 77,25-41-5735</inkml:trace>
  <inkml:trace contextRef="#ctx0" brushRef="#br0" timeOffset="32450.327">13037 3509 608,'0'0'852,"0"0"-109,0 0 48,0 0-154,-4-25 93,-32-153 2168,35 176-2745,1 0 0,0 0 1,0 0-1,-1 0 0,1 0 1,-1 0-1,0 0 0,0 1 0,1-1 1,-1 0-1,0 0 0,-1 1 1,1-1-1,0 1 0,0-1 1,-1 1-1,1-1 0,0 1 0,-1 0 1,0 0-1,1-1 0,-1 1 1,0 0-1,1 1 0,-1-1 0,0 0 1,0 0-1,0 1 0,0-1 1,0 1-1,0 0 0,0-1 0,0 1 1,0 0-1,0 0-153,0 2 27,1 0 0,-1 0 0,0 1 0,1-1 0,-1 0 0,1 1 0,0-1 0,0 1 0,0-1 0,0 1 0,0-1 0,0 1 0,1 0 0,-1-1 0,1 1 0,0 0 0,0 0 0,0-1-1,0 1 1,0 0 0,1 0 0,-1-1 0,1 2-27,0 5 42,22 309 1058,20 7-648,-15 1 0,-13 2 0,-17 75-452,2-358 59,-24 220 103,4-147-107,55-114 58,110 10-105,0-6 0,1-7 0,4-7-8,381-38 108,-390 39-117,-1 6-1,1 7 0,30 9 10,13 13-25,7 4-6,0-9-1,167-1 32,-328-23 3,-18 0-12,-1-1-1,0 0 1,0 0 0,0-1-1,0 0 1,0-1 0,0 0-1,0-1 1,0 0-1,0-1 1,-1 0 0,8-4 9,-2-3 8,-1-1-1,0 0 1,-1-1 0,0 0 0,-1-1 0,0-1 0,-2 0-1,1 0 1,-2-1 0,0-1 0,-1 0 0,-1 0-1,0-1 1,-1 0 0,-1 0 0,-1 0 0,2-13-8,5-39 23,-4 0-1,-2 0 1,-4 0 0,-3-15-23,1 73 6,-11-244 40,-35-188-46,16 181 10,-23-354 68,51 593-71,3 10-6,0 0-1,-2 1 0,0-1 0,0 0 1,-1 1-1,-1-1 0,0 1 1,-1-1-1,0 1 0,-1 1 1,0-1-1,-1 1 0,-1 0 0,0 0 1,-1 0-1,0 1 0,0 1 1,-1-1-1,-1 1 0,-7-6 0,2 12 36,0 1 0,0 0-1,0 0 1,-1 2 0,1 0 0,-1 0-1,1 2 1,-1 0 0,-14 3-36,27-4-4,-241 67 114,33-25-33,-1-8 0,-150 2-77,334-34 5,-813 49 272,623-50-107,292-16-1523,17-5-934,3-4-3439</inkml:trace>
  <inkml:trace contextRef="#ctx0" brushRef="#br0" timeOffset="33238.149">16239 4267 5257,'0'0'875,"0"0"59,0 0 58,0 0-61,0 0-89,0 0-87,24-12-8,-3 0-554,-9 5-92,0 1 1,1-1-1,0 2 0,0 0 0,0 0 0,1 1 0,-1 1 0,1 0 0,0 1 0,0 1 0,0 0 0,1 1-101,1055 0 1223,-927 35-1334,-135-45-2728,-7-15-1996</inkml:trace>
  <inkml:trace contextRef="#ctx0" brushRef="#br0" timeOffset="33518.111">17362 3710 7442,'0'0'1260,"0"0"9,0 0-264,0 0-571,0 0-284,0 0-41,20 27 57,136 180 291,-141-187-386,0 0 1,-1 1-1,-2 1 1,0 0-1,-1 1 0,-1 0 1,-1 1-1,-2-1 0,6 25-71,-11-35 53,0 0-1,0 0 0,-1 0 1,0 1-1,-2-1 0,1 0 1,-2 0-1,1 0 0,-2 0 1,0 0-1,0 0 0,-2 0 0,1-1 1,-1 0-1,-1 0 0,0 0 1,-1 0-1,0-1 0,-5 5-52,-13 11 116,0-2 0,-1 0 0,-2-2 0,-1 0 0,0-3 0,-1 0-1,-1-2 1,-1-1 0,-10 2-116,37-11-682,22-9-292,-16 1 919,40-8-3619</inkml:trace>
  <inkml:trace contextRef="#ctx0" brushRef="#br0" timeOffset="29005.332">11157 4624 6617,'0'0'1562,"0"0"-308,0 0-479,0 0-410,0 0-173,39-1 349,266-16 542,25-41-36,137-15-587,-370 69-918,-80 18-3822,-17-3 179</inkml:trace>
  <inkml:trace contextRef="#ctx0" brushRef="#br0" timeOffset="29282.748">12267 4143 6377,'0'0'919,"0"0"-631,0 0-56,0 0 230,14 31 173,84 204 1032,-89-204-1347,-2 0 0,-1 1 1,-2 0-1,-1 0 1,-1 0-1,-2 0 0,-1 0 1,-3 15-321,3-41 85,0 0 1,-1 0 0,0 0-1,0 0 1,0 0-1,-1-1 1,0 1 0,0-1-1,0 1 1,-1-1-1,0 0 1,0 0-1,0-1 1,-1 1 0,1-1-1,-1 0 1,0 0-1,0-1 1,0 1 0,-1-1-1,1 0 1,-1-1-1,0 1 1,0-1 0,0 0-1,0-1 1,0 1-1,-5-1-85,11-1-26,-1 0 0,0 0 0,1-1 0,-1 1 0,0 0 0,1-1 0,-1 1 0,1-1 0,-1 1 0,1-1 0,-1 1 0,1-1 0,-1 0 0,1 1 0,-1-1 0,1 1 0,-1-1 0,1 0 0,0 1 0,0-1 0,-1 0 0,1 0 0,0 1 0,0-1 0,0 0 0,0 0 0,0 1 0,0-1 0,0 0 0,0 0 0,0 1 0,0-1 0,0 0 0,0 1 0,0-1 0,1 0 0,-1 0 0,0 1 0,1-1 0,-1 0 0,0 1 0,1-1 0,-1 1 0,1-1 0,-1 0 0,1 1-1,-1-1 1,1 1 0,-1-1 0,1 1 0,0 0 0,-1-1 0,1 1 0,0 0 0,-1-1 0,1 1 0,0 0 0,0 0 0,0-1 26,0 0-173,20-24-3592</inkml:trace>
  <inkml:trace contextRef="#ctx0" brushRef="#br0" timeOffset="35058.899">18897 3712 4729,'0'0'1764,"0"0"-161,0 0-198,0 0-457,0 0-409,0 0-289,-14 15-64,10-10-167,-4 3 20,0 1 0,0-1 1,1 2-1,0-1 1,1 1-1,0 0 1,0 0-1,1 1 1,0 0-1,1 0 0,1 0 1,-2 8-40,-12 258 928,16-271-920,0-1 1,0 0-1,1 0 0,0 0 0,0 1 1,0-1-1,1 0 0,0 0 0,0 0 0,0 1 1,0-1-1,1 0 0,0-1 0,0 1 1,0 0-1,1 0 0,0-1 0,-1 0 1,1 1-1,1-1 0,-1 0 0,1-1 1,0 1-1,0 0 0,0-1 0,0 0 1,0 0-1,5 2-8,3-5 16,-1-1 0,1-1 0,0 0 0,-1 0 0,1-1 0,-1 0 0,0-1 0,0-1 0,0 1 0,-1-2 0,1 1 0,-1-2 1,0 1-1,-1-1 0,0-1 0,0 0 0,-1 0 0,0-1 0,0 1 0,0-2 0,-2 1 0,1-1 0,-1 0 0,0-1 0,-1 1 0,3-10-16,-3 11-46,-1 0-1,0 0 1,0-1-1,-1 1 1,0-1-1,-1 1 1,0-1-1,0 0 1,-1 0-1,0 0 1,-1 0-1,0 0 1,-1 0-1,0-1 47,-11 13-16,9 6 17,1 0 0,0 0 0,0 0 0,1 0-1,0 0 1,0 0 0,1 1 0,0-1-1,0 0 1,1 0 0,0 0 0,2 5-1,1 3-6,2 1 1,0-1-1,1-1 1,0 1-1,1-1 1,1 0 0,0-1-1,2 0 1,-1 0-1,1-1 1,1-1-1,0 0 1,1 0-1,1-1 1,-1-1-1,2 0 1,-1-1 0,1-1-1,1 0 1,-1-1-1,1-1 1,2 1 5,-5-3-13,-1 0 1,1-1-1,0 0 0,0-1 1,0 0-1,0-1 1,0-1-1,0 0 0,11-1 13,-21-2 36,-1 1 0,1-1 0,-1 0 0,0 1 0,0-1 0,0 0 1,0 0-1,0 0 0,0-1 0,-1 1 0,0 0 0,0-1 0,0 1 0,0-1 0,0 1 0,0-1 0,-1 1 0,0-1 0,0 1 0,0-1 0,0 0 0,0 1 0,-1-1 0,0 1 0,0-1 0,0 1 0,0-2-36,0-4 102,-5-17 59,0 1 0,-2 0 0,-1 1 0,-1 0 0,-1 0 0,-1 1 0,-1 1 0,-1 0 0,-1 1 0,-13-15-161,-23-38 68,31 32-163,23 10-2753,10 18-2674</inkml:trace>
  <inkml:trace contextRef="#ctx0" brushRef="#br0" timeOffset="35493.154">19592 3240 7282,'0'0'998,"0"0"-377,0 0-135,0 0-231,10 25 218,49 187 694,-36 475 1147,-22-677-2286,-2-8-19,1-1 1,0 1 0,0 0-1,-1 0 1,1 0 0,0 0-1,1 0 1,-1 0 0,0-1-1,1 1 1,-1 0 0,1 0-1,-1 0 1,1-1 0,0 1-1,-1 0 1,1-1 0,0 1-1,0-1 1,1 1 0,-1-1 0,0 1-1,0-1 1,1 0 0,-1 1-1,1-1 1,-1 0 0,1 0-1,-1 0-9,28-33 327,-25 21-272,21-45 149,-13 25-309,0 1 0,2 1-1,2 0 1,0 1 0,2 0 0,1 2-1,1 0 1,2 1 0,3-2 105,-23 25-2,0-1 0,0 1 1,1 0-1,-1 0 0,0 0 0,1 0 1,-1 0-1,1 1 0,0-1 0,0 1 0,-1 0 1,1 0-1,0 0 0,0 0 0,0 0 1,0 1-1,0-1 0,0 1 0,0 0 1,0-1-1,1 2 0,-1-1 0,0 0 1,0 1-1,0-1 0,0 1 0,0 0 0,0 0 1,0 0-1,-1 0 0,1 1 0,0-1 1,0 1-1,-1-1 0,1 1 0,-1 0 1,0 0 1,5 15 54,-1 0 0,0 0 1,-2 0-1,0 0 0,-1 1 1,-1-1-1,0 1 0,-2 0 1,0-1-1,-1 13-54,0-11 19,0 29-45,-1-35-59,0 0-1,2 0 0,-1 0 0,2 0 0,-1 0 1,2 0-1,0-1 0,0 1 0,1 0 1,1-1-1,0 0 0,1 1 0,0-2 0,2 4 86,8-5-3563</inkml:trace>
  <inkml:trace contextRef="#ctx0" brushRef="#br0" timeOffset="35946.965">20649 3995 7650,'0'0'828,"0"0"-87,0 0 25,0 0-218,0 0-232,-14-24-35,-46-73 93,58 95-349,0-1-1,0 1 1,0-1 0,-1 1 0,1 0 0,-1 0-1,1 0 1,-1 0 0,0 0 0,1 1 0,-1-1 0,0 1-1,0 0 1,0 0 0,0 0 0,0 0 0,0 1-1,-1-1 1,1 1 0,0-1 0,0 1 0,0 0 0,-1 0-1,1 1 1,0-1 0,-2 1-25,-11 0 64,2 0-14,1 1-1,-1 0 1,0 0 0,1 1-1,-1 1 1,1 0-1,0 1 1,0 1 0,1 0-1,-1 0 1,1 1-1,1 1 1,-1 0-1,2 1 1,-1 0 0,1 0-1,0 1 1,1 1-1,0-1 1,1 1-1,0 1 1,0 0 0,2 0-1,-1 0 1,2 1-1,-1 0 1,2 0 0,-3 9-50,6-17-4,-1-1 1,1 1-1,0 0 1,0 0-1,1 0 1,-1 0-1,1 0 1,0 0-1,0 0 1,1 0-1,0-1 1,0 1-1,0 0 1,0 0-1,1 0 1,-1-1-1,1 1 1,0-1-1,1 1 1,-1-1-1,1 0 1,0 0-1,0 0 1,0 0 0,0-1-1,1 1 1,0-1-1,-1 0 1,1 0-1,1 0 1,-1 0-1,0-1 1,0 0-1,1 1 1,0-2-1,4 3 4,10-2-31,0 0 0,0-1 0,0-1 0,0-1 0,0 0-1,0-2 1,0 0 0,0-1 0,-1-1 0,1-1 0,-1 0 0,-1-1-1,1-1 1,-1-1 0,-1 0 0,1-2 0,-2 0 0,1 0 0,-2-1-1,10-11 32,-23 23-5,0 0-1,0 0 0,0 0 1,-1-1-1,1 1 0,0 0 0,0 0 1,0 0-1,0 0 0,0 1 1,0-1-1,0 0 0,0 0 0,-1 0 1,1 1-1,0-1 0,0 0 1,0 1-1,0-1 0,-1 1 0,1-1 1,0 1-1,0 0 0,-1-1 1,1 1-1,-1-1 0,1 1 0,0 0 1,-1 0-1,1-1 0,-1 1 1,0 0-1,1 0 0,-1 0 0,1 0 1,-1-1-1,0 1 0,0 0 1,0 0-1,1 0 0,-1 0 0,0 0 1,0 0-1,0 0 0,-1 0 1,1-1-1,0 1 0,0 0 0,0 0 1,0 0-1,-1 0 0,1 0 1,-1-1-1,1 1 0,0 0 1,-1 0-1,1 0 0,-1-1 0,0 1 6,4 25 73,-2-20-101,0 1 0,1-1 0,0 0 1,1 1-1,-1-1 0,1 0 0,0-1 0,1 1 0,-1 0 0,1-1 0,0 0 0,0 0 0,1 0 0,0 0 0,0-1 0,0 0 0,0 0 0,0 0 0,1-1 0,0 1 0,0-1 0,0-1 0,0 1 0,0-1 0,0 0 1,1 0 27,45 6-2197,-6-7-1932</inkml:trace>
  <inkml:trace contextRef="#ctx0" brushRef="#br0" timeOffset="36224.215">20822 3180 6353,'0'0'957,"0"0"-516,0 0-66,0 0 77,0 0 67,15 34 2,-2-4-372,4 8 157,-1 1-1,-2 0 1,-1 2-1,6 40-305,21 164 1484,-16-87-1112,7-2 0,11 16-372,-37-158 29,0-1-278,-4-5-3273,-1-17-1848</inkml:trace>
  <inkml:trace contextRef="#ctx0" brushRef="#br0" timeOffset="36475.491">20633 3608 8546,'0'0'1152,"0"0"-904,0 0 176,0 0 64,161 22 224,-73-22 33,16 0-177,-1 0-136,-2-14-304,0 6-56,-4 8-72,-21 0-1224,-32 0-3281</inkml:trace>
  <inkml:trace contextRef="#ctx0" brushRef="#br0" timeOffset="36930.415">21854 3625 4161,'0'0'1311,"0"0"-18,0 0 185,0 0-144,0 0-698,0 0-220,2 14 9,49 282 1369,-26-103-1067,-25-193-714,0 0 0,1-1 1,-1 1-1,0-1 0,0 1 0,0 0 1,0-1-1,0 1 0,1-1 0,-1 1 0,0 0 1,0-1-1,1 1 0,-1 0 0,0-1 1,1 1-1,-1 0 0,0-1 0,1 1 0,-1 0 1,0 0-1,1 0 0,-1-1 0,0 1 1,1 0-1,-1 0 0,1 0 0,-1 0 1,0 0-1,1 0 0,-1-1 0,1 1 0,-1 0 1,1 0-1,-1 0 0,1 1 0,-1-1 1,0 0-1,1 0 0,-1 0 0,1 0 1,-1 0-1,0 0 0,1 1 0,-1-1 0,1 0 1,-1 0-1,0 0 0,1 1 0,-1-1 1,0 0-1,1 1 0,-1-1 0,0 0 0,0 1 1,1-1-1,-1 0 0,0 1 0,0-1 1,0 1-1,1-1 0,-1 1-13,53-153 269,-44 128-509,1 0 0,0 1 0,2 1 0,1 0 0,0 1-1,2 0 1,0 1 0,1 0 0,2 2 0,-1 0 0,11-7 240,-26 23 7,0 0 0,0 0 0,1 1 0,-1-1 0,1 0 0,-1 1 1,1 0-1,0-1 0,-1 1 0,1 0 0,0 1 0,0-1 0,0 0 0,0 1 1,0 0-1,0-1 0,-1 1 0,1 0 0,0 1 0,0-1 0,0 0 1,0 1-1,0 0 0,0-1 0,0 1 0,-1 0 0,1 1 0,0-1 0,-1 0 1,1 1-1,-1 0 0,1-1 0,-1 1 0,0 0 0,0 0 0,0 0 1,0 0-1,0 1 0,0-1 0,-1 1 0,1-1 0,-1 1 0,1 0-7,55 226 1390,-37-119-1307,-19-104-206,0-1 0,0 1-1,0-1 1,1 1 0,0-1 0,0 0 0,1 0 0,-1 0 0,1 0 0,0 0 0,0-1 0,1 1 0,0-1 0,-1 0 0,1 0 0,1 0 0,-1-1 0,0 1 0,3 0 123,15 0-4222</inkml:trace>
  <inkml:trace contextRef="#ctx0" brushRef="#br0" timeOffset="37240.546">22627 3687 7346,'0'0'842,"0"0"-331,0 0-85,0 0-172,0 0-150,-4 31 4,-13 100-4,15-112-68,1 1-1,1-1 1,0 1-1,1-1 0,1 0 1,1 0-1,1 0 1,0 0-1,2 0 0,0-1 1,1 0-1,1 0 1,2 2-36,-6-10 10,1-1 0,0-1 0,0 1 0,1-1 0,0 0 0,1 0 0,-1 0 0,2-1 0,-1 0 0,1 0 0,0-1 0,8 5-10,-13-9 55,1 0 0,0 0 0,-1-1 0,1 1 0,0-1 0,0 0 0,0 0 0,0 0 0,0-1 0,0 1 0,0-1 0,0 0 0,0 0 0,0 0 0,0-1 0,0 1 0,0-1 0,0 0 0,0 0 0,-1 0 0,1-1 1,0 0-1,0 1 0,-1-1 0,1 0 0,-1-1 0,0 1 0,0-1 0,0 1 0,0-1 0,0 0 0,0 0 0,0-1-55,15-21 208,0-1 0,-1-1 0,-2-1 1,-1 0-1,-1-1 0,-1-1 0,-2 0 0,0 0 0,-3-1 0,0 0 1,-2 0-1,0-24-208,-1-29 271,-4 47-4606,0 37-1326</inkml:trace>
  <inkml:trace contextRef="#ctx0" brushRef="#br0" timeOffset="37725.092">23345 4111 6513,'0'0'1589,"0"0"-242,0 0 373,0 0-578,0 0-572,0 0-272,-21-19-134,-64-66-129,81 80-39,-1-1 1,1 1-1,0-1 1,0 0 0,1-1-1,0 1 1,0 0 0,0-1-1,1 0 1,0 1 0,0-1-1,1 0 1,-1 0 0,2 0-1,-1-1 1,1 1 0,0 0-1,1-6 4,-1-12-58,-1 19 4,-1 0 1,1 0 0,1 0-1,-1-1 1,1 1 0,0 0-1,0-1 1,1 1 0,0 0-1,0 0 1,1-1 0,-1 1-1,1 0 1,1 0 0,-1 1-1,1-1 1,0 0 0,0 1-1,1 0 1,-1-1 0,1 1-1,0 1 1,1-1 0,-1 1-1,1-1 1,0 1 0,0 1-1,0-1 1,0 1-1,1 0 1,0 0 0,0 0 53,1 1-4,-1 0 0,1 0 0,0 1 0,0 0 0,0 1 0,0-1 1,0 1-1,0 1 0,0-1 0,0 1 0,-1 0 0,1 1 0,0 0 0,0 0 0,-1 0 1,1 1-1,-1 0 0,0 0 0,0 0 0,0 1 0,0 0 0,-1 0 0,0 1 0,1 0 1,-2 0-1,1 0 0,0 0 0,-1 0 0,0 1 0,0 0 0,-1 0 0,0 0 0,0 1 1,0-1-1,-1 0 0,1 4 4,91 231 821,-93-240-815,-1-1 0,1 0 1,-1 0-1,1 0 0,0 0 0,-1 0 0,1 0 0,0 0 0,-1 0 0,1 0 0,0 0 1,-1 0-1,1 0 0,0-1 0,-1 1 0,1 0 0,-1 0 0,1-1 0,0 1 0,-1 0 0,1-1 1,-1 1-1,1 0 0,-1-1 0,1 1 0,-1-1 0,0 1 0,1-1 0,-1 1 0,1-1 0,-1 1 1,0-1-1,1 0 0,-1 1 0,0-1 0,0 1 0,0-1 0,1 0 0,-1 1 0,0-1 1,0 0-1,0 1 0,0-1 0,0 0 0,0 1 0,0-1 0,0 0 0,-1 1 0,1-1 0,0 1 1,0-1-1,0 0 0,-1 1 0,1-1 0,0 1 0,-1-1 0,1 0-6,0-1 6,5-25-156,2 1 1,0 0 0,2 0 0,0 1-1,2 0 1,1 1 0,1 0 0,1 1-1,1 0 1,0 1 0,2 1-1,1 1 1,1 0 0,3-1 149,-22 20 8,1 0 0,0-1 0,0 1 1,0 0-1,0 0 0,0 0 0,0 0 0,0 0 1,0 0-1,0 0 0,0 1 0,0-1 0,1 0 0,-1 1 1,0-1-1,1 1 0,-1-1 0,0 1 0,1-1 0,-1 1 1,1 0-1,-1 0 0,0 0 0,1 0 0,-1 0 1,1 0-1,-1 0 0,0 0 0,1 1 0,-1-1 0,1 0 1,-1 1-1,0-1 0,1 1 0,-1 0 0,0-1 1,0 1-1,0 0 0,1 0 0,-1 0 0,0 0 0,0 0 1,0 0-1,0 0 0,-1 0 0,1 0 0,0 0 1,0 0-1,-1 1 0,1-1 0,0 0 0,-1 1 0,1-1 1,-1 0-1,0 1 0,1-1 0,-1 0 0,0 1 0,0-1 1,0 1-9,9 106 940,-10-91-1093,1-1 0,1 0 0,0 0 0,1 0 0,1-1 0,0 1 0,1 0 0,1-1 0,0 0 0,1 0 0,1 0 0,0-1 0,1 0 0,1 1 153,13 5-4321</inkml:trace>
  <inkml:trace contextRef="#ctx0" brushRef="#br0" timeOffset="38222.942">24184 2940 9074,'0'0'687,"0"0"-410,0 0-113,0 24 232,-8 269 1157,-2 165-212,9-457-1342,0 0-1,1 0 1,-1 1 0,1-1-1,0 0 1,0 0 0,-1 0-1,1 1 1,0-1-1,0 0 1,0 0 0,0 0-1,0 1 1,0-1 0,0 0-1,1 0 1,-1 0-1,0 1 1,1-1 0,-1 0-1,1 0 1,-1 0 0,1 0-1,-1 0 1,1 0-1,0 0 1,0 0 0,-1 0-1,1 0 1,0 0 0,0-1-1,0 1 1,0 0-1,0 0 1,0-1 0,0 1-1,0-1 1,0 1 0,1-1-1,-1 1 1,0-1-1,0 0 1,0 0 0,0 1-1,1-1 1,-1 0 0,0 0-1,0 0 1,1 0-1,-1 0 1,0-1 0,0 1-1,0 0 1,0-1 0,1 1-1,-1 0 1,0-1-1,0 1 1,0-1 0,0 0-1,0 1 1,0-1 0,0 0 1,125-84-366,-109 76 77,0 1 0,0 1-1,1 0 1,-1 1 0,2 1-1,-1 1 1,0 0 0,1 1 0,0 1-1,-1 1 1,20 2 289,-34-1 1,0 1-1,0 0 1,1 1-1,-1-1 1,0 1 0,0 0-1,0 0 1,-1 0-1,1 1 1,0-1-1,-1 1 1,0 0 0,1 0-1,-1 0 1,0 0-1,-1 1 1,1-1-1,0 1 1,-1-1 0,0 1-1,0 0 1,0 0-1,0 0 1,-1 0-1,0 1 1,0-1 0,0 0-1,0 0 1,0 1-1,-1-1 1,0 1-1,0-1 1,0 2-1,0 6 200,0 0 1,-1 0-1,0 0 1,-1 0-1,0 0 0,-1 0 1,0 0-1,-1-1 0,0 1 1,-1-1-1,-4 8-200,-3-3 211,0 1 0,-1-1 0,-1-1 0,0-1 0,-1 0 0,-1-1 0,0 0 0,0-1 0,-2-1 0,1-1 0,-1 0 0,-1-1 0,0-1 0,0-1 0,0-1 0,-1-1-1,0 0 1,0-1 0,0-2 0,0 0 0,-1-1 0,-4 0-211,23-1-1,0 0 0,-1 1-1,1-1 1,0 0-1,0 0 1,0 0 0,-1 0-1,1-1 1,0 1 0,0-1-1,0 1 1,0-1 0,0 0-1,0 1 1,0-1-1,0 0 1,0-1 0,0 1-1,0 0 1,0 0 0,1-1-1,-1 1 1,0-1 0,1 0-1,0 1 1,-1-1 0,1 0-1,0 0 1,0 0-1,0 0 1,0 0 0,0 0-1,0 0 1,1 0 0,-1 0-1,1 0 1,-1 0 0,1 0-1,0-1 1,0 1 0,0 0-1,0 0 1,0 0-1,0-1 1,1 1 0,-1 0-1,1 0 1,-1 0 0,1 0-1,0 0 1,0 0 0,1-1 1,3-16-521,2 0 1,0 0 0,1 1 0,1 1 0,1-1 0,0 2 0,12-15 520,37-43-5041</inkml:trace>
  <inkml:trace contextRef="#ctx0" brushRef="#br0" timeOffset="38988.978">24826 3786 6777,'0'0'1009,"0"0"159,0 0 194,0 0-357,0 0-406,37 17-194,122 53-82,-147-66-290,0 0 0,0-1 1,0 0-1,1-1 0,-1 0 0,0-1 0,1-1 0,-1 0 1,1-1-1,-1 0 0,1 0 0,-1-2 0,0 1 0,1-2 1,-2 0-1,1 0 0,0-1 0,-1 0 0,9-6-33,-19 11 2,10-4-4,1-1 0,0 0 0,-1 0 1,0-1-1,-1 0 0,1-1 0,-1 0 0,0-1 0,-1 0 0,0-1 0,0 0 0,-1 0 0,0-1 1,-1 0-1,0 0 0,0 0 0,-1-1 0,-1 0 0,0-1 0,0 1 0,-1-1 0,0 0 0,-1 0 0,-1 0 1,0 0-1,0-1 0,-1 1 0,-1-6 2,-1 13 1,-1 0-1,1 1 1,-1-1 0,0 0-1,0 1 1,-1-1 0,1 1-1,-1 0 1,0 0 0,0 0-1,-1 0 1,1 0 0,-1 1-1,0-1 1,1 1 0,-2 0-1,1 0 1,0 1 0,0-1-1,-1 1 1,0 0 0,1 0-1,-1 0 1,0 1 0,0 0-1,-4-1 0,-134-7 11,135 10-7,1 1 0,-1 0 0,0 0 0,0 1 0,1 0 1,-1 0-1,1 1 0,0 0 0,0 0 0,0 1 0,1-1 0,0 2 1,0-1-1,0 1 0,0-1 0,1 2 0,0-1 0,0 0 0,1 1 0,0 0 1,0 0-1,0 1 0,1-1 0,0 1 0,1-1 0,-1 1 0,2 0 0,-1 0 1,1 0-1,0 0 0,1 1-4,-2 4 15,0-1 1,2 0-1,-1 1 0,2-1 1,-1 0-1,2 1 0,0-1 1,0 0-1,1 0 0,1 0 1,0 0-1,0-1 0,1 1 1,1-1-1,0 0 0,0-1 1,1 0-1,3 3-15,4 1-2,0 0 0,1-2 0,0 1 0,2-2 1,-1 0-1,1-2 0,0 1 0,1-2 0,0 0 0,1-1 0,0-1 1,0-1-1,0-1 0,0 0 0,1-2 0,-1 0 0,1-1 0,-1-1 0,1-1 1,17-2 1,-15-3 7,1-1 0,-1-2 0,0 0 0,-1-1 0,0 0 0,-1-2 0,0-1 0,-1 0 1,0-2-1,-1 0 0,-1-1 0,-1 0 0,0-2 0,-1 0 0,0 0 0,-2-1 1,0-1-1,5-14-7,-5 15-69,-2-1 0,0 0 0,-1-1 0,-1 0 0,-1 0 0,-1-1 1,-1 0-1,-1 0 0,-1-1 0,-1 1 0,1-17 69,-4 37 3,-1 1 0,1-1 0,0 1-1,0 0 1,-1-1 0,1 1 0,-1 0 0,1-1 0,-1 1-1,1 0 1,-1 0 0,0-1 0,0 1 0,1 0 0,-1 0-1,0 0 1,0 0 0,0 0 0,0 0 0,-1 0 0,1 0-1,0 1 1,0-1 0,0 0 0,-1 1 0,1-1 0,0 1-1,-1-1 1,1 1 0,0 0 0,-1-1 0,1 1 0,-1 0-1,1 0 1,0 0 0,-1 0 0,1 0 0,-1 0 0,1 1-1,0-1 1,-1 0 0,1 1 0,0-1 0,-1 1 0,1-1-1,0 1 1,0 0 0,-1-1 0,0 2-3,0 1 2,-1 0 1,1 0-1,0 0 1,0 0-1,0 1 1,0-1-1,1 0 1,0 1-1,-1 0 1,1-1-1,0 1 1,1 0-1,-1-1 1,1 1-1,-1 0 1,1 0-1,0-1 1,0 1-1,1 0 1,-1 0-1,2 2-2,-2 11 9,2-3-7,0 0 1,1 0-1,1 0 1,0 0-1,1 0 0,0-1 1,1 0-1,0 0 0,1 0 1,1-1-1,0 0 0,1 0 1,2 1-3,0 2 3,0 1 0,0 0 0,-2 1 0,0 0 0,-1 0 0,-1 1 0,4 14-3,-3 91 70,-8-120-61,0 1 1,-1-1-1,0 0 1,0 0 0,1 0-1,-2 0 1,1 0 0,0-1-1,-1 1 1,1 0-1,-1-1 1,0 1 0,0 0-1,0-1 1,0 0 0,0 0-1,-1 1 1,1-2 0,0 1-1,-1 0 1,0 0-1,1-1 1,-1 1 0,0-1-1,0 0 1,0 0 0,0 0-1,0 0 1,0 0-1,0-1 1,0 1 0,-1-1-1,1 0 1,0 0 0,0 0-1,-2-1-9,1-1 27,0-1 0,0 0 0,0 0 0,1 0 0,0 0 0,-1-1 0,1 0 0,1 1 1,-1-1-1,0 0 0,1 0 0,0 0 0,0 0 0,0-1 0,0 1 0,1-1 0,0 1 0,0-1 0,0 1 0,0-1 0,1 0 0,0 1 0,0-1 0,0 0 0,0 1 0,1-1 0,0 0 0,1-4-27,-2 4 21,0-8 17,-1 0-1,1 0 0,0 1 1,1-1-1,0 0 0,1 1 0,0-1 1,1 1-1,1 0 0,0 0 1,0 0-1,2-2-37,2 1 21,1 0 1,0 0-1,1 1 1,0 0-1,1 1 0,0 0 1,1 0-1,0 1 1,1 1-1,0 0 1,0 1-1,1 0 1,0 1-1,0 1 0,1 0 1,-1 1-1,1 1 1,1 0-1,-1 1 1,1 0-1,-1 1 1,1 1-1,-1 1 0,1 0 1,0 1-1,9 2-21,-13-1-153,1 1-1,-1 1 1,0-1 0,0 2-1,-1 0 1,1 0-1,-1 1 1,0 1-1,-1-1 1,4 4 153,23 13-1580,-6-7-4260</inkml:trace>
  <inkml:trace contextRef="#ctx0" brushRef="#br0" timeOffset="39271.821">26433 4293 11442,'0'0'881,"0"0"-881,0 0-2297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2:16:25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19897 4296 6209,'0'0'1854,"0"0"-107,0 0-276,0 0-607,0 0-382,0 0-164,-18 15-75,-55 53-63,70-66-173,1 1 1,-1 0-1,1 0 0,0 1 0,1-1 1,-1 0-1,0 1 0,1-1 0,0 1 1,0-1-1,0 1 0,0 0 0,0 0 1,1-1-1,0 1 0,-1 0 0,1 0 1,1-1-1,-1 1 0,1 0 0,-1 0 0,1-1 1,0 1-1,0 0 0,1-1 0,-1 1 1,1-1-1,0 0 0,0 0 0,0 1 1,0-1-1,0 0 0,1 0 0,-1-1 1,1 1-1,0-1 0,0 1 0,0-1 1,0 0-1,0 0 0,0 0 0,3 1-7,3-1 15,0 0-1,0 0 0,0-1 0,1 0 1,-1-1-1,0 0 0,0 0 1,1-1-1,-1 0 0,0-1 0,0 0 1,0 0-1,0-1 0,-1 0 1,1-1-1,-1 0 0,1 0 0,-1-1 1,-1 0-1,1 0 0,-1-1 0,0 0 1,0 0-1,0 0 0,-1-1 1,0 0-1,0-1 0,-1 1 0,0-1 1,0 0-1,-1 0 0,0-1 1,-1 1-1,0-1 0,0 0 0,0 0 1,-1 0-1,-1-2-14,1-5 12,-2-1 0,0 1 1,-1-1-1,0 1 0,-2-1 0,0 1 0,0 0 1,-2 0-1,0 1 0,-1-1 0,0 1 0,-1 0 1,-1 0-1,-9-12-12,-18-39 545,35 64-536,1 1 0,-1-1 0,1 0 0,0 1 0,0-1 0,-1 1 0,1-1 0,0 1-1,0-1 1,1 1 0,-1 0 0,0-1 0,0 1 0,1 0 0,-1 0 0,0 0 0,1 0 0,-1 0 0,1 0 0,0 0-1,-1 1 1,1-1 0,-1 0 0,1 1 0,0 0 0,0-1 0,-1 1 0,1 0 0,0 0 0,0 0 0,-1 0 0,1 0-1,2 0-8,5-1 26,46-11-18,0 3 0,0 3-1,1 1 1,0 4 0,11 2-8,-62-1 0,0 1 1,0 0-1,0 0 1,0 1-1,0-1 1,0 1-1,0 0 1,-1 0-1,1 1 0,-1-1 1,1 1-1,-1 0 1,0 1-1,0-1 1,0 0-1,-1 1 1,1 0-1,-1 0 1,0 0-1,0 0 0,0 1 1,-1-1-1,1 1 1,-1 0-1,0-1 1,0 1-1,-1 0 1,0 0-1,1 3 0,12 160 170,-15-143-121,-2 200 380,123-398 560,-5 51-981,-113 120-9,-1 0 0,1 0 1,0 1-1,0-1 0,0 1 1,0-1-1,0 1 0,0 0 1,0 0-1,0 0 0,0 0 1,1 0-1,-1 1 0,0-1 1,1 0-1,-1 1 0,0 0 1,1 0-1,-1 0 0,0 0 1,1 0-1,-1 0 0,1 0 1,-1 1-1,0-1 0,1 1 1,-1 0-1,0-1 0,0 1 1,1 0-1,-1 1 0,0-1 1,0 0-1,0 1 0,0-1 1,0 1 0,8 18-139,-1 0 1,-2 0 0,0 0 0,-1 1 0,0 0 0,-2 0-1,-1 0 1,0 1 0,-2-1 0,-1 1 0,0 0-1,-3 11 139,3-5-591,0 23-4345</inkml:trace>
  <inkml:trace contextRef="#ctx0" brushRef="#br0" timeOffset="562.42">21124 4109 8210,'0'0'1504,"0"0"-526,0 0-12,0 0-261,0 0-264,0 0 41,14-12-13,-5 3-382,29-19 215,-37 29-287,0-1 0,0 0 0,0 0 0,0 0 0,0 0 0,0 1 0,0-1 0,0 0 0,0 1 0,0-1-1,0 1 1,0-1 0,0 1 0,0-1 0,0 1 0,-1 0 0,1 0 0,0-1 0,0 1 0,-1 0 0,1 0 0,-1 0 0,1 0 0,0-1-1,-1 1 1,0 0 0,1 0 0,-1 0 0,0 0 0,1 0 0,-1 0 0,0 0 0,0 1 0,0-1 0,0 0 0,0 0 0,0 0 0,0 0-1,0 0 1,0 0 0,-1 0 0,1 0 0,0 0 0,-1 0 0,1 0 0,-1 0 0,1 0-15,-15 317 1724,9-180-1434,7-137-290,0 0 0,0 0 1,-1-1-1,1 1 0,0 0 1,0 0-1,0 0 0,0-1 1,0 1-1,0 0 0,0-1 0,0 1 1,0-1-1,0 1 0,0-1 1,0 1-1,1-1 0,-1 0 1,0 0-1,0 0 0,0 1 1,0-1-1,1 0 0,-1-1 1,0 1-1,0 0 0,0 0 1,1 0-1,-1-1 0,0 1 1,0 0-1,0-1 0,1 0 0,-2 1 0,9-4 2,0 0 0,0-1 0,-1 0 0,1 0 0,-1-1 0,0 0 0,-1 0 0,0-1 0,0 0 0,0 0 0,-1-1 0,0 0 0,0 0 0,0-1-2,4-5 0,55-77-51,-45 60 20,2 0-1,1 1 1,2 1 0,0 2-1,9-6 32,-33 32-1,1-1 0,0 1 0,-1-1-1,1 1 1,0-1 0,0 1 0,0 0-1,0 0 1,0 0 0,1 0 0,-1 0 0,0 1-1,0-1 1,0 1 0,1-1 0,-1 1 0,0 0-1,1 0 1,-1 0 0,0 0 0,1 0-1,-1 1 1,0-1 0,0 1 0,1-1 0,-1 1-1,0 0 1,0 0 0,0 0 0,0 0-1,0 0 1,0 0 0,0 1 0,0-1 0,0 1-1,-1-1 1,1 1 0,-1 0 1,47 75-26,-46-75 28,96 281 54,-74-241-55,-23-41-1,0-1 0,0 1 0,0-1 0,0 1 0,0-1 0,0 0 0,0 1 0,0-1 0,0 0 0,0 0-1,0 0 1,0 0 0,0 0 0,0 0 0,0 0 0,0 0 0,0 0 0,0-1 0,0 1 0,0 0 0,0-1 0,0 1 0,0-1 0,0 1 0,-1-1-1,1 1 1,0-1 0,0 1 0,0-1 0,-1 0 0,1 1 0,0-1 0,0 0 0,-1 0 0,1 0 0,-1 0 0,1 1 0,-1-1 0,1 0 0,-1 0 0,0 0-1,1 0 1,-1 0 0,0 0 0,0 0 0,0-1 0,29-59 154,-4-2-1,-2-1 1,-3 0-1,3-29-153,3-1 341,29-157 527,-42 240-1316,-5 38-1662,-4 8-2627</inkml:trace>
  <inkml:trace contextRef="#ctx0" brushRef="#br0" timeOffset="-1385.264">16947 4114 8530,'0'0'1240,"0"0"-456,0 0-114,0 0 53,0 0-221,0 0-188,-8-18-158,1 4-129,3 8-16,1 0 0,-1 0-1,1 0 1,0-1 0,1 1 0,0-1 0,0 0 0,0 0 0,1 0 0,0 0-1,0 0 1,1 0 0,0 0 0,0 0 0,1 0 0,0 0 0,0 0-1,1-2-10,0 3 34,0 0-1,0 0 1,0 0-1,1 0 1,0 1-1,0-1 0,1 1 1,-1 0-1,1 0 1,0 0-1,1 1 0,-1-1 1,1 1-1,0 0 1,0 0-1,0 0 0,1 1 1,-1 0-1,1 0 1,1 0-34,-4 5 22,-1 0 1,1 0 0,0 1-1,-1-1 1,0 1-1,0 0 1,1 0 0,-2-1-1,1 1 1,0 1 0,0-1-1,-1 0 1,0 0-1,0 0 1,0 1 0,0-1-1,0 1 1,-1-1 0,1 1-1,-1-1 1,0 1 0,0-1-1,0 1 1,0-1-1,-1 0 1,0 1 0,0 1-23,1 4 83,0 1-26,3 19 58,-2 0 0,-1 0 1,-1 0-1,-1 0 0,-2 0 0,-1-1 0,-2 1 0,0-1 1,-2 0-1,-9 18-115,12-31 23,-2 0 1,0 0 0,-1-1-1,-1 0 1,0 0 0,0-1-1,-1-1 1,-1 0 0,0 0-1,-1-1 1,0-1 0,-1 0-1,0-1 1,-1 0 0,1-1-1,-1-1 1,-1 0 0,0-1-1,0-1 1,0-1-1,0 0 1,-1-1 0,-12 1-24,21-4 0,1 0 1,0-1 0,0 0-1,0 0 1,0 0-1,0-1 1,0 0-1,0-1 1,1 1 0,-1-1-1,1-1 1,-1 1-1,1-1 1,0 0-1,1 0 1,-1-1 0,1 0-1,0 0 1,0 0-1,0-1 1,1 1-1,0-1 1,0 0 0,0-1-1,1 1 1,0 0-1,0-1 1,-1-3-1,-24-110-76,27 116 74,0-1 0,1 0-1,0 1 1,0-1 0,0 1-1,1-1 1,-1 0 0,1 1-1,0-1 1,0 1-1,1-1 1,0 1 0,-1 0-1,1 0 1,1-1 0,-1 1-1,1 1 1,-1-1 0,1 0-1,0 1 1,0-1-1,1 1 1,-1 0 0,3-2 2,7 1 2,0 1 1,0 0-1,1 1 1,-1 0-1,1 1 1,-1 0 0,1 1-1,0 1 1,-1 0-1,1 1 1,-1 0-1,1 1 1,-1 1-1,0 0 1,0 1-1,-1 0 1,1 1 0,-1 0-1,-1 1 1,1 0-1,1 3-2,312 229-717,-221-155-2636,-50-44-3042</inkml:trace>
  <inkml:trace contextRef="#ctx0" brushRef="#br0" timeOffset="-1028.561">17652 4024 5273,'0'0'1672,"0"0"-670,0 0 58,0 0-34,-27 12-98,-84 43-1,106-52-885,1 0 0,0 0-1,0 1 1,0-1 0,0 1 0,1 0 0,-1 0 0,1 0-1,0 0 1,1 1 0,-1-1 0,1 1 0,-1 0 0,1 0 0,1 0-1,-1 0 1,1 0 0,0 0 0,0 0 0,0 0 0,1 0-1,-1 1 1,1-1-42,0 4 41,-2 0-25,0-1 0,1 1 0,0 0 0,0 0 0,1 0 1,1 0-1,-1 0 0,2 0 0,-1 0 0,1-1 0,0 1 0,1 0 0,0-1 1,0 0-1,1 0 0,0 0 0,0 0 0,1 0 0,0-1 0,1 0 0,4 6-16,9-1 12,-1 0-1,2-1 0,-1-1 0,2-1 0,-1-1 0,1 0 0,0-2 0,1 0 0,-1-2 0,1 0 0,0-1 1,0-1-1,1-2 0,-1 0 0,0-1 0,19-4-11,-19 3 19,-1-1 1,0-1 0,0-1-1,0 0 1,-1-2 0,0-1-1,0 0 1,-1-1-1,0-2 1,3-1-20,-15 7 29,1 0 0,-1 0 0,0 0 0,-1-1 0,1 0 0,-1 0-1,-1 0 1,1-1 0,-1 0 0,0 0 0,0-1 0,-1 1 0,0-1 0,-1 0 0,1 0 0,-1 0 0,-1-1 0,0 1 0,0-1 0,-1 1-1,1-1 1,-2 0 0,0 1 0,0-1 0,0 0 0,-1-1-29,-1 3 56,0 1-1,0-1 1,0 1-1,-1 0 0,0 0 1,0 0-1,-1 0 1,0 0-1,0 1 1,0 0-1,0 0 1,-1 0-1,0 0 1,0 1-1,0-1 1,-1 1-1,1 1 1,-1-1-1,0 1 1,0 0-1,0 0 1,-3 0-56,-149-38 487,-42 30-269,192 11-216,2 0-3,-1-1 0,1 0 0,0 1 0,0 1 0,-1-1 0,1 1 0,0 0 0,0 0 0,0 0 0,0 1 0,0 0 0,0 1 0,0-1 0,1 1 0,-1 0 0,1 0 0,-4 3 1,8-4-45,1 0-1,-1 0 1,1 0-1,-1 0 1,1-1-1,0 1 1,0 0-1,0 0 1,0 0-1,0 0 1,0 0-1,0 0 1,1 0-1,-1 0 1,0-1-1,1 1 1,0 0-1,0 0 1,-1 0-1,1-1 1,0 1-1,0-1 1,0 1-1,1 0 1,-1-1-1,0 0 0,1 1 1,-1-1-1,0 0 1,1 0-1,0 0 1,-1 0-1,1 0 1,0 0-1,-1 0 1,1 0-1,0-1 1,0 1-1,0-1 1,0 1-1,0-1 46,59 17-3758</inkml:trace>
  <inkml:trace contextRef="#ctx0" brushRef="#br0" timeOffset="-686.239">18630 3978 10762,'0'0'1349,"0"0"-719,-31 11-303,-101 35-79,123-44-209,1 1 0,-1 1 0,1-1 1,-1 2-1,1-1 0,1 1 0,-1 0 0,0 1 0,1-1 0,0 2 0,1-1 0,-1 1 0,1 0 1,1 0-1,-1 0 0,1 1 0,0 0 0,1 0 0,0 0 0,0 1 0,1 0 0,0-1 0,1 1 0,-1 0 1,2 0-1,-1 0 0,1 1 0,1-1 0,0 0 0,0 0 0,1 1 0,0-1 0,0 0 0,1 0 0,2 4-39,0 3 9,1 0 0,0 0 0,2-1 0,0 0 0,0-1 0,2 1 0,-1-1 0,2-1 0,0 0 0,0 0 0,2-1 0,-1 0 0,1-1 0,1 0 0,0-1 0,1-1 0,0 0 0,0-1 0,1 0 0,-1-1 0,2-1 0,-1 0 0,1-1 0,0-1 0,0 0 0,0-1 0,1-1 0,-1-1 0,1 0 0,0-1-9,1 3 15,0-1 0,-1-1 1,1-1-1,0 0 0,0-1 1,0-1-1,0-1 0,-1-1 1,1 0-1,-1-1 0,0-1 1,0 0-1,-1-2 0,0 0 1,0 0-1,-1-2 0,0 0 0,0 0 1,-2-1-1,1-1 0,-1-1 1,-1 0-1,0 0 0,-1-1 1,8-13-16,-13 14 44,-1-1 0,0 1 0,-1-1 0,0 0 1,-1-1-1,-1 1 0,0 0 0,-1-1 0,-1 1 0,0-1 1,-1 1-1,-1 0 0,0-1 0,-1 1 0,-4-13-44,0 13 42,-2 0-1,0 0 1,-1 1-1,0 0 1,-1 1-1,0 0 0,-1 0 1,0 2-1,-1-1 1,0 1-1,-1 1 1,0 1-1,0 0 0,-1 1 1,0 0-1,-2 1-41,-6-3 3,-1 1 1,0 1-1,-1 1 0,1 2 0,-1 0 0,0 2 0,0 0 1,-8 2-4,32 0-43,1-1 0,-1 1 0,0 0 1,0 0-1,0 0 0,0-1 0,0 1 1,0 0-1,0 0 0,0 1 0,0-1 1,0 0-1,0 0 0,0 0 1,0 1-1,0-1 0,0 0 0,0 1 1,0-1-1,0 1 0,0-1 0,0 1 1,1-1-1,-1 1 0,0 0 0,0-1 1,1 1-1,-1 0 0,0 0 1,1 0-1,-1-1 0,1 1 0,-1 0 1,1 0-1,-1 0 0,1 0 0,0 0 1,0 0-1,-1 0 0,1 0 0,0 0 1,0 0-1,0 0 0,0 0 0,0 1 43,-1 13-3842</inkml:trace>
  <inkml:trace contextRef="#ctx0" brushRef="#br0" timeOffset="8695.107">22650 4279 3697,'0'0'552,"0"0"-33,0 0 97,0 0 17,0 0 130,0 0 183,0 0-83,0 0-325,0 0-68,0 0 55,0 0-66,0 0-132,4 2-58,234 9 917,-152-13-1008,648 39 1007,-733-37-1979,-1 0-1432</inkml:trace>
  <inkml:trace contextRef="#ctx0" brushRef="#br0" timeOffset="8976.825">23628 4080 6457,'0'0'1406,"0"0"-725,0 0-332,27 24-56,88 77-88,-109-98-137,0 1 0,-1 0-1,0 0 1,0 0-1,0 0 1,0 1 0,0 0-1,-1 0 1,0 0 0,0 0-1,-1 1 1,1 0-1,-1 0 1,0 0 0,-1 0-1,0 0 1,0 0 0,0 1-1,0-1 1,-1 1-1,0-1 1,-1 1 0,1-1-1,-1 1 1,-1 0 0,1-1-1,-1 1 1,0-1-1,-1 1 1,1-1 0,-1 1-1,0-1 1,-1 0-1,0 0-66,-11 15 227,-2-1 1,0-1 0,-1-1 0,-1 0 0,-1-1 0,0-1 0,-1-1 0,-1 0 0,-10 4-229,-136 79 671,165-102-793,107-95-3226,-25 29-2027</inkml:trace>
  <inkml:trace contextRef="#ctx0" brushRef="#br0" timeOffset="11778.332">28531 4593 11650,'0'0'1937,"0"0"-161,0 0-792,0 0-767,0 0-217,0 0-120,0 0-1,35 3-519,-4-12-1072,-2-8-4313</inkml:trace>
  <inkml:trace contextRef="#ctx0" brushRef="#br0" timeOffset="11982">29088 4562 10570,'0'0'1769,"0"0"-345,0 0-488,0 0-624,0 0-312,0 0-440,0 0-1280,25-37-2529</inkml:trace>
  <inkml:trace contextRef="#ctx0" brushRef="#br0" timeOffset="12234.869">29425 4621 10658,'0'0'1601,"0"0"127,0 0-816,0 0-912,0 0-648,0 0-424,0 0-1537</inkml:trace>
  <inkml:trace contextRef="#ctx0" brushRef="#br0" timeOffset="12469.938">29937 4613 8610,'0'0'1040,"0"0"-624,0 0 152,0 0 224,-9 164-215,-23-108 7,-9 1 72,-6-9-144,6-11-136,13-17-88,19-20-288,9 0-208,0-23-4065</inkml:trace>
  <inkml:trace contextRef="#ctx0" brushRef="#br0" timeOffset="12934.581">30724 3984 6849,'0'0'1607,"0"0"-649,0 0 301,0 0 23,0 0-418,-33-23-245,-106-72-105,58 72-8,57 26-394,1 1 1,-1 1-1,1 1 1,0 2-1,1 0 0,0 1 1,0 1-1,1 1 1,0 1-1,1 1 1,0 1-1,1 0 0,1 2 1,1 0-1,0 1 1,-11 14-113,17-20 26,0 0-1,1 2 1,0-1 0,1 1 0,0 0 0,1 1 0,1 0-1,0 0 1,1 1 0,0-1 0,1 1 0,1 1 0,1-1-1,0 1 1,0-1 0,2 1 0,0 0 0,1 0 0,1 10-26,1-21-2,-1 0 0,1 0 1,0-1-1,0 1 0,0 0 1,1-1-1,0 0 0,0 1 1,0-1-1,0-1 0,1 1 1,-1 0-1,1-1 0,0 1 1,0-1-1,0 0 0,0-1 1,1 1-1,-1-1 1,1 0-1,0 0 0,0 0 1,-1 0-1,5 0 2,123 13-44,-119-17 20,-1 0 1,0 0 0,0-1 0,0 0 0,0-1 0,0-1 0,-1 0-1,0 0 1,0-1 0,0 0 0,0-1 0,-1-1 0,-1 1-1,1-1 1,-1-1 0,0 0 0,-1 0 0,0-1 0,-1 0 0,0 0-1,0-1 1,-1 0 0,-1 0 0,1 0 0,1-9 23,36-112 48,-33 149-126,-1 53 60,-3 1-1,-3 0 0,-5 40 19,1-21 50,-1-27-9,0-40-20,1 0 0,1 1 0,1-1 1,1 0-1,1 0 0,1 0 0,1 0 0,7 19-21,0-31-2893,-12-11-1839</inkml:trace>
  <inkml:trace contextRef="#ctx0" brushRef="#br0" timeOffset="11184.393">27412 4052 4889,'0'0'3641,"0"0"-1765,0 0-402,0 0-322,0 0-445,0 0-303,-6 7-196,-4 11-173,1 1 0,0-1-1,2 2 1,0-1 0,1 1 0,1 0 0,1 0-1,1 0 1,0 1 0,2-1 0,0 1-1,2-1 1,0 8-35,2-14-1,0 0 1,1 0-1,0-1 0,1 1 0,0-1 1,1 0-1,1-1 0,0 1 0,1-1 1,0-1-1,1 1 0,0-1 1,1-1-1,0 0 0,0 0 0,1-1 1,1 0-1,-1-1 0,2 0 0,-1-1 1,1-1-1,0 0 0,0 0 0,0-1 1,1-1-1,0 0 0,0-1 0,0-1 1,0 0-1,0-1 0,0 0 0,1-1 1,-1-1-1,0 0 0,0-1 0,9-2 1,-17 2 9,0 0-1,0-1 1,-1 0-1,1 1 1,-1-2-1,1 1 1,-1-1-1,0 1 1,0-2-1,-1 1 1,1 0-1,-1-1 0,0 0 1,0 0-1,-1 0 1,0 0-1,1-1 1,-2 1-1,1-1 1,-1 0-1,0 1 1,0-1-1,0 0 1,-1-2-9,20-152 289,-20 148-249,0 0 1,-1 0-1,-1 0 1,0 0-1,0-1 0,-1 1 1,-1 0-1,0 1 1,-1-1-1,0 1 1,0-1-1,-1 1 1,-1 0-1,0 1 1,0-1-1,-1 1 1,-7-7-41,2 5 19,-1 0-1,0 1 1,-1 0 0,0 1 0,0 1 0,-1 0 0,-1 1-1,1 1 1,-1 0 0,-1 1 0,1 1 0,-1 1 0,0 0-1,0 1 1,0 0 0,0 2 0,-13 0-19,29 1-29,-1 0 1,1 0-1,0 1 1,0-1-1,0 0 1,-1 1-1,1-1 1,0 1-1,0-1 0,0 1 1,0-1-1,0 1 1,0 0-1,0 0 1,0-1-1,0 1 1,0 0-1,0 0 1,0 0-1,1 0 1,-1 0-1,0 0 1,1 0-1,-1 0 0,1 1 1,-1-1-1,1 0 1,-1 0-1,1 0 1,0 1-1,0-1 1,-1 0-1,1 0 1,0 1-1,0-1 1,0 0-1,1 0 0,-1 0 1,0 1-1,0-1 1,1 0-1,-1 0 1,1 1 28,21 59-3421,12-15-3031</inkml:trace>
  <inkml:trace contextRef="#ctx0" brushRef="#br0" timeOffset="11558.771">28094 4703 5273,'0'0'2083,"0"0"-1121,0 0-105,0 0-42,0 0-117,0 0-29,-3 26 221,2-4-669,0-8-103,0 1 0,0-1-1,-2 0 1,1 0 0,-2 0 0,0 0 0,-1-1 0,0 1 0,-1-1 0,-5 8-118,3-7 202,-1 0 1,0 0-1,0-1 1,-2 0-1,1-1 1,-2 0-1,0-1 0,0 0 1,-1-1-1,-6 3-202,18-12 14,1-1-12,0-1 0,0 1 0,1-1 0,-1 1 0,0-1 0,0 1 0,0-1 0,0 0 0,0 1 1,0-1-1,0 1 0,0-1 0,0 1 0,0-1 0,0 0 0,0 1 0,0-1 0,-1 1 0,1-1 0,0 1 0,0-1 0,0 1 0,-1-1 0,1 1 1,0-1-1,-1 1 0,1 0 0,0-1 0,-1 1 0,1-1 0,-1 1 0,1 0 0,-1-1 0,1 1 0,-1 0 0,1-1 0,-1 1 0,1 0 0,-1 0 1,1 0-1,-1 0 0,1-1 0,-1 1 0,1 0 0,-1 0 0,0 0 0,1 0 0,-1 0 0,1 0 0,-1 0 0,1 0 0,-1 1 0,1-1 0,-1 0 1,0 0-1,1 0 0,-1 1 0,1-1-2,68-137-3777,-21 64-1626</inkml:trace>
  <inkml:trace contextRef="#ctx0" brushRef="#br0" timeOffset="9334.601">24376 3390 7706,'0'0'1292,"0"0"-365,0 0 140,0 0-79,0 0-359,0 0-302,22-13-4,71-20 261,-90 35-553,1 0 1,0 0-1,-1 0 1,1 0-1,-1 1 0,1-1 1,-1 1-1,0 0 1,0 0-1,-1 0 0,1 0 1,0 1-1,-1-1 1,0 1-1,0 0 0,0-1 1,0 1-1,-1 0 1,0 0-1,1 0 0,-1 0 1,0 3-32,120 316 1309,-72-176-858,7-2 0,6-3 0,6-3-1,56 82-450,-98-184 14,1-1 0,2-1 0,1-1-1,2-2 1,1-1 0,2-2 0,0-1-1,2-1 1,1-3 0,18 9-14,63 2-844,-115-35 662,0-1-1,-1 1 1,1-1 0,0 1 0,-1-1-1,1 0 1,-1-1 0,1 1 0,-1 0-1,0-1 1,1 0 0,-1 0 0,0 0-1,0 0 1,0-1 0,-1 1 0,1-1-1,0 1 1,-1-1 0,2-2 182,17-43-7118</inkml:trace>
  <inkml:trace contextRef="#ctx0" brushRef="#br0" timeOffset="9618.761">24534 4915 168,'0'0'8035,"0"0"-5289,0 0-1276,0 0-245,0 0-657,26-38-44,59-78-35,6 3-1,36-30-488,605-638 1205,-716 762-1176,-1 4 78,-1 0 0,-1-1 0,-1 0 0,0-1 0,-1-1 0,-1 1 0,-1-2 0,0 1 0,0-4-106,-6 3 235,12 39-3212,5-2-1513</inkml:trace>
  <inkml:trace contextRef="#ctx0" brushRef="#br0" timeOffset="10579.176">26009 4211 7282,'0'0'1280,"0"0"112,0 0 232,0 0-735,0 0-633,0 0 536,0 0-56,207 0-320,-112 0-88,-1 0-160,0 8-40,-9-5-80,-9 5-48,-10-2 0,-3-6-240,-19 0-1064,-19 0-2745</inkml:trace>
  <inkml:trace contextRef="#ctx0" brushRef="#br0" timeOffset="10827.106">26754 3978 5809,'0'0'800,"0"0"-39,0 0 223,0 0-120,0 0 144,170 162-40,-161-83 97,-9 12-81,0-4-416,-15-10-40,-1-12-128,-3-25-64,10-15-264,9-25-72,0 0-168,31-65-1200,10-6-1257,0-5-8145</inkml:trace>
  <inkml:trace contextRef="#ctx0" brushRef="#br0" timeOffset="14215.555">24634 5448 5553,'0'0'1741,"0"0"0,0 0 20,0 0-220,0 0-302,0 0-405,0 8-510,-2 19-253,1 0 1,2 0-1,1 0 0,1 0 1,1-1-1,1 1 1,2-1-1,0 0 0,2-1 1,1 1-1,1-2 0,1 0 1,1 0-1,1-1 1,1 0-1,1-2 0,19 20-71,-29-34 5,1-1-1,0-1 1,0 0-1,0 0 1,1 0-1,-1-1 1,1 0-1,0 0 1,1-1-1,-1 0 1,1 0-1,-1-1 1,1 0-1,0-1 1,0 0-1,8 0-4,-7-4-1,0 0-1,0-1 1,-1 0 0,1-1-1,-1 0 1,-1 0-1,1-1 1,-1 0-1,1-1 1,-2 0-1,1 0 1,-1 0-1,0-1 1,-1 0-1,0-1 1,0 1-1,-1-1 1,0-1-1,0 1 1,-1 0-1,0-1 2,8-11-87,107-197-2162,-118 255 1841,-1 652 1603,2-658-1054,-2-1 0,-1 1 0,-1-1 0,-2 1 0,-1-1 0,-1 0 0,-1 0 0,-2-1 0,-1 0 0,-2-1 0,0 0-1,-2-1 1,-1 0 0,-1-1 0,-1 0 0,-8 6-141,21-27 37,0-1 1,0 0-1,0 0 0,0 0 0,-1-1 0,1 1 0,-1-1 1,0 0-1,0 0 0,0-1 0,-1 0 0,1 0 0,0 0 1,-1 0-1,-4 0-37,8-2-1,0 0-1,0 0 1,0 0 0,0 0 0,0-1 0,0 1 0,0 0 0,0-1 0,0 0-1,0 1 1,0-1 0,0 0 0,1 0 0,-1 0 0,0 0 0,1 0 0,-1-1-1,1 1 1,-1 0 0,1-1 0,0 1 0,-1-1 0,1 0 0,0 1 0,0-1-1,0 0 1,0 1 0,1-1 0,-1 0 0,0 0 0,1 0 0,-1 0 0,1 0 0,-1 0-1,1 0 1,0 0 0,0 0 0,0-1 1,-9-198-1598,12 86-836,13 9-2757</inkml:trace>
  <inkml:trace contextRef="#ctx0" brushRef="#br0" timeOffset="14780.313">26062 5804 8250,'0'0'1946,"0"0"-510,0 0-48,0 0-214,0 0-590,0 0-404,6 6-20,8 5-104,1-2 0,-1 0 0,1-1 0,1 0 0,-1-1 0,1-1 0,0 0 0,1-1 0,15 2-56,-2 1 56,51 17 19,1-4-1,1-4 1,1-3 0,0-5-1,35-1-74,-117-9 8,0 0-1,0-1 0,-1 0 0,1 1 1,-1-1-1,1 0 0,-1 1 1,0-1-1,1 0 0,-1 0 0,0 0 1,0 0-1,-1 0 0,1-1 0,0 1 1,-1 0-1,1 0 0,-1 0 0,0-1 1,1 1-1,-1 0 0,0 0 1,-1-1-1,1 1 0,0 0 0,-1 0 1,1-1-1,-1 1 0,0 0 0,1 0 1,-1 0-1,0 0 0,0 0 0,-1 0 1,1 0-1,0 0 0,-1 0 0,1 0-7,-140-199-332,140 201 325,1-1-1,-1 0 1,0 1-1,1-1 1,-1 0-1,0 0 1,1 1-1,-1-1 1,1 0-1,-1 0 1,1 0-1,0 0 1,-1 0-1,1 0 1,0 0-1,0 0 1,0 0-1,-1 0 0,1 0 1,0 0-1,0 0 1,0 0-1,1 0 1,-1 0-1,0 0 1,0 0-1,0 0 1,1 0-1,-1 1 1,0-1-1,1 0 1,-1 0-1,1 0 1,-1 0-1,1 0 1,0 1-1,-1-1 1,1 0-1,0 0 8,12 5-4,-1 0-1,1 0 1,-1 1-1,0 1 1,-1 0-1,0 1 1,1 0-1,-2 0 1,1 1-1,-1 1 1,-1 0-1,0 0 1,0 1-1,0 0 1,-2 1-1,1-1 1,2 7 4,-5-9 52,0 1 0,-1 0 0,0 1 0,-1-1 0,0 1 0,0 0 0,-1-1 0,-1 1 0,1 0 0,-1 0 0,-1 1 0,0-1 0,-1 0 0,1 0 0,-2 0 0,0 0-1,0-1 1,0 1 0,-1 0 0,-1-1 0,0 1 0,0-1 0,-1 0 0,0-1 0,0 1 0,-1-1 0,0 0 0,-1 0 0,0-1 0,0 0 0,0 0 0,-2 0-52,-77 64 421,86-71-447,1 0-1,-1-1 0,1 1 1,-1 0-1,0 0 0,1 0 0,-1-1 1,0 1-1,1 0 0,-1 0 0,0-1 1,1 1-1,-1 0 0,0-1 0,1 1 1,-1 0-1,0-1 0,0 1 1,1 0-1,-1-1 0,0 1 0,0-1 1,0 1-1,0-1 0,0 1 0,1 0 1,-1-1-1,0 1 0,0-1 1,0 1-1,0-1 0,0 1 0,0-1 1,0 1-1,-1 0 0,1-1 0,0 1 1,0-1-1,0 1 0,0-1 0,-1 1 1,1 0-1,0-1 0,0 1 1,0 0-1,-1-1 0,1 1 0,0 0 1,-1-1-1,1 1 0,0 0 0,-1 0 1,1-1-1,-1 1 0,1 0 0,0 0 1,-1-1-1,1 1 0,-1 0 1,1 0-1,0 0 0,-1 0 27,4-6-602,15-29-3647</inkml:trace>
  <inkml:trace contextRef="#ctx0" brushRef="#br0" timeOffset="15263.522">27402 5680 5969,'0'0'1198,"0"0"296,0 0 234,0 0-146,0 0-446,0 0-513,-15 7-323,7-3-271,2-2-18,0 0-1,1 1 0,-1 0 1,1 0-1,0 1 1,0-1-1,0 1 1,0 0-1,0 0 0,1 1 1,0-1-1,0 1 1,0 0-1,1 0 1,-1 0-1,1 1 0,-2 4-10,-4 16 27,1 0 0,2 0 0,0 0 0,1 1-1,2 0 1,1 0 0,1 0 0,1 0 0,2 0-1,1 4-26,0-19 2,-1 0-1,2-1 1,0 1 0,0-1-1,1 0 1,1 0-1,0-1 1,0 1-1,1-1 1,0-1-1,1 1 1,0-1-1,0-1 1,1 0-1,0 0 1,1 0-1,0-1 1,0 0-1,0-1 1,1-1-1,0 1 1,0-2-1,0 1 1,1-2 0,-1 1-1,1-2 1,0 1-1,0-2 1,0 1-1,0-2 1,0 0-1,0 0 1,0-1-1,0 0 1,11-3-2,-13 1 1,0 0 0,0-1 0,0 0 0,0 0 0,-1-1 1,0 0-1,0-1 0,0 0 0,0 0 0,-1-1 0,0 0 0,-1-1 0,0 0 1,0 0-1,0 0 0,-1-1 0,0 0 0,-1 0 0,0 0 0,0-1 1,1-5-2,2-6 35,0 1 1,-2-2-1,0 1 1,-2-1-1,0 0 1,-1 0 0,-1 0-1,-2 0 1,-1-19-36,0 34 48,0-1 1,-1 0 0,0 1-1,0 0 1,-1-1-1,0 1 1,0 0-1,0 0 1,-1 1-1,0-1 1,-1 1 0,1 0-1,-1 0 1,0 0-1,-1 1 1,0 0-1,1 0 1,-2 0 0,1 0-1,0 1 1,-1 0-1,0 1 1,0 0-1,0 0 1,-1 0-49,-7-3 54,0 1-1,-1 1 1,1 0 0,-1 1-1,1 0 1,-1 2 0,0 0-1,0 1 1,0 0 0,0 1-1,-11 3-53,25-4-46,1 1 0,0 0 0,-1-1 0,1 1 0,0 0 0,0 0 0,0-1 0,-1 1 0,1 0 0,0 0 0,0 0 0,0 1 0,1-1 0,-1 0 0,0 0 0,0 0 0,1 1 0,-1-1 0,0 0 0,1 1 0,0-1-1,-1 0 1,1 1 0,0-1 0,-1 1 0,1-1 0,0 0 0,0 1 0,0-1 0,0 1 0,1-1 0,-1 1 0,0-1 0,1 0 0,-1 1 0,0-1 0,1 0 0,0 1 0,-1-1 0,1 0 0,0 0 0,0 1 0,-1-1 0,1 0 0,0 0 0,0 0 0,0 0 0,1 0 0,-1 0 0,0 0-1,0-1 1,0 1 0,1 0 0,0 0 46,27 14-3946</inkml:trace>
  <inkml:trace contextRef="#ctx0" brushRef="#br0" timeOffset="15983.267">28185 6237 9346,'0'0'2000,"0"0"-1279,0 0 95,0 0-552,0 0-264,0 0-744,0 0-417,85-28-4192</inkml:trace>
  <inkml:trace contextRef="#ctx0" brushRef="#br0" timeOffset="16230.147">28695 6218 9890,'0'0'1688,"0"0"-711,0 0 255,0 0-632,0 0-552,0 0-48,0 0-240,56 8-1136,-24-31-3017</inkml:trace>
  <inkml:trace contextRef="#ctx0" brushRef="#br0" timeOffset="16480.806">29110 6209 9138,'0'0'1304,"0"0"-800,0 0-504,0 0-488,0 0 184,0 0-1096,0 0-1777</inkml:trace>
  <inkml:trace contextRef="#ctx0" brushRef="#br0" timeOffset="16731.532">29579 6226 7986,'0'0'2576,"0"0"-1247,0 0 415,0 0-864,0 0-592,0 0-288,0 0-296,-38 0-864,66 0-1465,-3-3-6961</inkml:trace>
  <inkml:trace contextRef="#ctx0" brushRef="#br0" timeOffset="17386.108">30481 5855 5481,'0'0'1905,"0"0"-77,0 0-34,0 0-398,0 0-352,0 0-238,-30-6-122,-97-21-109,117 25-513,0 1 0,0 0 0,0 0 0,0 1 0,0 0 0,0 1 0,0 0 0,0 1 1,0 0-1,0 0 0,1 1 0,-1 1 0,1-1 0,0 1 0,0 1 0,0 0 0,0 0 0,1 1 1,0 0-1,0 0 0,1 1 0,-1 0 0,-4 6-62,5-6 13,0 0 0,0 0 1,0 1-1,1 0 0,0 0 0,1 0 0,-1 1 1,2 0-1,-1 0 0,1 0 0,1 1 0,0-1 0,0 1 1,1 0-1,0 0 0,1 0 0,0 0 0,0 0 1,1 2-14,0-7-5,1-1-1,-1 1 1,1 0 0,0-1 0,1 0 0,-1 1 0,1-1 0,0 0-1,0 0 1,0 0 0,0 0 0,1 0 0,0 0 0,-1-1 0,2 1-1,-1-1 1,0 0 0,0 0 0,1 0 0,0 0 0,0-1 0,-1 1 0,1-1-1,1 0 1,-1 0 0,0 0 0,0-1 0,1 0 0,0 1 5,137 18-314,-131-20 281,-1-1 1,1 1-1,-1-2 1,0 0-1,1 0 1,-1 0-1,0-2 1,0 1-1,-1-1 1,1 0 0,-1-1-1,0 0 1,0-1-1,-1 0 1,1 0-1,-1-1 1,0 0-1,-1 0 1,0-1-1,0 0 1,-1 0-1,6-9 33,40-101 463,-75 454-456,-2-87 478,21-246-1253,-1-3-1078</inkml:trace>
  <inkml:trace contextRef="#ctx0" brushRef="#br0" timeOffset="19225.564">28928 6854 7866,'0'0'1156,"0"0"-645,0 0-117,0 0 75,-33 6 169,-104 24 25,130-27-592,0-1 0,0 1 0,0 1 0,0-1 0,1 1 0,-1 0 0,1 0 0,0 1 0,1 0 1,-1 0-1,1 1 0,0-1 0,0 1 0,1 0 0,-1 0 0,-2 6-71,-3 3 193,1-2-36,0 1 0,0 0 0,2 0 0,0 0 0,0 1 0,2 0 0,-1 0 0,2 1 1,0-1-1,1 1 0,1 0 0,0 0 0,1 0 0,1 14-157,1-26 9,-1 0-1,1 0 1,1 0 0,-1 0 0,0 0-1,1 0 1,0-1 0,0 1 0,0-1 0,0 1-1,1-1 1,-1 0 0,1 1 0,0-2-1,0 1 1,0 0 0,0 0 0,0-1-1,1 0 1,-1 0 0,1 0 0,-1 0-1,1 0 1,0-1 0,0 1 0,0-1 0,0 0-1,0 0-8,129 2 11,-96-11-222,0-1 1,0-2-1,-1-1 0,0-2 0,6-5 211,53-31-2169</inkml:trace>
  <inkml:trace contextRef="#ctx0" brushRef="#br0" timeOffset="19493.093">29261 6489 9698,'0'0'1912,"0"0"-423,0 0-625,0 0-568,0 0 32,0 201 40,0-96 80,0 11-48,-3-3-128,-3-14-160,6-14-32,0-22-80,9-41-280,19-16-1312,-3-6-4505</inkml:trace>
  <inkml:trace contextRef="#ctx0" brushRef="#br0" timeOffset="19927.299">29673 6894 6577,'0'0'1259,"0"0"208,0 0-29,0 0-468,0 0-393,0 0-138,-27 5-10,-86 20-26,105-22-344,1 0 0,0 0 1,1 1-1,-1 0 0,1 0 0,0 1 0,0 0 1,0 0-1,0 0 0,1 1 0,0 0 0,0 0 1,1 0-1,-1 1 0,2-1 0,-1 1 0,0 0 1,1 0-1,1 0 0,-2 5-59,-3 5 150,1-2-75,0 0 0,1 0 0,1 0 0,1 1 0,0 0 1,1 0-1,0 0 0,2 0 0,0 0 0,0 0 0,3 10-75,-1-21-1,1 0-1,0-1 0,0 1 1,0-1-1,0 0 0,1 0 1,-1 0-1,1-1 1,0 1-1,0-1 0,0 0 1,1 0-1,-1 0 0,1-1 1,0 0-1,0 1 0,0-2 1,0 1-1,0 0 0,0-1 1,0 0-1,0 0 0,0-1 1,1 0-1,-1 0 0,0 0 1,1 0-1,-1-1 1,0 0-1,0 0 0,0 0 1,0 0-1,0-1 0,0 0 1,0 0-1,0-1 0,-1 1 1,3-2 1,10-10-84,1-1 0,-2 0 0,0-1 0,-1-1 0,-1-1 0,0 0 0,-1-1 0,-1 0 0,-1-1 0,-1 0 0,0 0 0,-2-1 0,1-6 84,-1 9-13,-7 16 379,-1 6 95,1 208 114,-1-208-639,0-1 0,0 1 0,1-1 0,-1 0 0,1 1 1,0-1-1,0 0 0,0 1 0,0-1 0,1 0 0,-1 0 0,1 0 0,0 0 0,0 0 0,0 0 0,0-1 0,0 1 1,1-1-1,-1 1 0,1-1 0,0 0 0,-1 0 0,1 0 0,0 0 0,0-1 0,1 1 0,-1-1 0,0 0 0,0 1 1,1-2-1,-1 1 0,0 0 0,1-1 0,-1 1 0,1-1 0,-1 0 0,1 0 0,-1 0 0,0-1 0,1 1 0,-1-1 1,2 0 63,27 1-5524</inkml:trace>
  <inkml:trace contextRef="#ctx0" brushRef="#br0" timeOffset="20316.241">30132 6917 7626,'0'0'1092,"0"0"-560,0 0-12,0 0 26,0 0-174,0 0-123,-19 12 80,-56 41 81,73-50-381,-1-1 0,1 1 0,0-1 0,1 1 0,-1 0 0,0 0 0,1 0 0,-1 0 0,1 0 0,0 0 0,0 0 0,0 1 0,1-1 0,-1 0 0,1 0 0,0 1 1,0-1-1,0 0 0,0 1 0,0-1 0,1 0 0,0 1-29,0 14 204,1-2-63,1 0 0,0 0 1,1-1-1,1 1 0,0-1 0,1 0 1,1-1-1,0 1 0,1-1 1,1-1-1,0 1 0,1-1 0,1-1-141,57 102 347,-67-113-316,0 2 0,0-1 0,0 0 1,-1 0-1,1 0 0,0 0 0,-1 0 0,0 1 1,1-1-1,-1 0 0,0 0 0,0 1 1,0-1-1,0 0 0,-1 0 0,1 1 0,-1-1 1,1 0-1,-1 0 0,0 0 0,0 0 0,0 0 1,0 0-1,0 0 0,0 0 0,-1 0 0,1 0 1,0 0-1,-1-1 0,0 1 0,1-1 1,-1 1-1,0-1 0,0 0 0,0 1 0,0-1 1,0 0-1,0 0 0,0-1 0,0 1 0,0 0 1,0-1-1,-1 1 0,1-1 0,0 0 0,0 1 1,-1-1-1,1 0 0,0 0 0,0-1 1,-1 1-1,1 0 0,0-1 0,-1 0-31,-5 3-62,-106 6 269,113-8-253,-1 0 1,1-1-1,-1 1 1,1 0 0,-1-1-1,1 0 1,0 1 0,-1-1-1,1 0 1,0 0-1,-1 0 1,1 0 0,0 0-1,0 0 1,0 0 0,0 0-1,0 0 1,0 0-1,0-1 1,0 1 0,0 0-1,1-1 1,-1 1 0,1-1-1,-1 1 1,1-1 0,-1 1-1,1-1 1,0 1-1,0-1 1,0 1 0,0-1-1,0 1 1,0-1 0,0 1-1,0-1 1,0 0-1,1 1 1,-1-1 0,1 1-1,-1 0 1,1-1 0,0 1-1,-1-1 1,1 1-1,1-1 46,19-43-4144,7 2-5900</inkml:trace>
  <inkml:trace contextRef="#ctx0" brushRef="#br0" timeOffset="20644.272">30617 7007 8074,'0'0'1168,"0"0"-168,0 0 414,0 0-374,0 0-386,0 0-100,-25 1-87,-78 9-183,98-9-274,1 1-1,-1 0 1,1 0 0,0 0-1,0 0 1,0 1-1,0 0 1,0 0 0,0 0-1,1 0 1,-1 0 0,1 1-1,0 0 1,0-1-1,1 1 1,-1 0 0,1 0-1,0 1 1,0-1-1,0 0 1,0 1 0,1-1-1,0 1 1,0 0 0,0-1-1,0 1 1,1 0-1,0 0 1,0-1 0,0 1-1,0 0 1,1 0 0,0 1-10,2 3 0,0-1 1,1 0-1,0 0 1,0-1-1,0 1 1,1-1 0,0 0-1,1 0 1,0-1-1,0 0 1,0 0-1,1 0 1,0-1 0,0 1-1,0-2 1,7 5-1,16 13 5,-4-2 34,-17-15 53,-1 0 0,1 0 0,-1 1 0,0 0 0,-1 0 0,1 1 0,-1 0 0,-1 0 0,1 1 0,-1 0 0,0 0 0,-1 0 0,0 1 0,0 0 0,-1 0 0,0 0 0,-1 0 0,0 1 0,0-1 0,-1 1 0,-1 0 0,1 0 0,-1 0 0,-1 2-92,-1-9-21,-1 0 1,0 0-1,1-1 0,-1 1 0,0-1 0,-1 0 0,1 1 0,0-1 1,-1 0-1,1 0 0,-1 0 0,1-1 0,-1 1 0,0-1 0,0 1 1,0-1-1,0 0 0,0 0 0,0 0 0,0-1 0,0 1 0,0-1 0,0 0 1,0 1-1,0-1 0,-1-1 0,1 1 0,0 0 0,0-1 0,0 1 1,0-1 20,-21-2-3289</inkml:trace>
  <inkml:trace contextRef="#ctx0" brushRef="#br0" timeOffset="18554.358">27415 6659 6225,'0'0'1831,"0"0"48,0 0-35,0 0-604,0 0-621,0 0-225,-3 33 216,-23 225 455,11-142-576,-4 151 9,29-256-847,-5-11 121,-1-1 0,1 1-1,0-1 1,0 0 0,-1-1 0,1 1 0,-1-1 0,1 0 0,-1 0 0,0 0-1,0-1 1,0 1 0,0-1 0,0 0 0,0 0 0,-1-1 0,1 0 228,35-39-5874</inkml:trace>
  <inkml:trace contextRef="#ctx0" brushRef="#br0" timeOffset="18867.479">27723 6894 7826,'0'0'1563,"0"0"157,0 0-356,0 0-522,-30 22-237,-93 72-158,119-91-422,0 1 0,0-1-1,0 1 1,0 0 0,1 0 0,-1 1 0,1-1-1,0 0 1,0 1 0,1 0 0,-1 0 0,1 0-1,0 0 1,1 0 0,-1 0 0,1 1 0,0-1-1,0 0 1,0 1 0,1-1 0,0 1-1,0-1 1,1 0 0,-1 1 0,1-1-25,1 21 62,-2-21-60,1 0 0,-1-1 0,1 1 0,0-1 0,1 1 0,-1-1 0,1 1 0,0-1 0,0 0 0,0 0 0,1 0 0,0 0 0,-1 0 0,1 0 0,0-1 0,1 1 0,-1-1 0,1 0 0,-1 0 0,1 0 0,0-1 0,0 1 0,0-1 0,1 0 0,-1 0 0,0-1 0,1 1 0,2 0-2,136 22 17,-130-22-14,0-1 0,0 0 1,0-1-1,0 0 0,0-1 0,0 0 1,0-1-1,0-1 0,0 0 0,0 0 1,-1-2-1,0 1 0,0-2 0,0 1 1,0-2-1,-1 0 0,0 0 0,0-1 1,-1 0-1,0-1 0,-1 0 0,0 0 1,6-8-4,-12 12 39,-1 1 1,1-1 0,-1 1 0,0-1-1,0 0 1,-1 0 0,1 0 0,-1 0-1,0 0 1,-1 0 0,1 0 0,-1-1 0,0 1-1,0 0 1,-1 0 0,1 0 0,-1 0-1,0-1 1,-1 1 0,1 0 0,-1 1-1,0-1 1,0 0 0,-1 0 0,1 1 0,-1 0-1,0-1 1,0 1 0,-1 0 0,1 0-1,-1 1 1,0-1 0,0 1-40,-22-13 35,-1 2 1,-1 0 0,-1 2-1,0 1 1,0 2-1,-30-7-35,54 15-1612,5 1-2968</inkml:trace>
  <inkml:trace contextRef="#ctx0" brushRef="#br0" timeOffset="29197.812">4485 1921 6033,'0'0'1146,"0"0"-74,0 0-34,0 0 61,0 0-299,0 0-147,17 1 74,242 15 2555,228-17-3282,307-13 1286,-650-5-1116,-142 18-258,0 0-1,0-1 1,0 1-1,0 0 1,0-1-1,0 1 0,0-1 1,-1 1-1,1-1 1,-1 0-1,1 0 1,-1 0-1,0 0 1,1 0-1,-1 0 0,0 0 1,0 0-1,-1 0 1,1-1-1,0 1 1,-1 0-1,1-1 0,-1 1 1,0 0-1,0-1 1,0 1-1,0-3 89,0-21-4073</inkml:trace>
  <inkml:trace contextRef="#ctx0" brushRef="#br0" timeOffset="29601.855">5954 1589 5865,'0'0'1863,"0"0"-109,0 0-204,0 0-265,0 0-570,0 0-428,-2-3-122,102 70 479,-84-54-595,0 1-1,-2 1 1,0 0 0,0 1-1,-2 0 1,0 1-1,-1 1 1,0-1-1,-2 2 1,0 0-1,-1 0 1,-1 0-1,-1 1 1,0 0 0,0 7-49,-3-13 99,-1 1 1,0 0 0,0-1 0,-2 1 0,0 0-1,0-1 1,-2 1 0,0 0 0,0-1 0,-1 1-1,-1-1 1,-1 0 0,0 0 0,0-1 0,-1 1 0,-1-1-1,-1-1 1,1 1 0,-2-1 0,0 0 0,0-1-1,-1 0 1,-1-1 0,0 0 0,0 0 0,-12 7-100,10-12 227,-1 0 0,1-1 0,-1 0 0,0-1 1,0-1-1,-1 0 0,1-1 0,0 0 0,-1-1 0,-12-2-227,-5 2 227,31 0-243,1 0 0,-1 1 0,0-1 0,1 1 0,-1-1 0,0 0 0,0 1 0,1-1 0,-1 0 0,0 0 0,0 0 0,1 0 0,-1 0 0,0 0 0,0 0 0,0 0 0,1 0 0,-1 0 0,0 0 0,0 0 0,0 0 0,1-1 0,-1 1 0,0 0 0,1-1 0,-1 1 0,0 0 0,1-1-1,-1 1 1,0-1 0,1 1 0,-1-1 0,1 1 0,-1-1 0,1 0 0,-1 1 0,1-1 0,-1 0 0,1 1 0,-1-1 0,1 0 0,0 0 0,0 1 0,-1-1 0,1 0 0,0 0 0,0 1 0,0-1 0,0 0 0,0 0 0,0 0 0,0 1 0,0-1 0,0 0 0,0 0 0,0 1 0,1-1 0,-1 0 0,0 0 16,72-29-5754,-36 11-6665</inkml:trace>
  <inkml:trace contextRef="#ctx0" brushRef="#br0" timeOffset="31240.604">7536 1875 2561,'0'0'968,"0"0"375,0 0 201,0 0 88,0 0-129,0-26-257,-6-83-215,5 105-984,0 0 0,-1 0 0,0-1 1,1 1-1,-1 0 0,-1 1 0,1-1 0,0 0 0,-1 0 1,0 1-1,0 0 0,0 0 0,0-1 0,-1 2 0,1-1 1,-1 0-1,0 1 0,1 0 0,-1-1 0,0 2 0,-1-1 1,1 0-1,0 1 0,-1 0-47,-9-6 104,-22-6 83,-1 1 1,0 3-1,-1 0 0,0 2 1,0 2-1,-1 2 0,1 1 1,-1 2-1,-15 3-187,43-3 25,-1-1 1,1 2-1,0-1 1,0 2-1,0-1 1,0 2 0,0-1-1,0 2 1,0-1-1,1 1 1,0 1-1,0 0 1,0 0-1,0 1 1,1 1-1,0-1 1,0 1-1,1 1 1,0 0-1,0 0 1,1 0-1,0 1 1,0 0 0,1 0-1,0 1 1,1 0-1,0 0 1,-2 6-26,5-9 3,1-1 1,0 1 0,0-1 0,0 1-1,1-1 1,0 1 0,0 0 0,1-1-1,-1 1 1,2-1 0,-1 1 0,1-1-1,0 0 1,0 1 0,0-1 0,1 0-1,0-1 1,0 1 0,1 0 0,0-1-1,0 0 1,0 1 0,0-2-1,1 1 1,0 0 0,4 2-4,12 5-9,0 0-1,1-2 1,0 0 0,1-1 0,0-2-1,1 0 1,0-2 0,-1 0 0,2-2-1,-1 0 1,0-2 0,0-1 0,1 0-1,-1-2 1,0-1 0,0-1 0,0-1-1,14-6 10,-19 5-3,-1-2-1,0 0 1,-1-1-1,0-1 1,0-1-1,-1 0 1,-1-1-1,0-1 1,0 0 0,-1-1-1,-1-1 1,0 0-1,-1-1 1,-1 0-1,-1 0 1,0-1-1,2-6 4,5-15-77,-2 0 0,-1-1 0,-3 0 1,0-1-1,-3 0 0,-1 0 0,0-29 77,1-37-399,-4 0 0,-10-86 399,4 170-44,-2-1-1,-1 1 1,-1 0-1,0 1 0,-2-1 1,0 1-1,-2 1 1,0 0-1,-1-1 45,10 19 11,1-1 0,-1 1 0,0 0 0,1-1 0,-1 1 0,0 0 0,-1-1 0,1 1 0,0 0 0,-1 0 0,1 0 0,-1 0 0,1 0 1,-1 0-1,0 1 0,0-1 0,0 0 0,0 1 0,0 0 0,0-1 0,0 1 0,-1 0 0,1 0 0,0 0 0,-1 0 0,1 1 0,-1-1 0,1 1 0,-1-1 0,1 1 0,-1 0 0,1 0 0,-1 0 0,1 0 0,-1 0 0,1 1 0,-1-1 1,1 1-1,0 0 0,-1-1 0,1 1 0,0 0 0,-1 1 0,1-1 0,0 0 0,0 1 0,0-1 0,0 1 0,0-1 0,0 2-11,-23 135 101,21 25 210,7-1 0,8 1 0,6-2-1,8 8-310,17 79 164,-17-179 0,-24-67-254,-1-1 0,1 0 0,0 0 0,0 0 0,-1 0 0,1 0 0,0 0 0,0 0 1,0 0-1,0 0 0,0-1 0,0 1 0,0 0 0,1 0 0,-1-1 0,0 1 0,0-1 0,0 1 0,1-1 0,-1 0 0,0 1 0,1-1 0,-1 0 0,0 0 0,0 0 0,1 0 0,-1 0 0,0 0 0,1 0 0,-1-1 0,0 1 0,1 0 0,-1-1 0,0 1 0,0-1 0,1 1 0,-1-1 0,0 1 0,0-1 0,0 0 0,0 0 0,0 0 0,0 0 0,0 1 0,0-1 0,0 0 0,-1-1 0,1 1 0,0 0 0,0 0 0,-1-1 90,23-35-7425</inkml:trace>
  <inkml:trace contextRef="#ctx0" brushRef="#br0" timeOffset="31603.026">8310 1700 7186,'0'0'1102,"0"0"-313,0 0 17,0 0 235,0 0-30,-32-6-257,-103-16-107,126 19-589,-1 0-1,1 1 0,-1 1 1,0 0-1,0 0 1,1 1-1,-1 0 1,0 0-1,1 1 1,-1 1-1,0 0 0,1 0 1,-1 1-1,1 0 1,0 0-1,0 1 1,0 0-1,1 1 1,-1 0-1,1 0 0,0 1 1,1 0-1,-1 0 1,1 1-1,0 0 1,1 0-1,0 1 0,0 0 1,-4 7-58,8-13 0,1-1 0,-1 1 0,1 0 1,0 0-1,-1 0 0,1 0 0,0 0 0,0 0 0,1 0 1,-1 0-1,0 1 0,1-1 0,-1 0 0,1 0 0,-1 1 1,1-1-1,0 0 0,0 0 0,0 1 0,1-1 1,-1 0-1,0 0 0,1 1 0,0-1 0,-1 0 0,1 0 1,0 0-1,0 0 0,0 0 0,0 0 0,1 0 0,-1 0 1,0 0-1,1 0 0,-1-1 0,1 1 0,0-1 0,0 1 1,-1-1-1,1 0 0,0 1 0,0-1 0,0 0 0,0 0 1,0 0-1,1-1 0,-1 1 0,0 0 0,0-1 1,1 0-1,-1 1 0,0-1 0,0 0 0,2 0 0,25 2-42,0-1-1,0-1 1,-1-1-1,1-2 1,0-1-1,-1-1 1,0-2-1,24-8 43,-27 5-65,0 2-1,1 0 1,0 2 0,0 0-1,1 2 1,15 0 65,-40 4 1,1 1 0,-1 0 0,1-1 0,-1 1 0,1 0 0,-1 0 0,1 0 0,-1 1 0,0-1 0,0 1 0,0-1 0,0 1 0,0 0 0,0-1 0,0 1 0,0 0 0,-1 0 0,1 1 0,-1-1 0,0 0 0,1 0 1,-1 1-1,0-1 0,0 1 0,0-1 0,-1 1 0,1-1 0,-1 1 0,1-1 0,-1 1 0,0-1 0,0 1 0,0 0 0,0-1 0,0 1 0,-1 0 0,1-1 0,-1 1-1,0 0-16,1 0 0,-1-1 1,1 1-1,0 0 0,0-1 0,0 1 1,0 0-1,0-1 0,1 1 0,-1 0 0,1-1 1,0 1-1,0-1 0,0 1 0,0-1 1,0 1-1,0-1 0,1 0 0,-1 0 1,1 1-1,0-1 0,-1 0 0,1 0 1,0-1-1,0 1 0,0 0 0,1-1 1,-1 1-1,0-1 0,0 0 0,1 1 1,0-1 15,20 0-2348,1-1-2733</inkml:trace>
  <inkml:trace contextRef="#ctx0" brushRef="#br0" timeOffset="31894.829">8722 737 7442,'0'0'1533,"0"0"-312,0 0-425,0 0-308,-3 24-131,-16 327 1218,20 319 643,0-649-2205,0 0-1,2 0 1,0 0-1,1-1 1,2 1-1,0-1 1,1 0-1,9 18-12,7-7-181,-9-55-1468,-14-27-1079,0-15-3755</inkml:trace>
  <inkml:trace contextRef="#ctx0" brushRef="#br0" timeOffset="32112.632">8294 1233 10794,'0'0'1609,"0"0"-1017,0 0-168,0 0 112,0 0-128,227 25-280,-120-25-48,9 0-80,35 0-504,-31 0-1288,-29-5-3490</inkml:trace>
  <inkml:trace contextRef="#ctx0" brushRef="#br0" timeOffset="32521.718">9383 1589 6577,'0'0'2276,"0"0"-917,0 0-485,0 0-161,0 0-115,0 0-111,-18-9-147,-58-29 30,70 36-340,-1 1 0,1-1 0,-1 1 0,0 0 0,1 1 0,-1-1 0,0 1 0,0 1 0,1-1 1,-1 1-1,0 0 0,1 1 0,-1 0 0,1 0 0,-1 0 0,1 1 0,0 0 0,0 0 0,0 0 0,0 1 1,1 0-1,-1 0 0,1 0 0,0 1 0,0 0 0,1 0 0,0 0 0,0 0 0,-2 3-30,4-6 8,-13 12 27,2 1 0,-1 0 0,2 1 1,0 0-1,1 0 0,1 2 0,0-1 0,1 1 1,1 1-1,1-1 0,1 1 0,0 1 0,1-1 1,1 1-1,0 10-35,5-28-2,-1 0 0,1 0-1,-1 0 1,1-1 0,0 1 0,0 0 0,0 0-1,0-1 1,0 1 0,0 0 0,0-1 0,1 1 0,-1-1-1,0 0 1,1 1 0,-1-1 0,1 0 0,0 0 0,-1 0-1,1 0 1,0 0 0,0 0 0,0 0 0,-1-1-1,1 1 1,0-1 0,0 1 0,0-1 0,0 0 0,0 0-1,0 0 1,0 0 0,0 0 0,2 0 2,76-8-14,-56-1-111,0-1-1,-1-1 1,0-2 0,0 0 0,-2-1 0,0-1 0,0-1-1,10-11 126,-9 8-173,51-45-114,-71 62 358,-5 28 378,-32 116 93,35-130-533,-1-8-14,0 0-1,0 0 1,0 0-1,1 0 1,-1 0 0,1 0-1,0 0 1,1 0-1,-1 0 1,1 0-1,-1 1 1,1-1 0,0 0-1,1-1 1,-1 1-1,1 0 1,-1 0 0,1-1-1,1 1 1,-1-1-1,0 1 1,1-1-1,-1 0 1,1 0 0,0 0-1,0 0 1,0-1-1,1 1 1,-1-1 0,1 0-1,-1 0 1,2 1 5,136 3-4527,-77-13-3448</inkml:trace>
  <inkml:trace contextRef="#ctx0" brushRef="#br0" timeOffset="32862.943">10232 964 9194,'0'0'1458,"0"0"-568,-16-24-365,-51-76-60,65 97-420,1 0 0,-1 0-1,0 0 1,0 0 0,0 0 0,0 0-1,0 1 1,-1-1 0,1 1 0,-1 0 0,0-1-1,1 1 1,-1 0 0,0 1 0,0-1 0,0 0-1,-1 1 1,1 0 0,0 0 0,0 0-1,-1 0 1,1 0 0,-1 1 0,1-1 0,-1 1-1,1 0 1,-1 0 0,1 0 0,-1 1 0,1-1-1,-2 1-44,3 1 21,-1-1 0,1 1-1,-1 0 1,1 0 0,0 0 0,-1 0-1,1 0 1,0 1 0,1-1-1,-1 1 1,0-1 0,1 1 0,-1 0-1,1-1 1,0 1 0,0 0-1,0 0 1,0 0 0,1 0-1,-1 0 1,1 0 0,0 0 0,-1 0-1,2 2-20,-2-2 11,-4 261 309,24-70 1,9-1-1,8-1 0,9-2 0,51 134-320,95 193 145,-186-503-159,-3-11 4,1 0-1,-1 0 1,0 0-1,-1 0 1,1 0-1,0 0 1,-1 1-1,0-1 0,0 1 1,0-1-1,0 1 1,0-1-1,-1 1 1,0 0-1,0-1 1,0 1-1,0 0 1,0-1-1,-1 1 0,1-1 1,-1 1-1,0-1 1,0 1-1,0-1 1,-1 1-1,1-1 1,-1 0-1,0 0 1,0 0-1,0 0 0,0 0 1,0 0-1,-1 0 1,0-1-1,1 1 1,-3 1 10,-54-2-2013,-22-12-3641</inkml:trace>
  <inkml:trace contextRef="#ctx0" brushRef="#br0" timeOffset="33128.599">9678 2062 11875,'0'0'1400,"0"0"-992,205-17-104,-89-5-96,16-12-32,10-9-56,-1-8-120,20-11-152,-39 11-2240,-37 11-4986</inkml:trace>
  <inkml:trace contextRef="#ctx0" brushRef="#br0" timeOffset="33411.605">10550 1391 4937,'0'0'1975,"0"0"-408,0 0-300,0 0-617,0 0-478,0 0-58,15 14 162,154 176 798,-155-167-939,-2 0 1,0 0-1,-2 1 0,-1 0 0,0 1 1,-2 0-1,-1 1 0,-1 0 1,-1-1-1,-1 1 0,-2 1 1,0-1-1,-2 5-135,1-29 17,0-1 0,-1 1 1,1-1-1,0 0 0,0 1 0,-1-1 0,1 0 0,-1 0 1,1 1-1,-1-1 0,0 0 0,1 0 0,-1 0 1,0 1-1,0-1 0,0 0 0,0 0 0,0-1 1,0 1-1,0 0 0,0 0 0,0 0 0,-1-1 1,1 1-1,0 0 0,0-1 0,-1 1 0,1-1 1,0 0-1,-1 1 0,1-1 0,0 0 0,-1 0 1,1 0-1,0 0 0,-1 0 0,1 0 0,-1 0 1,1 0-1,0 0 0,-1-1 0,1 1 0,0-1 0,0 1 1,-1-1-1,1 1 0,0-1 0,0 0 0,0 0 1,-1 0-1,1 1 0,0-1 0,0 0 0,1 0 1,-1 0-1,0 0 0,0-1 0,0 1 0,1 0 1,-1 0-1,0 0 0,1-1 0,-1 1 0,1 0 1,-1-1-18,-7-20 53,0 0 1,1 0-1,1-1 0,2 0 1,0 0-1,1 0 1,1 0-1,1-1 1,2 1-1,0-9-53,0 11 91,-2 14-77,1 1 1,0-1-1,0 0 1,1 0-1,0 0 1,1 1-1,-1-1 1,1 0-1,0 1 1,1 0-1,-1-1 0,1 1 1,1 0-1,-1 0 1,1 1-1,0-1 1,0 1-1,1 0 1,0 0-1,0 0 1,0 0-1,0 1 0,0 0 1,1 0-1,6-3-14,1 1-211,0 0-1,1 1 1,-1 1 0,1 0-1,0 0 1,0 2-1,1 0 1,-1 0-1,1 1 1,11 1 211,-11 0-737,42-1-3985</inkml:trace>
  <inkml:trace contextRef="#ctx0" brushRef="#br0" timeOffset="33833.184">11430 1555 1384,'0'0'5752,"0"0"-3557,0 0-945,0 0-282,0 0-252,0 0-177,-15-20 39,-50-62-94,63 80-469,0 0 0,1 0 1,-1 0-1,0 0 0,0 0 1,0 0-1,0 1 0,0-1 1,-1 1-1,1 0 0,0-1 1,-1 1-1,1 0 0,-1 0 1,1 0-1,-1 1 0,0-1 0,1 1 1,-1-1-1,0 1 0,1 0 1,-1 0-1,0 0 0,1 1 1,-2-1-16,-8 1 33,2 1-9,-1 1 0,1 1 0,0-1 0,1 2 1,-1-1-1,1 1 0,-1 1 0,1 0 0,1 0 1,-1 0-1,1 1 0,1 1 0,-1-1 0,1 1 0,0 0 1,1 1-1,0 0 0,0 0 0,1 0 0,0 1 1,1-1-1,0 1 0,0 0 0,1 0 0,0 1 0,1-1 1,1 1-1,-1-1 0,1 1 0,1 7-24,0-14 1,-1 1-1,-1 1 0,2-1 0,-1 1 0,1-1 0,0 1 0,0-1 0,0 1 1,1 0-1,-1-1 0,2 1 0,-1-1 0,0 0 0,1 1 0,0-1 0,1 0 0,-1 0 0,1 0 0,0 0 1,0-1-1,0 1 0,0-1 0,1 0 0,3 3 0,2-2-28,1 0 1,0 0 0,1-1-1,-1-1 1,1 0-1,-1 0 1,1-1-1,0 0 1,0-1-1,0 0 1,0-1-1,0 0 1,0-1 0,0 0-1,0-1 1,0 0-1,0-1 1,-1 0-1,1 0 1,-1-1-1,0-1 1,0 0 0,-1 0-1,8-6 28,-10 5-53,0-1 0,-1 0-1,0 0 1,0-1 0,-1 0 0,0 0 0,0 0-1,-1 0 1,0-1 0,0 0 0,-1 0 0,0 0-1,-1 0 1,0 0 0,-1-1 0,1 1-1,-2 0 1,1-1 0,-2 1 0,1-6 53,0 14 11,0 1 0,0-1-1,1 0 1,-1 0 0,0 0 0,0 0 0,0 0 0,0 1 0,0-1-1,0 0 1,0 0 0,0 0 0,-1 0 0,1 0 0,0 1 0,0-1-1,-1 0 1,1 0 0,-1 0 0,1 1 0,-1-1 0,1 0 0,-1 0-1,1 1 1,-1-1 0,1 0 0,-1 1 0,0-1 0,1 1-1,-1-1 1,0 1 0,0-1 0,1 1 0,-1 0 0,0-1 0,0 1-1,0 0 1,1-1 0,-1 1 0,0 0 0,0 0 0,0 0 0,0 0-11,-6 32 136,7-23-137,-1 1 0,1-1-1,1 0 1,0 0 0,0-1 0,0 1 0,1 0 0,1 0 0,0 0 0,0-1 0,0 0 0,1 0 0,0 0 0,1 0 0,0 0 0,0-1 0,0 0 0,1 0 0,5 4 1,65 35-734,-18-35-2780,-24-10-2515</inkml:trace>
  <inkml:trace contextRef="#ctx0" brushRef="#br0" timeOffset="34625.706">11808 1451 4265,'0'0'3647,"0"0"-2345,0 0-574,0 0-224,0 0 367,0 0 75,9 25-84,30 82-39,-10 58 651,-27-45-524,19-123-1043,100-176-371,-89 123 211,34-47-67,-66 103 318,-1 1 1,1-1-1,0 1 1,0-1-1,-1 0 1,1 1-1,0 0 1,0-1-1,0 1 1,0-1-1,0 1 1,0-1-1,0 1 1,0-1-1,0 1 1,0-1-1,0 1 1,0-1-1,0 1 1,0-1-1,0 1 1,0-1-1,1 1 1,-1-1-1,0 1 1,0-1 0,1 1-1,-1-1 1,0 1-1,1-1 1,-1 0-1,0 1 1,1-1-1,-1 1 1,1-1-1,-1 0 1,0 0-1,1 1 1,-1-1-1,1 0 1,-1 0-1,1 1 1,-1-1-1,1 0 1,-1 0-1,1 0 1,-1 0-1,1 0 1,0 0-1,-1 0 1,1 0-1,-1 0 1,1 0-1,-1 0 1,1 0-1,-1 0 1,1 0 1,-1 9 50,-1 3-23,0 1 1,1-1-1,0 1 0,1-1 0,1 0 0,-1 1 1,2-1-1,0 0 0,1 0 0,0-1 0,0 1 1,1-1-1,1 0 0,0 0 0,2 2-27,-5-12 4,-1 0-1,1 0 1,0-1-1,0 1 0,-1-1 1,1 0-1,0 0 0,0 0 1,-1 0-1,1-1 1,0 1-1,-1-1 0,1 1 1,0-1-1,-1 0 1,1 0-1,-1 0 0,1 0 1,-1-1-1,1 1 1,-1-1-1,0 1 0,0-1 1,0 0-1,0 0 0,0 0 1,0 0-1,0 0 1,-1 0-1,1-1 0,-1 1 1,1-1-1,-1 1 1,0-1-1,0 1 0,0-1 1,-1 1-1,1-1 1,0-2-4,10-11-13,90-105-428,-100 120 438,-1 0 0,1 0 0,-1 1 0,1-1 1,-1 0-1,1 1 0,0-1 0,-1 1 0,1-1 0,0 0 0,0 1 0,-1 0 0,1-1 1,0 1-1,0-1 0,0 1 0,-1 0 0,1 0 0,0-1 0,0 1 0,0 0 0,0 0 1,0 0-1,0 0 0,0 0 0,-1 0 0,1 0 0,0 0 0,0 0 0,0 1 0,0-1 1,0 0-1,0 1 0,-1-1 0,1 0 0,0 1 0,0-1 0,-1 1 0,1-1 0,0 1 1,0 0-1,-1-1 0,1 1 0,-1 0 0,1-1 0,-1 1 0,1 0 0,-1 0 0,1-1 1,-1 1-1,1 0 0,-1 0 0,0 0 0,0 0 0,1-1 0,-1 1 0,0 0 3,6 60 123,-6-50-68,-1-3-46,2 0 0,-1 0 0,1 0 0,0-1 0,0 1 0,1 0 0,0 0 0,0-1 0,1 1 0,0-1 0,1 0 0,-1 0 0,1 0 0,1 0 0,-1-1 0,1 0 0,0 0 0,1 0 0,-1 0 0,1-1 0,0 0 0,0 0 0,1-1 0,0 1 0,0-2 0,6 4-9,0-2 5,0-1-1,1-1 1,-1 0 0,1 0 0,0-2 0,0 0 0,0 0 0,0-1 0,0-1 0,-1 0 0,1-1 0,0 0 0,0-2-1,-1 1 1,0-2 0,0 1 0,0-2 0,0 0 0,11-7-5,-14 6 2,1 0 0,-1-1 1,0 0-1,-1-1 0,0 0 0,0 0 1,-1-1-1,0 0 0,-1-1 0,0 0 0,-1 0 1,0 0-1,-1-1 0,0 1 0,-1-1 1,0-1-1,0 1 0,-2 0 0,0-1 0,0 0 1,-1 1-1,0-1 0,-1 0 0,-2-10-2,1 21 1,0-1-1,-1 1 0,1 0 0,-1 0 1,1-1-1,-1 1 0,0 0 1,0 1-1,0-1 0,0 0 0,0 0 1,0 1-1,-1-1 0,1 1 1,0 0-1,-1 0 0,1 0 0,-1 0 1,1 0-1,-1 0 0,0 1 1,1-1-1,-1 1 0,0 0 0,1 0 1,-1 0-1,0 0 0,0 0 1,1 0-1,-1 1 0,0 0 0,1-1 1,-1 1-1,1 0 0,-1 0 0,1 0 1,-1 0-1,-1 2 0,-8 9 17,0 1 1,1 0-1,0 0 0,2 1 1,-1 1-1,2 0 0,0 0 1,0 0-1,2 1 0,0 0 1,-4 15-18,-3 8 110,2 1 1,2 1-1,1 0 1,2 0-1,2 0 1,1 23-111,2-55 3,0 1 1,1-1 0,0 1-1,0-1 1,1 1 0,0-1 0,1 1-1,0-1 1,0 0 0,1 1-1,0-1 1,1-1 0,0 1-1,0 0 1,1-1 0,0 0 0,1 0-1,-1-1 1,1 1 0,1-1-1,0 0 1,0-1 0,0 0 0,1 0-1,-1 0 1,1-1 0,1 0-1,-1-1 1,1 0 0,0 0 0,0-1-1,8 2-3,171 6-2039,-118-11-3486</inkml:trace>
  <inkml:trace contextRef="#ctx0" brushRef="#br0" timeOffset="35456.597">13440 1734 6409,'0'0'1299,"0"0"96,0 0-24,0 0-138,0 0-467,5-5-350,3-1-302,1 0 0,1 1-1,-1 0 1,1 0 0,-1 1-1,1 1 1,0 0 0,1 0-1,-1 1 1,0 0 0,1 1-1,-1 0 1,1 0 0,9 2-114,4-3 138,538-9 1424,-362 13-1388,282-2-208,-473 0-199,32-5-327,-32-16-4302,-11 7-1971</inkml:trace>
  <inkml:trace contextRef="#ctx0" brushRef="#br0" timeOffset="35703.237">14638 1210 6313,'0'0'978,"0"0"-315,0 0 525,0 0 176,22 30-57,-2-3-1019,-1-4-99,-2 1 0,0 1 0,-2 0 0,-1 2 0,-1-1 0,-1 2 0,1 6-189,-2-6 128,-1 1 1,-2 0-1,-1 1 0,-1 0 0,-1 0 0,-2 0 0,-1 0 0,-2 1 1,0-1-1,-4 13-128,2-34 64,-1-1 1,0 0 0,-1 0-1,0 0 1,0 0-1,-1-1 1,0 1-1,0-1 1,0-1 0,-1 1-1,0-1 1,-1 1-1,1-2 1,-1 1 0,0-1-1,0 0 1,-1-1-1,0 1 1,0-2-1,0 1 1,0-1 0,-4 1-65,-14 5 128,-1-1 1,1-1-1,-1-2 1,0 0 0,-1-2-1,-16-1-128,23 0 71,-10-1-355,46-16-2394,23-6-2279</inkml:trace>
  <inkml:trace contextRef="#ctx0" brushRef="#br0" timeOffset="41191.327">14975 1479 4873,'0'0'1874,"0"0"68,0 0-233,0 0-601,0 0-459,1-2-261,83-71 1109,-56 46-1433,-2-1 0,0-2 0,-3 0 0,0-2 0,-2 0 0,-2-1 0,0-2 0,9-27-64,-27 131 52,-42 453 1273,40-501-1284,0-19-39,0 1 1,0-1 0,1 1-1,-1-1 1,1 1-1,0 0 1,-1-1 0,1 1-1,0 0 1,1-1-1,-1 1 1,0 0 0,1-1-1,-1 1 1,1-1-1,0 1 1,0-1 0,0 1-1,0-1 1,0 1-1,1-1 1,-1 0 0,1 0-1,0 0 1,-1 0-1,1 0 1,0 0 0,0 0-1,0 0 1,0-1-1,0 1 1,1-1 0,-1 0-1,1 1 1,-1-1 0,0 0-1,2 0-2,70 0-931,-45-1-1257</inkml:trace>
  <inkml:trace contextRef="#ctx0" brushRef="#br0" timeOffset="-65002.645">1677 876 3537,'0'0'575,"0"0"-195,0 0-84,0 0 250,0 0-31,-5-3-155,-14-8 10,14 8 250,-7 23 4735,11 27-5818,2-28 908,-6 393 455,-71-11-308,66 231-432,6-46 637,1-549-603,3-37-171,0 0 20,0 1-22,-19 69 1653,55-70-1604,354 20 114,149 2-80,-462-22-99,-28-2-11,0 2 1,1 2-1,-1 3 1,0 1 0,13 6 5,23 4 9,0-4 1,1-3-1,0-4 1,1-4 0,7-4-10,9 3-4,228-3-363,-283 23 303,-37-9 99,-10-47-1344,-9 1-3104</inkml:trace>
  <inkml:trace contextRef="#ctx0" brushRef="#br0" timeOffset="-63163.452">1573 992 3657,'0'0'1029,"0"0"5,0 0 114,0 0 266,0 0 10,0 0-484,-4 3 529,112 23 451,36-9-1401,1-6 0,0-6 0,36-9-519,-13 3 111,-119 1-112,15-2 24,0 3 1,0 3 0,0 3 0,44 11-24,-62-6 21,8 3 15,0-3 0,1-2 1,0-2-1,47 0-36,182-22 90,49 11-42,-204 22-75,-25-18 78,-93-23 179,-12 36 5,-6 1137 187,-18-717-312,25 50-80,12-562-5417,-8 45-2929</inkml:trace>
  <inkml:trace contextRef="#ctx0" brushRef="#br0" timeOffset="-62416.301">3687 3194 2561,'0'0'820,"0"0"-36,0 0-357,0 0-194,0 0 83,0 0 142,-10 6 5287,49 3-4282,102-22-411,-121 9-956,0 2 1,0 0-1,1 2 0,-1 0 1,0 1-1,0 1 0,1 0 1,18 6-97,28-6 912,-65-2-649,-2 0 45,0 0 75,0 0-67,0 0-80,0 0-124,0 0-155,-3 0-745,-10 0-1306</inkml:trace>
  <inkml:trace contextRef="#ctx0" brushRef="#br0" timeOffset="-40718.861">2630 341 3729,'0'0'1523,"0"0"-443,0 0-28,0 0-88,0 0-209,-6-7-91,-24-60 1938,15 34-836,14 31-1733,-1 0 0,0 0 1,1-1-1,-1 1 0,1 0 0,0-1 1,-1 1-1,1-1 0,0 0 0,1 1 0,-1-1 1,0 0-1,1 1 0,0-1 0,-1 0 0,1 0 1,0 0-1,1 1 0,-1-1 0,0 0 0,1 0 1,-1 1-1,1-1 0,0 0 0,0 1 1,0-1-1,0 1 0,1-1 0,-1 1 0,1 0 1,0-1-34,3-2-10,1 1 1,0-1-1,0 1 1,0 0 0,0 1-1,1 0 1,-1 0-1,1 0 1,0 1-1,0 0 1,0 0 0,0 1-1,1-1 1,-1 2-1,0-1 1,0 1 0,1 0-1,6 1 10,-9 2 0,-1 0-1,1 1 1,-1-1-1,0 1 1,0 0-1,0 0 0,0 0 1,-1 0-1,0 1 1,1-1-1,-2 1 1,1 0-1,0 0 1,-1 0-1,0 0 1,0 1-1,-1-1 1,0 0-1,1 1 1,-2-1-1,1 1 0,-1-1 1,0 1-1,0 0 1,0 0 0,3 7 43,-1 1 0,0-1 0,-1 1 0,0-1 0,-1 1 0,-1-1 0,0 1 0,-1-1 0,0 0 0,-1 0 0,-1 1 0,0-2 0,0 1 0,-2 0 0,1-1 0,-1 0 0,-1 0-1,0-1 1,-1 0 0,0 0 0,-1-1 0,-7 7-43,2-7 15,0 0-1,0-2 0,-1 1 0,0-2 0,-1 0 0,0-1 1,0 0-1,0-2 0,0 1 0,-1-2 0,0 0 0,1-2 1,-1 1-1,0-2 0,0 0 0,-10-2-14,24 0-21,0 0 0,0 0-1,0-1 1,1 1 0,-1-1 0,1 1 0,-1-1-1,1 0 1,0 0 0,0 0 0,0 0 0,1 0-1,-1 0 1,1-1 0,-1 1 0,1-1-1,0 1 1,0-1 0,1 1 0,-1-1 0,1 1-1,0-1 1,0 1 0,0-1 0,0 0 0,1 1-1,-1-1 1,1 1 0,0-1 0,0 1-1,0-1 1,1 1 0,-1 0 0,1 0 0,0-1-1,-1 1 1,2 0 0,-1 1 0,0-1-1,0 0 1,1 1 0,0-1 0,-1 1 0,3-2 21,2 1-7,-1 1 0,1 0 0,0 0 0,0 0 1,0 1-1,0 0 0,0 0 0,0 1 0,0 0 0,0 0 1,0 0-1,0 1 0,0 0 0,0 1 0,-1 0 1,1 0-1,0 0 0,-1 1 0,1 0 0,-1 0 0,0 0 1,0 1-1,0 0 0,0 0 0,-1 1 0,0-1 1,2 3 6,13 16-204,-1 1 0,-1 1 1,-1 0-1,-1 1 1,-1 1-1,-2 0 1,-1 1-1,2 7 204,0 2-2662</inkml:trace>
  <inkml:trace contextRef="#ctx0" brushRef="#br0" timeOffset="-40157.5">3265 225 7562,'0'0'1139,"0"0"-201,0 0-369,0 0-57,0 0 212,0 0-127,-20-10 38,-65-29-11,83 37-601,1 1-1,-1 0 1,0 0-1,0 0 1,0 0-1,0 0 1,0 1-1,0-1 1,0 0-1,0 1 1,0 0-1,0-1 1,-1 1 0,1 0-1,0 0 1,0 0-1,0 1 1,0-1-1,0 0 1,-1 1-1,1-1 1,0 1-1,0 0 1,0 0-1,0 0 1,1 0-1,-1 0 1,0 0-1,0 0 1,1 1 0,-1-1-1,0 1 1,1-1-1,-1 1 1,1-1-1,0 1 1,0 0-1,-1 0 1,1 0-1,0 1-22,-5 6 67,-4 3-39,2 0-1,-1 0 0,1 1 0,1 1 1,0-1-1,1 1 0,1 0 0,0 1 1,1-1-1,0 1 0,1 0 0,1 0 1,0 0-1,1 7-27,3-16-3,0-1 0,1 1 0,0-1 0,0 0 1,0 0-1,0 0 0,1-1 0,-1 1 0,1-1 0,0 0 1,1 0-1,-1 0 0,1-1 0,0 1 0,0-1 0,0 0 1,0-1-1,0 1 0,1-1 0,-1 0 0,1 0 0,-1-1 1,1 1-1,0-1 0,0-1 0,3 1 3,7 4-2,8 2 5,-8-4 9,1 1 0,-1 1 0,0 1 0,-1 0 0,1 1 0,-1 1 0,-1 0 1,1 1-1,-1 0 0,-1 1 0,6 6-12,-17-15 8,-1 1 0,1-1-1,0 1 1,0 0 0,-1-1 0,1 1 0,-1 0 0,0 0 0,0 0-1,1 0 1,-1 0 0,-1 0 0,1 1 0,0-1 0,0 0 0,-1 0 0,1 1-1,-1-1 1,0 0 0,0 1 0,0-1 0,0 0 0,0 1 0,0-1 0,0 0-1,-1 0 1,1 1 0,-1-1 0,0 0 0,0 0 0,0 1 0,0-1-1,0 0 1,0 0 0,0 0 0,-1-1 0,1 1 0,-1 0 0,1 0 0,-1-1-1,0 1 1,0-1 0,0 1 0,1-1 0,-1 0 0,-1 0 0,1 0-1,0 0 1,0 0 0,-1 0-8,-103-3 86,102 1-74,1 1 0,-1-1 0,1 0 0,-1 0 0,1 0 0,0-1 1,0 1-1,0-1 0,0 1 0,0-1 0,0 0 0,0 0 0,0-1 1,1 1-1,-1 0 0,1-1 0,0 0 0,0 1 0,0-1 0,0 0 1,0 0-1,0 0 0,1-1 0,-1 1 0,1 0 0,0 0 0,0-1 1,1 1-1,-1-1-12,2-6 7,1 0 0,0 0 1,1 1-1,0-1 0,0 1 0,1-1 1,0 1-1,1 0 0,0 1 1,0-1-1,1 1 0,0 0 0,1 1 1,0-1-1,0 1 0,0 0 1,1 1-1,0 0 0,0 0 1,0 1-1,1 0 0,6-2-7,11-13 46,7-6-113,-21 15-168,0 1-1,1 0 1,0 1 0,0 1-1,1 0 1,0 0 0,1 2 0,14-6 235,-27 12-4076</inkml:trace>
  <inkml:trace contextRef="#ctx0" brushRef="#br0" timeOffset="-39315.212">205 1858 4281,'0'0'1972,"0"0"-781,0 0-513,0 0 58,0 0 56,0 0-253,-9-20 21,-21-70 144,30 85-670,0 0 1,1-1-1,-1 1 1,1 0-1,0 0 0,0 0 1,1 0-1,-1 0 0,1 0 1,0 0-1,1 1 0,-1-1 1,1 1-1,0 0 0,0-1 1,0 1-1,0 0 0,1 1 1,0-1-1,0 1 0,0-1 1,0 1-1,0 0 0,0 1 1,4-2-35,-8 3 7,6-3 20,0-1 0,-1 1-1,1 1 1,1-1 0,-1 1 0,0 0 0,1 0 0,0 1 0,-1 0 0,1 0 0,0 1 0,0 0 0,0 0 0,0 0 0,0 1 0,0 0 0,0 0 0,1 1-1,-1 0 1,-1 0 0,1 1 0,0 0 0,0 0 0,0 1 0,-1-1 0,0 1 0,1 1 0,-1-1 0,0 1 0,0 0 0,-1 1 0,0-1 0,1 1 0,-1 0-1,1 3-26,6 12 110,-1 0-1,-1 1 0,-1 1 1,0 0-1,-2 0 0,-1 1 0,0 0 1,-2 0-1,-1 0 0,0 0 0,-2 1 1,-1-1-1,-1 0 0,0 1 1,-3 3-110,2-10 51,-2 0 0,0-1 1,-1 0-1,0 0 1,-1 0-1,-1-1 1,0 1-1,-2-2 1,1 1-1,-2-1 1,0-1-1,0 1 0,-2-2 1,1 1-1,-14 9-51,17-14 17,-1-1 0,1 0 1,-1 0-1,-1-1 0,1 0 0,-1-1 0,0 0 0,0-1 0,0 0 0,-1 0 0,0-1 0,1-1 0,-1 1 0,0-2 0,0 0 1,0 0-1,0-1 0,-1 0 0,1-1 0,0 0 0,0-1 0,0 0 0,1-1 0,-8-2-17,11 1-9,-1-1-1,1 1 0,0-2 1,0 1-1,1-1 1,-1 0-1,1 0 1,1 0-1,-1-1 0,1 0 1,0 0-1,1-1 1,-1 1-1,2-1 1,-1 0-1,1 0 0,0 0 1,1-1-1,0 1 1,0-1-1,0 1 0,2-1 1,-1 0-1,1 1 1,0-1-1,0 0 1,1 1-1,1-2 10,-1 6 7,0 0 0,0 1-1,0-1 1,0 0 0,1 0 0,0 1-1,0-1 1,0 1 0,0 0 0,0-1-1,1 1 1,0 0 0,-1 0 0,1 1-1,0-1 1,0 0 0,1 1 0,-1 0-1,0 0 1,1 0 0,-1 0 0,1 0-1,0 1 1,0 0 0,-1 0 0,5-1-7,106-13 5,-103 14-27,0 2-1,0-1 0,1 2 0,-1-1 0,0 2 0,0-1 0,0 2 0,0-1 0,-1 1 0,1 1 1,-1 0-1,0 0 0,-1 1 0,1 1 0,-1-1 0,0 1 0,-1 1 0,6 6 23,82 84-3771,-62-58-1448</inkml:trace>
  <inkml:trace contextRef="#ctx0" brushRef="#br0" timeOffset="-38864.95">1044 1578 9466,'0'0'1252,"0"0"-652,0 0-181,0 0 279,0 0-90,-27-2-109,-90 1-79,114 1-407,-1 1 0,1-1 0,-1 1 0,1 0 1,0 0-1,-1 1 0,1-1 0,0 1 0,0 0 1,0-1-1,0 1 0,0 0 0,1 1 0,-1-1 1,0 0-1,1 1 0,0 0 0,0-1 0,-1 1 1,2 0-1,-1 0 0,0 0 0,1 1 0,-1-1 0,1 0 1,0 0-1,0 2-13,-4 5 32,1 0-18,0 0 1,0 0 0,1 1-1,1-1 1,0 1 0,0 0-1,1-1 1,0 1 0,1 0-1,0 0 1,0 0 0,2 0-1,-1-1 1,1 1 0,1 0-1,0-1 1,0 0 0,1 0-1,0 0 1,1 0 0,0 0-1,1-1 1,0 0 0,0 0-1,1-1 1,4 4-15,105 106 14,38 50 139,-152-166-149,0 0 1,1 0 0,-1 1-1,0-1 1,-1 1-1,1-1 1,0 1 0,-1 0-1,1 0 1,-1 0 0,0-1-1,0 1 1,0 0-1,-1 1 1,1-1 0,-1 0-1,1 0 1,-1 0-1,0 0 1,0 0 0,0 0-1,-1 0 1,1 0-1,-1 1 1,0-1 0,0 0-1,0 0 1,0-1-1,0 1 1,0 0 0,-1 0-1,0-1 1,-1 3-5,-9-1 25,0-2 0,1 1 0,-1-2 1,0 1-1,0-2 0,0 1 0,-1-2 0,1 0 0,0 0 1,1-1-1,-1-1 0,0 0 0,0 0 0,1-1 0,0-1 1,-6-2-26,0-2 99,0-1 1,1 0-1,1-1 1,0 0-1,0-1 1,1-1 0,0-1-1,0-1-99,10 9 20,-1 1-1,1-1 0,0 0 1,0 0-1,1 0 1,0-1-1,0 1 1,1-1-1,-1 0 1,1 0-1,1 0 1,-1 1-1,1-2 1,1 1-1,-1 0 1,1 0-1,0 0 1,1 0-1,0 0 0,0 0 1,0 0-1,1 0 1,1-4-20,7-7 6,1 1 0,0-1 0,1 2 0,1 0 0,0 0 0,1 1-1,1 1 1,0 1 0,1 0 0,15-9-6,-5 1 20,194-122-509,-62 73-2843,-91 45-1741</inkml:trace>
  <inkml:trace contextRef="#ctx0" brushRef="#br0" timeOffset="28155.962">3023 1405 3233,'0'0'923,"0"0"-82,0 0-211,0 0 106,0 0 200,-7-14 169,-24-46 60,29 57-1019,0 0 0,-1 0 0,1 0 0,0 1 1,-1-1-1,1 1 0,-1-1 0,0 1 0,0 0 0,0 0 1,0 1-1,0-1 0,0 0 0,-1 1 0,1 0 1,0 0-1,-1 0 0,1 0 0,-1 0 0,1 1 0,-1-1 1,1 1-1,-1 0 0,0 0 0,-1 1-146,-5-1 220,-220-5 1274,207 10-1457,0 0 1,1 2-1,-1 0 1,1 1 0,0 2-1,1 0 1,0 1 0,-5 5-38,-25 11 56,-6 1 60,28-15-70,0 0 0,1 2 1,1 2-1,0 0 0,2 1 0,0 2 0,1 1 0,-1 2-46,-10 15 29,2 1-1,1 1 1,2 2-1,3 1 1,1 1-1,-7 19-28,24-33 18,1 0-1,2 0 0,1 1 1,1-1-1,2 1 1,0 0-1,3 0 1,1 6-18,-2 14 40,0-19-20,0 0 0,2 1 0,1-1 0,2 0 0,1 0 0,4 5-20,-6-16 17,2-1 0,0 0 0,1-1-1,2 0 1,0 0 0,0-1 0,2 0 0,0 0-1,1-1 1,1-1 0,1 0 0,0-1 0,1 0-1,0-2 1,9 7-17,5-1 14,0-2 0,1-1 0,0-1-1,1-1 1,1-2 0,0-1 0,1-2-1,0-1 1,0-1 0,1-2 0,0-2 0,14 0-14,8-2 57,1-3 0,-1-2 0,0-3 0,-1-2 0,1-2 0,29-12-57,-66 15 14,1-1 0,-1-1 0,-1 0 0,0-2-1,0 0 1,-1-1 0,-1-1 0,0-1 0,-1 0 0,-1-1-1,0 0 1,-1-1 0,-1 0 0,0-2 0,-2 1 0,8-18-14,0 5 24,-1 0 1,-2-2 0,-1 0-1,-1 0 1,-2-1 0,-2-1-1,-1 0 1,-1-3-25,8-73 170,-6-1 1,-4 1-1,-7-44-170,1 143 39,-2 0 0,0 0 0,0 0 0,-1 1 0,-1-1 1,0 1-1,0 0 0,-1 0 0,-1 1 0,1 0 0,-2 0 0,-5-6-39,-114-77 358,113 80-319,0 0-1,-1 2 1,0 0 0,-1 0 0,-1 1 0,1 1 0,-2 1-1,-17-6-38,-145-51 110,172 61-192,-51-3-1874,46 21-662</inkml:trace>
  <inkml:trace contextRef="#ctx0" brushRef="#br0" timeOffset="63038.825">2680 1411 3049,'0'0'653,"0"0"-137,0 0-152,0 0 70,0 0 382,0-6-85,-1-27 1138,-37 32 2303,-251 1-1757,142 37-1721,136-32-673,1 0 1,0 1-1,0 1 1,0 0-1,1 0 1,0 1-1,0 0 1,1 0-1,0 1 1,0 0-1,1 1 1,0-1-1,1 1 1,0 1-1,-1 3-21,-97 178 240,90-151-168,2 0-1,2 1 0,1 0 0,3 0 0,1 0 0,1 36-71,5 121 198,52-59 40,-46-121-215,2 1 0,0-2 0,1 1 0,0-1 0,2-1 0,0 0 0,1 0 0,13 11-23,32 46 95,-51-65-93,1 0 0,0 0 1,0-1-1,0 0 0,1-1 0,0 0 0,1 0 0,-1-1 1,1 0-1,0-1 0,1 0 0,0 0 0,-1-1 1,1-1-1,1 0 0,-1 0 0,0-1 0,1-1 0,2 1-2,247 40 154,-130-56 48,-79 4-134,36-18 26,141-183 37,-97 75-51,-121 118-66,0 0 1,-1 0-1,-1-1 1,-1 0-1,-1-1 1,0 0-1,-2 0 1,0 0-1,-1-1 1,-1 0-1,0-10-14,5-18 2,5-144 230,-16 184-192,1 0 0,-1 1 0,0-1 1,-1 0-1,0 1 0,-1 0 0,1 0 0,-2 0 0,1 1 1,-1 0-1,0 0 0,0 0 0,-1 1 0,0 0 0,-4-3-40,-11-13 49,6 6-36,0 1 0,-1 1 0,0 0 0,-1 1 0,0 1 0,-1 1 0,-1 1 0,0 0 0,0 2 0,-16-5-13,-215-56 108,-93 56 2,327 16-114,0 0 0,-1 1 0,2 1 0,-1 0 0,0 2 0,1-1 0,0 2 0,1 0 0,0 1 0,0 1 0,1 0 0,0 1 0,0 1 0,1 0 0,1 0 0,0 1 0,1 1 0,-5 9 4,-54 31 273,38-21-297,32-32-16,0-1-8,0 0-21,2-10-233,79-129 394,-74 129-92,1 2-1,0-1 1,0 1-1,0 0 1,1 1-1,0 0 1,1 0-1,0 1 1,0 0-1,0 1 1,0 0-1,1 1 1,0 0-1,0 0 1,0 1-1,7 0 1,-4-2 0,23-7 7,20-7-27,0 2-1,1 2 1,0 3 0,2 3 0,17 1 20,-72 8-6,10-2-13,-1 1 0,1 0-1,0 1 1,0 1-1,0 1 1,0 0 0,-1 0-1,1 2 1,-1 0 0,1 0-1,-1 2 1,-1 0-1,1 0 20,155 72 100,-77 19-90,-86-109-885,-6 2-1434</inkml:trace>
  <inkml:trace contextRef="#ctx0" brushRef="#br0" timeOffset="36543.349">16192 1009 5361,'0'0'787,"0"0"-110,0 0 181,0 0 192,0 0-325,0 0-280,-2 19 300,-10 126 820,7 1 0,7 27-1565,0-30 437,-2 128-157,8-241-2562,-7-28-2313</inkml:trace>
  <inkml:trace contextRef="#ctx0" brushRef="#br0" timeOffset="38290.472">16007 1875 5177,'0'0'1262,"0"0"-211,0 0 6,0 0-118,0 0-152,0 0-210,13 0 167,315 0 2712,164 0-3200,-43 51-149,191-51-11,-271 1-66,-19-5 80,-179-9-28,274-22-90,-289 52-69,-72 2 84,0-4 0,1-3 0,16-3-7,48 7 8,24 5 0,169-2-8,6-36-8,-280 9 20,0 3 0,-1 3 0,1 3 0,12 4-12,184 37 24,218-51 5,-410 5-32,519-13-36,-166 14 28,-150 4 67,125-22-56,174-33 18,-416 31-22,2 7 1,80 4 3,195 27-59,465-10 125,-512-5-52,-15 42-28,23-61-26,40 2 6,98 85 122,-344-77-80,-188 8-104,0 1-1,0-1 1,0 0-1,-1 0 1,1 0-1,0 0 1,0 0-1,0-1 1,-1 1-1,1-1 1,-1 1-1,1-1 1,-1 1-1,0-1 1,1 0-1,-1 0 1,0 1-1,0-1 1,0 0-1,0 0 1,-1 0-1,1 0 1,-1 0-1,1 0 1,-1-1-1,1 1 1,-1 0-1,0 0 1,0 0-1,0-1 97,0-20-5794</inkml:trace>
  <inkml:trace contextRef="#ctx0" brushRef="#br0" timeOffset="40193.876">16041 1278 6489,'0'0'1229,"0"0"-321,0 0-283,0 0-65,0 0 278,0 0 81,34-9-118,113-30-245,26 23 160,-119 18-598,340 43 410,672 59 178,-824-92-604,0-10 0,0-10 0,226-39-102,-202 23 17,1 11 0,50 13-17,262 36 16,-577-36-16,241 3 36,167-23-36,242-34 17,455 27-17,-545 80 61,418-14-10,-397-2-99,810-45 103,-813-6-142,-355-10-496,130 5 583,489 22-280,-665-14-1238,-179 11 1550,-1 0-1,1 1 0,0-1 1,0 0-1,-1 1 0,1-1 1,0 0-1,0 1 0,-1-1 0,1 1 1,0-1-1,0 0 0,0 1 1,-1-1-1,1 1 0,0-1 1,0 1-1,0-1 0,0 0 1,0 1-1,0-1 0,0 1 0,0-1 1,0 1-1,0-1 0,0 1 1,1-1-1,-1 0 0,0 1 1,0-1-1,0 1 0,0-1 0,1 0 1,-1 1-1,0-1 0,0 0 1,1 1-1,-1-1 0,0 0 1,1 1-1,-1-1 0,0 0 0,1 0 1,-1 1-1,1-1 0,-1 0 1,0 0-1,1 0 0,-1 1 1,1-1-1,-1 0 0,1 0-31,-14 13-159,5 0 163,1 1 1,0 0 0,1 0 0,1 0-1,1 1 1,0 0 0,0 0-1,2 0 1,-1 5-5,-1 0 7,-50 454 552,48-329 413,17-150-464,19-68-1044,-27 31-1359</inkml:trace>
  <inkml:trace contextRef="#ctx0" brushRef="#br0" timeOffset="42230.473">19290 330 7138,'0'0'1096,"0"0"-163,0 0 89,0 0-10,0 0-478,-5-29-285,-12-95-20,18 121-214,-1-1-1,1 0 1,-1 0-1,1 0 1,0 1-1,1-1 1,-1 0-1,1 1 1,-1-1-1,1 1 0,0 0 1,0-1-1,1 1 1,-1 0-1,1 0 1,-1 1-1,1-1 1,0 0-1,0 1 1,0 0-1,0-1 1,1 1-1,-1 1 1,1-1-1,-1 0 1,1 1-1,1-1-14,6-3 51,-7 2-19,0 0 0,0 0 0,0 0 0,0 1 0,0 0-1,1 0 1,-1 0 0,1 0 0,-1 1 0,1 0 0,-1 0 0,1 0 0,0 0 0,0 1 0,0 0 0,-1 0 0,1 0 0,0 0 0,0 1 0,-1 0 0,1 0 0,0 0 0,-1 1 0,1-1 0,-1 1 0,0 0 0,1 0 0,-1 1 0,0-1 0,0 1 0,0 0 0,2 3-32,1 9 99,-2 1 0,1 0 1,-2 0-1,0 1 1,-1-1-1,-1 1 0,0-1 1,-1 1-1,-1 0 1,-2 12-100,2-24 18,-1 12 38,0 1 0,-1-1 0,-1 0 0,-1 0 1,0 0-1,-2 0 0,0-1 0,0 0 0,-1 0 0,-1 0 1,-1-1-1,-1 0 0,0-1 0,0 0 0,-1 0 0,-1-1 1,0-1-1,-6 4-56,-1 3 24,0-1 1,-1-1-1,-1-1 0,0-1 1,-2-1-1,1 0 1,-2-2-1,1-1 1,-2-1-1,1-1 1,-1-1-1,-1-1 1,1-1-1,-1-1 0,-20 0-24,43-6-12,-1-1 0,1 0 0,0 0-1,-1 0 1,1 0 0,0-1-1,0 1 1,1-1 0,-1 0-1,0 0 1,1 0 0,0 0 0,0 0-1,0-1 1,0 1 0,0 0-1,1-1 1,-1 0 0,1 1-1,0-1 1,0 0 0,0 1-1,1-1 1,-1 0 0,1 0 0,0 0-1,0 0 1,1 1 0,-1-1-1,1 0 1,-1 0 0,1 0-1,0 1 1,1-1 0,-1 0 0,1 1-1,-1 0 1,1-1 0,0 1-1,0 0 13,3-6-10,0 0-1,0 0 1,0 1 0,1 0-1,1 0 1,-1 0-1,1 1 1,0 0-1,1 1 1,0-1-1,0 1 1,0 1-1,0 0 1,1 0-1,0 0 1,0 1 0,1 1-1,-1-1 1,1 2-1,-1-1 1,1 1-1,0 1 1,0-1-1,0 2 1,5 0 10,-8 1 3,-1 1-1,1 0 1,-1 0 0,0 1-1,0-1 1,0 2 0,0-1-1,0 0 1,-1 1 0,1 0 0,-1 1-1,0-1 1,-1 1 0,1 0-1,-1 0 1,0 0 0,0 1-1,0-1 1,-1 1 0,0 0-1,0 0 1,0 0 0,1 7-3,44 61-103,58-9-3617,-55-51-1024</inkml:trace>
  <inkml:trace contextRef="#ctx0" brushRef="#br0" timeOffset="42603.314">19916 160 6793,'0'0'1944,"0"0"-160,0 0-258,0 0-586,0 0-415,0 0-229,-26-4-160,-79-6-102,103 11-34,0 0 1,0 1-1,0-1 1,0 1 0,0-1-1,0 1 1,0 0-1,0 0 1,1-1-1,-1 1 1,1 1 0,-1-1-1,1 0 1,0 0-1,0 0 1,0 1 0,0-1-1,0 0 1,1 1-1,-1-1 1,1 1-1,0-1 1,-1 1 0,1-1-1,0 1 1,0-1-1,1 1 1,-1-1 0,0 1-1,1-1 1,0 1-1,-1-1 1,1 0-1,0 1 1,1 0-1,-1 7 2,57 185 118,-27-111-20,-22-58-69,-1 0-1,-1 1 1,-1-1-1,-2 1 1,-1 1-1,0-1 1,-2 10-31,-2-34 5,1 0 1,-1 0 0,0-1-1,0 1 1,0 0 0,0-1-1,0 1 1,0-1 0,-1 1-1,1-1 1,-1 0 0,1 1 0,-1-1-1,0 0 1,0 0 0,0 0-1,0-1 1,-1 1 0,1 0-1,0-1 1,-1 1 0,1-1-1,-1 0 1,1 0 0,-1 0-1,0 0 1,1 0 0,-1-1-1,0 1 1,0-1 0,0 0-1,1 0 1,-2 0-6,-95-12 316,91 6-285,0 0 0,0 0 0,1 0 0,0-1 0,0-1 0,0 1 0,1-1 0,0 0 0,0 0 0,1-1 0,0 1 0,1-1 0,0 0-1,0-1 1,1 1 0,0-1 0,1 1 0,0-1 0,0 0 0,1 0 0,0 0 0,1 0 0,0 0 0,1 0 0,0 0 0,0 0 0,1 1 0,1-1 0,-1 0 0,2 1 0,-1-1 0,1 1 0,1 0 0,-1 1 0,1-1 0,1 1 0,3-4-31,0-6-109,2 1 0,0 0 0,0 1 0,2 0-1,0 1 1,1 0 0,0 1 0,1 1-1,1 0 1,0 1 0,1 1 0,0 0 0,0 1-1,1 1 1,0 1 0,1 1 0,0 0 0,0 1-1,3 1 110,11 4-3558</inkml:trace>
  <inkml:trace contextRef="#ctx0" brushRef="#br0" timeOffset="42880.554">20281 95 10402,'0'0'1673,"0"0"-521,0 0-512,0 0-456,0 0 320,132 150-32,-66-79-112,3-1-104,1-2-120,-1-8-56,-6-4-24,-10-7-40,-12-13-16,-13 1-152,-12-11-1128,-16-15-2833</inkml:trace>
  <inkml:trace contextRef="#ctx0" brushRef="#br0" timeOffset="43129.628">20303 825 3537,'0'0'4977,"0"0"-3409,0 0 297,0 0-489,0 0-528,151-195 56,-75 133-224,-1-1-232,4 1-320,-7 8-128,10-2-112,-19 16-1432,-22 9-3857</inkml:trace>
  <inkml:trace contextRef="#ctx0" brushRef="#br0" timeOffset="43443.652">21272 364 7586,'0'0'2089,"0"0"-1236,0 0-501,12-25 28,43-75-99,-54 98-247,0 0-1,1 0 1,-1 0 0,1 0-1,-1 0 1,1 0 0,0 1-1,-1-1 1,1 1 0,0-1-1,0 1 1,0-1 0,0 1-1,1 0 1,-1 0-1,0 0 1,0 0 0,1 1-1,-1-1 1,0 1 0,1-1-1,-1 1 1,1 0 0,-1 0-1,0 0 1,1 0 0,-1 0-1,1 0 1,-1 1 0,0-1-1,1 1 1,-1 0-1,0 0 1,1-1 0,-1 1-1,0 1 1,0-1 0,0 0-1,0 1 1,0-1 0,0 1-1,0-1 1,-1 1 0,1 0-1,-1 0 1,1 0 0,-1 0-1,1 0 1,-1 0-1,0 0 1,0 0 0,0 0-1,0 1 1,-1-1 0,1 0-1,-1 1 1,1-1 0,-1 1-1,0-1 1,0 0 0,0 2-34,13 34 356,-3 0 0,-1 1 0,-1 0 0,-3 0 0,-1 1 0,-2-1 0,-2 20-356,-1-48 19,0 1 0,-1-1 1,0 0-1,-1 0 0,-1 0 0,0 0 0,0-1 1,-1 1-1,0-1 0,-1 0 0,0 0 0,0-1 0,-1 0 1,0 0-1,-1-1 0,0 1 0,0-2 0,-1 1 1,0-1-1,0-1 0,-1 1 0,0-2 0,0 1 0,0-1 1,-1-1-1,0 0 0,0 0 0,0-1 0,0-1 1,0 0-1,0 0 0,-1-1 0,1-1 0,-4 0-19,12 0-7,-1 0-1,1-1 1,0 0-1,-1 0 1,1 0-1,0-1 1,0 1-1,-1-1 1,1 1-1,0-1 0,1 0 1,-1 0-1,0 0 1,0-1-1,1 1 1,0-1-1,-1 1 1,1-1-1,0 0 1,0 0-1,0 0 1,1 0-1,-1 0 1,1 0-1,0 0 1,0-1-1,0 1 0,0-1 1,0 1-1,1 0 1,-1-1-1,1 1 1,0-1-1,0-1 8,0-1-26,-1 0-1,1 0 1,0 0-1,1 0 1,0 0 0,0 0-1,0 0 1,0 0-1,1 0 1,0 0-1,1 1 1,-1-1-1,1 1 1,0-1-1,0 1 1,1 0-1,-1 0 1,1 0-1,3-2 27,2 2-2,-1 1 0,1 0-1,0 1 1,0 0 0,0 0-1,0 1 1,0 1 0,0-1-1,1 1 1,-1 1-1,1 0 1,-1 0 0,0 1-1,1 0 1,-1 0 0,0 1-1,0 0 1,0 1 0,0 0-1,0 1 1,0 0 0,-1 0-1,0 1 1,0 0-1,0 0 1,1 2 2,118 95 224,2 1-4615,-101-86-2775</inkml:trace>
  <inkml:trace contextRef="#ctx0" brushRef="#br0" timeOffset="43910.135">22168 234 7282,'0'0'1269,"0"0"-67,0 0 398,0 0-332,-28-5-563,-88-11-277,113 16-417,1-1 1,0 1 0,0 0-1,0 0 1,-1 0 0,1 0-1,0 0 1,0 1 0,0-1-1,-1 1 1,1-1 0,0 1-1,0 0 1,0 0 0,0 0-1,0 0 1,0 0 0,0 0-1,0 0 1,1 1-1,-1-1 1,0 1 0,1-1-1,-1 1 1,1 0 0,0 0-1,-1 0 1,1-1 0,0 1-1,0 0 1,0 0 0,1 0-1,-1 1 1,0-1 0,1 0-1,-1 1-11,-2 5 35,-3 12 59,1-1 0,1 1-1,1 0 1,0 1 0,1-1-1,2 0 1,0 1 0,2 14-94,-1-9 71,1-11-44,1 0 1,0 0 0,1-1 0,1 0 0,0 0 0,1 0 0,0 0 0,1-1-1,0 0 1,1-1 0,1 1 0,0-1 0,1-1 0,9 9-28,72 122 104,-89-139-94,-1 1 0,1 0 0,-1-1-1,0 1 1,0 0 0,0 0 0,-1 0-1,0 0 1,1 0 0,-1 0 0,-1 0-1,1 0 1,0 0 0,-1 0 0,0 0-1,0 0 1,0-1 0,-1 1 0,1 0-1,-1 0 1,0-1 0,0 1 0,0-1-1,0 0 1,0 0 0,-1 0 0,0 0-1,0 0 1,0 0 0,0-1 0,0 1-1,0-1 1,0 0 0,-1 0 0,1 0-1,-1 0 1,0-1 0,1 1 0,-1-1-1,0 0 1,0 0 0,0 0 0,0-1-1,0 0 1,-1 1-10,0 0 4,0 0 1,1 1-1,-1-2 1,0 1-1,0 0 0,0-1 1,0 0-1,0 0 1,0-1-1,0 1 0,0-1 1,0 0-1,0 0 0,1-1 1,-1 0-1,0 1 1,1-1-1,-1-1 0,1 1 1,0-1-1,0 0 0,0 0 1,0 0-1,0 0 1,1-1-1,-1 1 0,1-1 1,0 0-1,0 0 1,1 0-1,-1 0 0,1-1 1,0 1-1,0-1 0,0 0-4,-2-6 5,2 0 0,-1 0-1,1 0 1,1-1-1,0 1 1,1 0-1,0-1 1,0 1 0,1-1-1,1 1 1,0 0-1,1 0 1,0 0-1,0 0 1,1 0 0,0 1-1,1 0 1,1 0-1,-1 0 1,2 0-1,-1 1 1,1 0-1,1 0 1,-1 1 0,7-5-5,22-20 21,2 1 1,2 2 0,0 2 0,2 1 0,12-3-22,-51 28 2,28-16 3,-13 5-12,1 2 0,1 0-1,0 1 1,1 1 0,0 0 0,0 2-1,8-1 8,-28 9-59,-1 1-1,1-1 0,0 1 0,0-1 0,0 1 0,-1 0 1,1-1-1,-1 1 0,0 0 0,1-1 0,-1 1 0,0 0 1,0-1-1,0 1 0,0 0 0,0-1 0,0 1 0,0 0 1,-1 0-1,1-1 0,-1 1 0,1-1 0,-1 1 0,0 0 1,1-1-1,-1 1 0,0-1 0,0 0 0,0 1 0,0-1 1,0 0-1,-1 1 0,1-1 0,0 0 0,-1 0 0,1 0 1,0 0-1,-2 0 60,-35 44-3444,-6-5-3637</inkml:trace>
  <inkml:trace contextRef="#ctx0" brushRef="#br0" timeOffset="45692.57">23159 664 4849,'0'0'1174,"0"0"19,0 0 50,0 0 165,0 0-98,0 0-190,-15-6-296,-43-17-278,113 18 501,333 13 290,-384-9-1353,-1 1 0,1-1-1,0 0 1,0 0-1,0 0 1,-1-1-1,1 1 1,0-1-1,-1 0 1,0 0-1,1 0 1,-1 0-1,0-1 1,0 0 0,0 1-1,0-1 1,-1 0-1,3-3 17,-15-23-2726,-16 14-2765</inkml:trace>
  <inkml:trace contextRef="#ctx0" brushRef="#br0" timeOffset="45985.583">23187 327 6817,'0'0'1375,"0"0"118,0 0 232,0 0-562,0 0-603,0 0-201,2 2 91,8 4-280,0 0 1,0 0-1,1-1 1,-1-1 0,1 0-1,1 0 1,-1-1 0,0-1-1,1 1 1,-1-2-1,1 0 1,-1 0 0,1-1-1,0-1 1,10-1-171,-11 2 101,149-13 333,-111 13-2033,-43 10-1203</inkml:trace>
  <inkml:trace contextRef="#ctx0" brushRef="#br0" timeOffset="49256.878">24071 132 7154,'0'0'2613,"0"0"-1231,0 0-168,0 0 65,0 0-529,0 0-478,-6 0-197,-3 0-30,37 0 16,59 0 33,18-4-24,-1-5 1,0-4-1,46-14-70,-97 21 156,-53 15 61,-52 130 490,22-81-481,-200 460 743,209-413-884,22-103-122,0 0-1,0-1 1,0 1-1,0 0 0,0-1 1,1 1-1,-1-1 1,0 1-1,1-1 0,-1 1 1,1-1-1,0 0 1,-1 0-1,1 0 0,0 0 1,0 0-1,-1 0 0,1 0 1,0-1-1,0 1 1,0-1-1,0 1 0,0-1 1,0 0-1,0 0 1,0 0-1,0 0 0,0 0 1,0 0-1,0-1 1,0 1-1,0 0 0,0-1 1,0 0-1,0 1 1,-1-1-1,1 0 0,0 0 1,0 0-1,-1 0 0,1 0 1,0-1-1,-1 1 1,0 0-1,1-1 0,-1 1 1,0-1-1,1 0 1,-1 1-1,1-3 38,44-42-3323,-12-5-4503</inkml:trace>
  <inkml:trace contextRef="#ctx0" brushRef="#br0" timeOffset="49507.581">24156 485 10658,'0'0'1609,"0"0"-873,0 0-200,0 0 40,0 0-8,189 12-112,-85-12-104,9 0-184,0 0-88,10 0-80,-29 5-880,-37 12-2208</inkml:trace>
  <inkml:trace contextRef="#ctx0" brushRef="#br0" timeOffset="52642.604">25546 64 1616,'0'0'1154,"0"0"-305,0 0-64,0 0-129,0 0-127,0 0-55,4-5 12,17-21 133,-29 10 6240,-30 7-7756,34 8 1417,-5-1-478,-1 0 1,1 1-1,0 0 1,-1 1-1,1-1 1,0 2-1,-1 0 1,1 0-1,0 0 1,0 1-1,0 1 1,0-1-1,0 1 1,0 1-1,1 0 1,-1 0-1,-4 4-42,-1 1 23,0 1-1,1 0 1,0 1-1,1 1 0,0 0 1,1 1-1,0 0 1,1 1-1,0 0 0,1 0 1,1 1-1,0 1 1,2-1-1,-1 1 0,2 0 1,0 0-1,1 1 1,0-1-1,1 1 0,1 5-21,1-15 0,1-1 1,0 1-1,0-1 1,0 1 0,1-1-1,0 0 1,0 1-1,1-1 1,-1 0 0,2 1-1,-1-1 1,0 0-1,1-1 1,0 1 0,1 0-1,-1-1 1,1 0-1,0 0 1,0 0 0,1 0-1,0 0 1,0-1-1,0 0 1,0 0 0,4 2-2,90 51 68,-82-51-61,-1 2 0,-1 0 1,1 1-1,-1 0 1,-1 1-1,0 1 0,0 1 1,-1 0-1,-1 0 0,0 1 1,8 12-8,-18-22 1,0 0 1,0 1-1,-1-1 1,1 1-1,-1-1 0,0 1 1,0 0-1,0 0 1,0-1-1,-1 1 0,0 0 1,1 0-1,-1 0 1,-1 0-1,1-1 1,0 1-1,-1 0 0,0 0 1,0-1-1,0 1 1,-1 0-1,1-1 1,-1 1-1,0-1 0,1 0 1,-2 1-1,1-1 1,0 0-1,-1 0 0,1-1 1,-1 1-1,0 0 1,0-1-1,0 0 1,-1 1-2,-123 62 47,-24-42 29,147-24-70,1-1 0,-1 1 0,1-1 0,0 0 0,0 1 0,0-2 0,0 1 0,0 0 0,0 0 0,1-1 0,-1 0 0,1 1 0,-1-1 0,1 0 0,0 0 0,0 0 0,1 0 0,-1-1 0,0 1 0,1-1 0,0 1 0,0 0 0,0-1 0,0 0 0,1 1 0,-1-1 0,1 1 0,0-1 0,0 0 0,0 1 0,1-1 0,-1 0 0,1 1 0,0-1 0,0 1 0,0-1 0,0 1 0,1-1 0,0 1 0,-1 0 0,3-2-6,5-18 30,2 0 0,1 0 0,0 1 0,2 1 0,0 0 1,2 1-1,7-7-30,4-8 57,158-196 263,-180 224-392,1 0 0,0 0-1,1 1 1,-1-1 0,1 2 0,0-1 0,1 1 0,-1 0 0,1 0 0,0 1 0,1 0 0,-1 1-1,0-1 1,1 2 0,8-3 72,9-3-2500</inkml:trace>
  <inkml:trace contextRef="#ctx0" brushRef="#br0" timeOffset="52969.778">26081 27 9738,'0'0'1339,"0"0"-599,0 0-70,0 0-164,0 0-220,-30 30 49,-97 100 213,119-122-467,0 1 0,1 0 1,0 1-1,0 0 0,1 0 1,0 0-1,1 1 0,1-1 0,-1 1 1,2 1-1,-1-1 0,0 9-81,2-11 53,-1-3-9,1 0 0,1 0 1,-1 0-1,1 0 0,0 0 0,0 1 1,1-1-1,-1 0 0,2 1 0,-1-1 1,1 0-1,-1 1 0,2-1 0,-1 0 1,1 0-1,0 0 0,0 0 0,1 0 1,-1 0-1,1-1 0,1 1 0,1 1-44,8 0 45,0 0-1,1 0 0,0-1 0,1-1 0,-1-1 0,1 0 0,0-1 0,0 0 0,0-1 1,0-1-1,0 0 0,1-1 0,1-1-44,37 4 3,1-2 1,-1-3-1,0-2 1,0-2-1,0-2 0,-1-3 1,41-15-4,-54 1-2283,-38 13-336</inkml:trace>
  <inkml:trace contextRef="#ctx0" brushRef="#br0" timeOffset="53221.663">26298 100 9250,'0'0'2096,"0"0"33,0 0-1089,-60 156-240,35-45-72,-3 16-167,12-11-209,4 6-128,12-20-152,0-20-16,28-17-56,0-28-920,-9-18-3962</inkml:trace>
  <inkml:trace contextRef="#ctx0" brushRef="#br0" timeOffset="55428.491">16686 1281 5985,'0'0'1323,"0"0"23,0 0 146,0 0-172,0 0-539,-3-10-285,-10-28-138,13 134 1136,-9 353-335,9-445-1171,-1-1-40,-1 0 1,1 0-1,1 0 0,-1 1 1,0-1-1,1 0 1,-1 0-1,1 0 0,0 1 1,0-1-1,1 0 1,-1 0-1,0 0 0,1 1 1,0-1-1,0 0 1,0 0-1,0 0 0,0 0 1,1 0-1,-1 0 1,1-1-1,0 1 1,0 0-1,0-1 0,0 0 1,0 1-1,1-1 1,-1 0-1,1 0 0,-1 0 1,1 0-1,0-1 1,0 1-1,-1-1 0,1 1 1,0-1-1,0 0 1,1 0-1,-1-1 1,0 1-1,1 0 52,35-6-3984,-8-19-2174</inkml:trace>
  <inkml:trace contextRef="#ctx0" brushRef="#br0" timeOffset="55726.719">17098 1272 8794,'0'0'1728,"0"0"-1128,0 0-192,0 0 161,0 0-33,0 0-104,0 0-64,28 193 104,-28-125-88,-6 8-200,-13-5-32,0-6-152,13-17 0,6-14 0,13-28-760,21-6-1777,4-9-4024</inkml:trace>
  <inkml:trace contextRef="#ctx0" brushRef="#br0" timeOffset="55976.046">17916 1318 6257,'0'0'2721,"0"0"-969,0 0 153,0 0-961,0 0-480,0 0-40,-41 147 8,22-85 120,0 0-296,0-5 8,7-3-248,2-6 72,7-11-48,3-6-40,0-8-320,10-9-1120,12-14-2721</inkml:trace>
  <inkml:trace contextRef="#ctx0" brushRef="#br0" timeOffset="56238.647">18337 1281 6425,'0'0'4017,"0"0"-2528,0 0 79,0 0-792,0 0-624,0 0-144,0 0 152,0 102 72,0-43 168,0 4-104,0-1-168,0-6-24,0 1-24,0-15-72,0-13-8,22-29-832,7 0-1736,-1-3-4914</inkml:trace>
  <inkml:trace contextRef="#ctx0" brushRef="#br0" timeOffset="56472.673">19073 1204 8698,'0'0'1392,"0"0"-688,0 0 313,0 0-625,0 0 272,0 0 208,0 0 16,13 204-216,-13-133-320,-3 0-176,0-9-64,-1-14-104,4-3 64,0-16-72,0-7-176,35-22-1016,-7 0-1536,1-5-4346</inkml:trace>
  <inkml:trace contextRef="#ctx0" brushRef="#br0" timeOffset="56721.039">19822 1270 7826,'0'0'3856,"0"0"-3255,0 0 103,0 0 368,0 0-416,9 169-168,1-103-56,-4 7-80,4 1-56,-7-1-288,3-2 64,0-9-15,1-11-57,5-11-129,16-23-535,-6-6-1056,10-11-2585</inkml:trace>
  <inkml:trace contextRef="#ctx0" brushRef="#br0" timeOffset="56953.684">20828 1391 10266,'0'0'1513,"0"0"-785,0 0 304,0 0 72,0 0-480,0 207-216,0-131 80,0 1-239,0-1-105,0-2-120,0-12-16,0-17-8,13-19-409,12-12-999,0-14-3025</inkml:trace>
  <inkml:trace contextRef="#ctx0" brushRef="#br0" timeOffset="57207.028">21703 1488 9962,'0'0'1769,"0"0"-665,0 0 320,0 0-864,0 0-48,0 0 64,-13 189-112,-3-110-199,4 1-113,2-1-144,10-8 0,0-15-8,26-25-272,11-16-593,4-15-2183</inkml:trace>
  <inkml:trace contextRef="#ctx0" brushRef="#br0" timeOffset="57457.822">22804 1414 10506,'0'0'1721,"0"0"-1009,0 0 160,0 0-320,0 0 56,-3 161-224,-13-90 216,0 11-216,7 0-303,2-5-25,7-9-56,22-20-489,16-28-1815</inkml:trace>
  <inkml:trace contextRef="#ctx0" brushRef="#br0" timeOffset="58051.957">23326 1318 7226,'0'0'1056,"0"0"432,0 0 136,44 187-455,-25-103-265,-4 15-144,-2 3-208,-7 3 24,-6-3-72,0-9-232,0-16-112,0-15-152,0-22-8,41-37-464,9-3-1016,1-20-1513</inkml:trace>
  <inkml:trace contextRef="#ctx0" brushRef="#br0" timeOffset="58287.239">24354 1555 8978,'0'0'1760,"0"0"-832,0 0 265,0 0-185,0 167-176,0-99-248,0 3-208,16 0-200,-3-3-80,-1-12-24,4-5-72,-4-14 0,14-11-224,-7-15-1160,-1-11-2937</inkml:trace>
  <inkml:trace contextRef="#ctx0" brushRef="#br0" timeOffset="58537.453">25229 1434 9258,'0'0'1248,"0"0"-432,0 0 321,0 0-137,12 150-344,-12-82-96,0 2-280,0 1-80,0-6-104,0-5-40,0-12-56,19-6-152,9-13-1024,10-24-1985</inkml:trace>
  <inkml:trace contextRef="#ctx0" brushRef="#br0" timeOffset="58787.423">26194 1363 10178,'0'0'1673,"0"0"-921,0 0 464,0 0-392,0 0-400,0 175-16,0-124-208,0 6 16,0-9-144,0-5-72,0-1 0,3-16-88,13-4-568,9-13-960,-6-9-3393</inkml:trace>
  <inkml:trace contextRef="#ctx0" brushRef="#br0" timeOffset="59054.328">27088 1264 10482,'0'0'1961,"0"0"-1001,0 0 464,0 0-360,12 178-407,-2-115-401,-4 2-32,3-3-152,-2-3-72,-1-5 0,0-6 0,4-2-64,21-13-544,-3-7-825,1-18-2512</inkml:trace>
  <inkml:trace contextRef="#ctx0" brushRef="#br0" timeOffset="59317.318">27820 1369 7970,'0'0'1264,"0"0"-480,0 0 880,0 0-383,0 0-481,92 175-344,-83-115-280,-6 5-80,-3 25-96,-12-16-1376,-10-18-4850</inkml:trace>
  <inkml:trace contextRef="#ctx0" brushRef="#br0" timeOffset="65081.749">17365 1465 3633,'0'0'947,"0"0"-389,0 0-51,0 0-77,0 0-76,-26 20 33,-120 90 708,131-99-331,23-15-484,31-18-346,-35 20 64,24-15-35,1 2-1,0 0 1,1 3-1,0 0 1,1 2-1,0 1 1,1 1-1,0 2 1,0 2-1,23-1 38,-54 5 445,-9 0 1379,-7 2-1708,0 2 0,0-1-1,0 2 1,1 0 0,-1 1 0,1 0 0,1 1-1,-1 1 1,-7 5-116,3-3 97,-227 160 1156,226-150-1086,46-21-440,2-6 264,0-2 1,0-1 0,-1-1 0,0-2-1,24-14 9,52-23-173,71-18 52,-167 65 157,-49 25 168,2 3-1,1 1 1,1 2 0,1 1 0,1 2 0,-10 13-204,-64 71 813,109-114-814,0-1 0,-1 1 0,1 0 0,0-1 0,0 1 0,-1 0 0,1-1 0,0 1 0,0 0 0,0-1 0,0 1 0,0 0 0,0 0 0,0-1-1,0 1 1,0 0 0,0-1 0,0 1 0,1 0 0,-1-1 0,0 1 0,0 0 0,1-1 0,-1 1 0,0 0 0,1-1 0,-1 1 0,1-1 0,-1 1 0,1-1 0,-1 1 0,1-1 0,-1 1 0,1-1 0,0 1 0,-1-1 0,1 0-1,-1 1 1,1-1 0,0 0 0,-1 0 0,1 1 0,0-1 0,-1 0 0,1 0 0,0 0 0,0 0 0,-1 0 0,1 0 0,0 0 0,-1 0 0,1 0 0,0 0 0,0 0 0,-1-1 0,1 1 0,0 0 0,-1 0 0,1-1-1,-1 1 1,1-1 0,0 1 1,4 0 4,166-19 100,-137 9-213,-1-2 1,1-2 0,-2-1-1,0-1 1,-1-2 0,-1-1-1,0-1 1,6-8 108,-35 28-7,1 0-1,-1 0 1,1-1-1,-1 1 1,0 0 0,0-1-1,1 1 1,-1-1 0,0 0-1,0 1 1,1-1-1,-1 0 1,0 0 0,0 1-1,0-1 1,0 0 0,0 0-1,0 0 1,0 0-1,-1 0 1,1-1 0,0 1-1,0 0 1,-1 0-1,1-1 1,-1 1 0,1 0-1,-1 0 1,0-1 0,1 1-1,-1 0 1,0-1-1,0 1 1,0-1 0,0 1-1,0 0 1,0-1 0,0 1-1,-1 0 1,1-1-1,0 1 1,-1 0 0,1-1-1,-1 1 1,0 0 0,1 0-1,-1 0 1,0-1-1,0 1 1,1 0 0,-1 0-1,0 0 1,0 0-1,0 0 1,0 0 0,0 1-1,-1-1 1,1 0 0,0 1-1,-1-1 8,-22-2 57,0 2-1,0 0 1,0 2 0,0 1-1,1 1 1,-1 0-1,0 2 1,1 1 0,-21 8-57,90-13-314,146-85-32,-170 72 128,24-27-227,-52 36 413,-58 3 161,-73-11 446,132 7-579,0 0-1,0-1 1,0 0 0,0 1-1,1-1 1,-1-1 0,1 1-1,1-1 1,-1 1 0,1-1 0,0 0-1,0-1 1,1 1 0,0 0-1,0-1 1,0 1 0,1-1-1,0 1 1,0-1 0,1 0 0,0 0-1,0 1 1,0-1 0,1 0-1,0 1 1,0-1 0,2-2 4,-5-62 513,4 74-473,0 1 0,0 0 0,0-1-1,1 0 1,-1 1 0,1-1 0,0 0-1,0 0 1,0-1 0,0 1 0,1-1-1,-1 1 1,1-1 0,-1 0 0,1 0-1,0-1 1,0 1 0,0-1 0,0 0-1,0 0 1,0 0 0,0 0 0,2-1-41,116 17-85,26-19-2139,-89-9-4089</inkml:trace>
  <inkml:trace contextRef="#ctx0" brushRef="#br0" timeOffset="67198.88">19460 1323 296,'0'0'575,"0"0"-67,0 0 387,0 0 198,0 0-91,0 0-57,-27 13-210,-82 40-56,47 6 912,1 10 512,74-65-2167,7-6-18,1-1-1,-1-1 1,1-1-1,-1 0 1,-1-2-1,1 0 1,-1-2-1,-1 0 1,5-3 82,26-12-71,-39 19 100,-27 8 777,-11 12-584,1 2 0,1 1 1,0 1-1,2 1 0,0 2 0,1 0 1,-7 10-223,6-7 279,-8 33 181,38-53-484,12-6-29,0 0 0,1-1 1,-1 0-1,-1-2 0,1 0 1,0-1-1,-1-1 0,0 0 0,-1-2 1,1 1-1,0-3 53,9-1-206,194-84-866,-206 91 1113,-239 99 2288,124-45-1797,37-12 116,84-35-767,18-6 13,1-3-1,-2-1 1,1-1-1,-1-3 1,-1-1-1,0-1 1,0-3 106,31-8-479,104-33-676,-145 60 1193,-33 5 64,-199 126 1086,75-51-467,152-74-755,28-9 45,-22 2-74,1-1 1,0-2 0,-1-1-1,1-1 1,-1-1 0,1-1 0,-1-2-1,21-8 63,-106 13 962,-62 37-568,118-34-415,5-1-82,148-43 149,-70 35-37,-74-47 207,-7 32-275,16-100-778,-15 121 833,1 1 0,-1-1 0,0 0 0,0 0 0,0-1 0,-1 1 0,1 0 0,0 0 0,-1 0 0,0 0 1,1-1-1,-1 1 0,0 0 0,0 0 0,0-1 0,0 1 0,0 0 0,-1 0 0,1 0 0,-1-1 0,0 1 0,1 0 0,-1 0 0,0 0 0,0 0 0,0 0 0,0 0 0,-1 0 4,-9 0 53,1 1 0,-1 0 0,0 1-1,1 0 1,-1 0 0,0 1 0,0 1-1,1 0 1,-1 0 0,1 1 0,0 1 0,0-1-1,0 2 1,-8 3-53,16 1-109,26-11 48,-1-1 0,0-1 0,0-2 0,0 0 0,0-1 0,-1-1 0,18-10 61,134-62-587,-223 73 1021,31 7-421,0 1 0,1 2 1,-1-1-1,0 2 0,1 0 1,0 1-1,0 1 0,0 1 1,1 0-1,-15 9-13,31-16-5,1 0-1,-1 0 1,1 1-1,-1-1 1,0 0-1,1 0 1,-1 1-1,0-1 1,1 0 0,-1 0-1,0 1 1,1-1-1,-1 0 1,0 1-1,0-1 1,1 0-1,-1 1 1,0-1-1,0 1 1,1-1 0,-1 0-1,0 1 1,0-1-1,0 1 1,0-1-1,0 1 1,0-1-1,0 0 1,0 1 0,0-1-1,0 1 1,0-1-1,0 1 1,0-1-1,0 1 6,34-5-60,-1-1-1,1-1 1,-1-2-1,0-1 1,-1-2 0,0-1-1,-1-2 1,2-2 60,40-14-61,-117 31 524,31 3-459,0 1 0,1 0 0,0 1-1,0 0 1,1 1 0,-1 0 0,1 1 0,1 0 0,0 1 0,-8 8-4,17-16-8,0 0 0,0 1 0,0-1 1,0 0-1,1 1 0,-1-1 0,0 0 1,1 1-1,-1-1 0,1 1 0,-1-1 1,1 1-1,0-1 0,0 1 0,-1-1 1,1 1-1,0-1 0,1 1 0,-1-1 1,0 1-1,0 0 0,0-1 0,1 1 1,-1-1-1,1 0 0,0 1 0,-1-1 1,1 1-1,0-1 0,0 0 0,-1 0 1,1 1-1,0-1 0,0 0 0,1 0 1,-1 0-1,0 0 0,0 0 0,0 0 1,1 0-1,-1-1 0,0 1 0,1 0 1,-1-1-1,1 1 0,-1-1 0,1 1 1,-1-1-1,1 0 0,-1 0 0,1 1 1,-1-1-1,2 0 8,76 3-1243,-45-3-1575</inkml:trace>
  <inkml:trace contextRef="#ctx0" brushRef="#br0" timeOffset="68806.612">20180 1346 2537,'0'0'1465,"0"0"-154,0 0 52,0 0-129,0 0-274,0 0-313,-22 11-53,-71 39-15,-42 42 1046,118-79-1212,26-8-266,159-72-754,-146 58 448,13-7-27,1 2 0,0 2 0,0 1 0,1 2 0,1 1 0,13 0 186,-39 8 19,-31 15 1069,-166 80 505,-80 52-658,264-146-928,0-2-8,0 1 0,1 0 0,-1 0 0,0 0 0,0 0-1,0 0 1,1 0 0,-1 1 0,0-1 0,0 0 0,1 0 0,-1 1-1,0-1 1,1 0 0,-1 1 0,0-1 0,1 0 0,-1 1 0,0-1-1,1 1 1,-1-1 0,1 1 0,-1 0 0,1-1 0,-1 1-1,1-1 1,-1 1 0,1 0 0,0-1 0,-1 1 0,1 0 0,0 0-1,-1-1 1,1 1 0,0 0 0,0 0 0,0-1 0,0 1 0,0 0-1,0 0 1,0 0 0,0-1 0,0 1 0,0 0 0,0 0-1,1-1 1,-1 1 0,0 0 0,0 0 0,1-1 0,-1 1 0,1 0-1,-1-1 1,0 1 0,1 0 0,-1-1 0,1 1 0,0-1 0,-1 1-1,1-1 1,-1 1 0,1-1 0,0 1 0,0-1 1,38-2-72,0-1 0,0-2-1,-1-2 1,1-1 0,-2-2 0,1-2 0,-1-1 0,2-4 72,47-13-250,169-51 61,-389 154 580,88-42-285,-264 176 738,310-207-844,1 0-1,-1 0 0,0 0 1,0 0-1,0 1 1,0-1-1,1 0 0,-1 0 1,0 0-1,0 1 1,0-1-1,0 0 1,0 0-1,0 0 0,1 1 1,-1-1-1,0 0 1,0 0-1,0 1 0,0-1 1,0 0-1,0 0 1,0 1-1,0-1 0,0 0 1,0 0-1,0 1 1,0-1-1,0 0 0,0 0 1,0 1-1,-1-1 1,1 0-1,0 0 1,0 0-1,0 1 0,0-1 1,0 0 0,3 0-16,28-3-11,0-2 1,-1 0 0,0-2 0,0-1 0,0-2 0,-1-1 0,14-8 26,89-29-119,-93 36 300,-256 169-90,197-137-102,36-19-231,134-47-144,-67 14 77,-31 13 177,-217 90 1266,241-100-3419,-34 0-1261</inkml:trace>
  <inkml:trace contextRef="#ctx0" brushRef="#br0" timeOffset="69929.213">20501 1442 6425,'0'0'1777,"0"0"-624,0 0-199,0 0-478,0 0-340,0 0-72,5 7-32,56 88 252,-56-91-334,-1-1 1,1 1-1,-1-1 0,1 0 1,0 0-1,0 0 0,1-1 1,-1 1-1,0-2 0,1 1 0,-1 0 1,1-1-1,0 0 0,-1 0 1,1-1-1,0 1 0,0-1 1,-1-1-1,1 1 0,0-1 1,0 0-1,-1 0 0,1-1 1,-1 1-1,1-1 0,-1 0 0,3-2 50,-7 4-5,0 0 0,0 0 0,0 0-1,0 0 1,0 0 0,0 0 0,0-1 0,0 1-1,0 0 1,0-1 0,-1 1 0,1 0-1,0-1 1,0 1 0,0-1 0,0 1-1,0-1 1,-1 0 0,1 1 0,0-1-1,-1 0 1,1 1 0,0-1 0,-1 0-1,1 0 1,-1 0 0,1 0 0,-1 1-1,1-1 1,-1 0 0,0 0 0,0 0-1,1 0 1,-1 0 0,0 0 0,0 0 0,0 0-1,0 0 1,0 0 0,0 0 0,0 0-1,0 0 1,0 0 0,-1 0 0,1 0-1,0 0 1,-1 0 0,1 0 0,-1 1-1,1-1 1,-1 0 0,1 0 0,-1 0-1,1 1 1,-1-1 0,0 0 0,1 0-1,-2 0 6,-33-1 235,0 1 0,-1 1 1,1 2-1,0 2 0,0 1 0,0 2 0,1 1 0,0 1 0,0 2 0,1 2 0,1 1 0,-7 5-235,35-18 31,1 0 0,-1 0 0,0 0 1,0 1-1,1-1 0,-1 1 0,1 0 0,0 0 0,-1 1 1,1-1-1,0 1 0,0-1 0,0 1 0,1 0 0,-1 0 1,1 0-1,-1 0 0,1 1 0,0-1 0,0 0 0,1 1 1,-1 0-1,1-1 0,0 1 0,0 0 0,0 0 0,0 0 1,0 0-1,1 0 0,0 1-31,3-2-7,0-1 1,0 0 0,1 0-1,-1 0 1,1-1 0,-1 1-1,1-1 1,0 1-1,0-1 1,-1 0 0,1-1-1,0 1 1,0-1 0,0 0-1,0 0 1,0 0-1,0 0 1,0-1 0,3 0 6,7 1-51,12-1-117,1-1 1,-1-1-1,1-2 1,-1 0-1,-1-2 1,1 0-1,-1-2 0,0-1 1,-1-1-1,0-1 1,9-7 167,-23 13-101,-3 4 83,0-1-1,-1 0 1,0 0 0,0 0 0,0-1 0,0 0 0,0 0 0,-1-1 0,0 0 0,0 0-1,0 0 1,0 0 0,-1-1 0,0 1 0,0-1 0,-1 0 0,1-1 0,-1 1 0,-1 0-1,1-1 1,0-3 18,-73 2 809,52 11-767,1 0 1,0 1 0,0 1 0,0 1 0,0 0 0,1 1 0,0 1 0,1 0 0,-1 2 0,-9 7-43,-7 2 48,-7 3 149,1 2-1,0 1 1,2 2 0,1 1-1,1 2 1,-23 27-197,56-57 0,0 1 0,0-1-1,0 0 1,0 1 0,1-1 0,-1 1-1,0-1 1,0 1 0,0 0 0,1-1-1,-1 1 1,0 0 0,1-1 0,-1 1-1,0 0 1,1 0 0,-1 0 0,1-1-1,-1 1 1,1 0 0,0 0 0,-1 0-1,1 0 1,0 0 0,0 0-1,0 0 1,-1 0 0,1 0 0,0 0-1,0 0 1,0 0 0,1 0 0,-1 0-1,0 0 1,0 0 0,0 0 0,1 0-1,-1 0 1,1-1 0,-1 1 0,0 0-1,1 0 1,0 0 0,-1 0 0,1-1-1,-1 1 1,1 0 0,0 0 0,0-1-1,-1 1 1,1-1 0,0 1 0,0-1-1,0 1 1,0-1 0,-1 1-1,1-1 1,0 0 0,0 1 0,0-1-1,0 0 1,1 0 0,10-2-75,0-1-1,0-1 1,0 0-1,0-1 1,-1 0-1,0-1 1,0 0-1,0-1 1,-1 0-1,0 0 1,0-1-1,-1-1 0,0 0 1,0 0-1,-1 0 1,6-10 75,-13 18 9,1 0 0,-1 0 0,0 1 0,0-1 0,0 0-1,0 0 1,0 0 0,0 0 0,0 0 0,0 0 0,-1 0 0,1 0 0,0-1 0,-1 1 0,1 0 0,-1 0 0,1-1 0,-1 1-1,1 0 1,-1-1 0,0 1 0,0 0 0,0-1 0,1 1 0,-1 0 0,-1-1 0,1 1 0,0 0 0,0-1 0,0 1 0,-1 0-1,1-1 1,-1 1 0,1 0 0,-1-1 0,1 1 0,-1 0 0,0 0 0,0 0 0,1 0 0,-1 0 0,0 0 0,0 0 0,0 0-1,0 0 1,0 0 0,-1 0 0,1 1 0,0-1 0,0 0 0,0 1 0,-1-1 0,1 1 0,0-1 0,-1 1-9,-2-1 15,-1 0 0,0 0 1,0 1-1,0-1 0,0 1 1,0 0-1,0 1 0,0-1 1,0 1-1,0 0 0,0 0 1,0 0-1,0 1 0,1 0 1,-1 0-1,0 0 0,1 1 1,0-1-1,0 1 0,0 0 1,0 0-1,0 0 0,0 1 1,1-1-1,-1 1 0,1 0 1,0 0-1,1 0 0,-1 1 1,1-1-1,-1 1 0,1 1-15,1-4 0,0 1 0,0 0 0,1-1 0,0 1 0,-1 0 0,1-1 0,0 1-1,0 0 1,1-1 0,-1 1 0,0 0 0,1-1 0,0 1 0,0-1 0,-1 1-1,1-1 1,1 1 0,-1-1 0,0 1 0,1-1 0,-1 0 0,1 0 0,-1 0-1,1 0 1,0 0 0,0 0 0,0 0 0,0-1 0,1 1 0,-1-1 0,0 1 0,1-1-1,-1 0 1,0 0 0,1 0 0,2 1 0,105 8-49,-91-10 44,10 0-160,0-2-1,0 0 1,0-2 0,0-1 0,0-1-1,-1-2 1,0 0 0,0-2 0,24-13 165,-24-9-48,-53 27 233,15 5-153,8-1-31,1 1 0,0-1 0,-1 1 0,1 0 0,0-1 0,0 1 0,-1 0 0,1 0 0,0 0 0,-1 0 0,1 0 0,-1 0 0,1 0 1,0 1-1,0-1 0,-1 0 0,1 1 0,0-1 0,0 1 0,-1 0 0,1-1 0,0 1 0,0 0 0,0 0 0,0-1 0,0 1 0,0 0 0,0 0 1,0 0-1,0 0 0,0 0 0,1 1 0,-1-1 0,0 0 0,1 0 0,-1 0 0,1 1 0,-1-1 0,1 0 0,0 0 0,-1 1 0,1-1 0,0 0 1,0 1-1,0-1 0,0 1 0,0-1 0,1 1-1,-2 0-1,1 1-1,0-1 1,-1 0 0,1 0-1,0 0 1,0 0 0,1 0-1,-1 1 1,0-1 0,1 0-1,0 0 1,-1 0 0,1 0-1,0 0 1,0 0 0,0 0-1,0 0 1,0 0 0,0-1-1,1 1 1,-1 0 0,1-1-1,-1 1 1,1-1 0,-1 0-1,1 1 1,0-1 0,0 0-1,0 0 1,0 0 0,0 0-1,0 0 1,0 0 0,0-1-1,0 1 1,0-1 0,0 0-1,0 1 1,0-1 0,1 0-1,-1 0 1,0 0 0,2-1 1,-3 1 30,0 0 1,-1 0-1,1 0 1,0-1-1,-1 1 1,1 0-1,0 0 1,-1-1-1,1 1 1,0 0-1,-1-1 1,1 1-1,-1-1 1,1 1-1,-1-1 1,1 1-1,-1-1 1,1 1-1,-1-1 1,0 1-1,1-1 1,-1 0-1,0 1 1,1-1-1,-1 0 1,0 1-1,0-1 1,1 0-1,-1 1 1,0-1-1,0 0 1,0 0-1,0 1 1,0-1-1,0 0 1,0 1-1,0-1 1,0 0-1,-1 0 1,1 1-1,0-1 1,0 0-1,-1 1 1,1-1-1,0 0 1,-1 1 0,1-1-1,-1 1 1,1-1-1,-1 1 1,1-1-1,-1 1 1,1-1-1,-1 1 1,1-1-1,-1 1-30,-28-41 283,-18-35-634,34 53-1329</inkml:trace>
  <inkml:trace contextRef="#ctx0" brushRef="#br0" timeOffset="-5400.237">9222 4284 10162,'0'0'979,"0"0"-598,0 0-382,-11-28-19,-33-92 95,44 116-53,-1 0 0,1 0 0,0-1 0,1 1 0,-1 0 0,1 0 0,-1 0 0,1 0 0,0 0 0,1 0 0,-1 0 0,1 0 0,0 1 0,0-1 0,0 0 0,0 1 0,1-1 0,-1 1 0,1 0 0,0 0 0,0 0 0,0 0 0,0 1 0,0-1 0,1 1 0,-1 0 0,1 0 0,0 0 0,0 0 0,-1 1 0,1-1 0,0 1 0,0 0 0,0 0 0,0 1 0,1-1 1,-1 1-1,0 0 0,0 0 0,0 0 0,0 0 0,1 1 0,-1 0 0,0 0 0,0 0 0,0 0 0,3 2-22,-1 1 37,-1 1 1,1-1 0,-1 1-1,0 0 1,0 0-1,-1 1 1,0-1 0,0 1-1,0 0 1,0 0 0,-1 1-1,0-1 1,-1 1 0,1-1-1,-1 1 1,0 0-1,-1 0 1,0 0 0,0 0-1,0 0 1,-1 0 0,0 0-1,-1 5-37,4 16 182,-2-1-1,0 1 1,-2-1-1,-1 1 1,-1-1-1,-2 0 1,0 0-1,-2 0 1,-6 14-182,-1-8 120,-2 0-1,-1 0 1,-2-2 0,-1 0-1,-2-2 1,0 0 0,-2-1-1,-1-2 1,-1 0 0,-1-2-1,-6 2-119,26-19 7,0-1-1,0-1 1,0 0-1,-1 0 1,0 0-1,0-1 1,0 0-1,-1 0 1,1-1-1,-1-1 1,0 1-1,0-1 1,0 0-1,0-1 1,0 0-1,0-1 1,0 0-1,0 0 0,0-1 1,0 0-1,0-1 1,0 0-1,0 0 1,0-1-1,1 0 1,-1 0-1,1-1 1,0 0-1,0-1 1,-2-1-7,2-5-67,1 0-1,0 0 1,1 0 0,1-1 0,0 0-1,0 0 1,1-1 0,0 1 0,1-1-1,1 1 1,0-1 0,1 0-1,0 0 1,1 0 0,0 0 0,2-4 67,-4 13-9,2-1 0,-1 0 0,0 0 0,1 1 0,0-1 1,0 0-1,1 0 0,-1 0 0,1 1 0,0-1 0,0 0 0,0 1 1,1-1-1,0 1 0,0-1 0,0 1 0,0 0 0,1 0 0,0 0 1,-1 0-1,1 0 0,1 1 0,-1-1 0,1 1 0,-1 0 1,1 0-1,0 0 0,0 1 0,0-1 0,0 1 0,0 0 0,1 0 1,1 0 8,12 0 4,0 2 0,0 0 0,0 1 0,1 1 1,-1 0-1,-1 2 0,1 0 0,0 1 0,-1 0 0,0 2 1,0 0-1,-1 1 0,0 0 0,0 2 0,5 4-4,51 23-1,-18-12-731,1-2 0,2-3-1,0-2 1,5-1 732,11-4-5568</inkml:trace>
  <inkml:trace contextRef="#ctx0" brushRef="#br0" timeOffset="-5069.309">9864 4290 7506,'0'0'1535,"0"0"-390,0 0-5,0 0-143,-28 12-331,-85 45-276,110-56-381,0 1 0,0 0 0,0 0 0,1 1 1,-1-1-1,1 1 0,-1-1 0,1 1 0,0 0 0,0-1 0,0 1 0,1 0 1,-1 0-1,1 1 0,-1-1 0,1 0 0,0 0 0,0 1 0,0-1 1,1 0-1,-1 1 0,1-1 0,0 1 0,0-1 0,0 1 0,1-1 1,-1 1-1,1 0-9,0 12 15,-2-8-12,1 0 0,0-1 0,0 1 0,1 0 0,0 0 0,0-1 0,1 1 0,0-1 0,0 1 0,1-1 0,0 0 0,0 0 0,1 0 0,0 0 0,0 0 0,1-1 0,-1 0 0,1 0 0,1 0 0,-1-1 0,1 0 0,3 3-3,8 1-4,1 0-1,-1-1 0,1-1 1,0-1-1,1 0 0,0-1 1,0-1-1,0-1 0,0-1 1,0-1-1,1 0 0,-1-1 1,0-2-1,0 0 0,1 0 1,1-3 4,-9 3 12,1-1 0,-1-1 0,0 0 1,0-1-1,0 0 0,0 0 0,-1-2 1,0 1-1,0-2 0,-1 1 0,0-1 1,0-1-1,0 0 0,-2 0 0,1-1 1,-1 0-1,0 0 0,-1-1 0,0 0 1,-1 0-1,0-1 0,-1 0 0,-1 0 1,1 0-1,-2-1 0,0 1 0,0-1 1,-1 0-1,-1 1 0,0-1 0,-1 0 1,0-3-13,-1 12 58,0 0 0,0 0 1,0 0-1,-1 0 1,0 0-1,0 0 0,0 1 1,0-1-1,0 0 1,-1 1-1,1 0 0,-1 0 1,0-1-1,0 2 1,0-1-1,-1 0 0,1 1 1,0-1-1,-1 1 1,0 0-1,0 0 0,1 0 1,-1 1-1,0-1 0,-1 1 1,-2-1-59,-117-13 788,119 15-763,-236 6 427,224-4-1693,13-2-1299,3 0-5167</inkml:trace>
  <inkml:trace contextRef="#ctx0" brushRef="#br0" timeOffset="-6102.387">6542 4219 4737,'0'0'1390,"0"0"67,0 0-364,0 0-352,0 0 118,28-2 149,451-50 1854,-28 10-2236,-257 36-3358,-181 6-787,-11-3-3763</inkml:trace>
  <inkml:trace contextRef="#ctx0" brushRef="#br0" timeOffset="-5852.604">7546 3908 5457,'0'0'768,"0"0"-141,29 6 69,97 26 172,-118-29-765,-1 0-1,0 0 1,0 1-1,0 0 1,0 0-1,0 1 0,-1 0 1,0 0-1,0 1 1,0 0-1,-1-1 0,1 2 1,-2-1-1,1 1 1,-1 0-1,0 0 0,0 0 1,1 3-103,-3-6 69,7 15 119,-1 0 1,-1 1-1,-1 0 0,-1 0 1,0 0-1,-2 0 0,0 1 1,-1-1-1,-1 1 0,-1 0 1,-1-1-1,-1 1 1,-1-1-1,0 1 0,-2-1 1,0 0-1,-1 0 0,-2-1 1,1 0-1,-2 0 0,-3 4-188,4-9 77,0 0 0,-1-1-1,-1 0 1,0-1-1,-1 0 1,0 0-1,0-1 1,-1-1 0,-1 0-1,0 0 1,0-1-1,-10 4-76,-6-8 63,20-23-228,11-2-348,1 0 1,1-1 0,1 2-1,0-1 1,2 0 0,0 1-1,9-14 513,32-63-4793</inkml:trace>
  <inkml:trace contextRef="#ctx0" brushRef="#br0" timeOffset="-10525.752">897 3995 3945,'0'0'1515,"0"0"-98,0 0-359,0 0 134,0 0-105,-4-8-211,-12-28-182,8 27-134,7 9-161,1 2-190,23 780 905,-22-769-1114,-1 0 2,0 1 0,1 0 1,1-1-1,0 1 0,1-1 0,0 1 0,1-1 0,1 0 0,0-1 1,1 1-1,3 4-2,-8-16-87,0 1 0,0 0 0,0-1 0,0 1 1,0-1-1,0 0 0,1 1 0,-1-1 0,0 0 0,1 0 1,-1 0-1,1 0 0,0 0 0,-1 0 0,1 0 0,0-1 1,-1 1-1,1 0 0,0-1 0,0 0 0,0 1 0,0-1 1,-1 0-1,1 0 0,0 0 0,0 0 0,0 0 0,0 0 1,-1-1-1,1 1 0,0-1 0,0 1 0,0-1 0,-1 0 1,1 1-1,0-1 0,-1 0 0,1 0 0,-1 0 0,1-1 1,-1 1-1,0 0 0,1 0 0,-1-1 0,0 1 0,0-1 1,0 1-1,0-1 0,0 1 0,0-1 0,0 0 0,0 1 1,-1-1-1,1 0 0,-1-1 87,18-52-5721</inkml:trace>
  <inkml:trace contextRef="#ctx0" brushRef="#br0" timeOffset="-10181.832">654 4103 4953,'0'0'727,"0"0"-352,27-11-151,186-68 660,-177 69-786,1 1-1,0 2 1,0 2 0,1 1 0,-1 2-1,1 2 1,25 3-98,-58-3 37,-1 1 0,0 0 0,0 0 0,1 0 0,-1 1 0,0-1 0,0 1 0,0 0 0,-1 0 0,1 1 0,0-1 0,-1 1 0,0 0 0,1-1 0,-1 2 0,0-1 0,-1 0 0,1 0 0,0 1-1,-1 0 1,0-1 0,0 1 0,0 0 0,0 0 0,-1 0 0,0 0 0,1 1 0,-2-1 0,1 0 0,0 1 0,-1 1-37,1 4 187,-1-1 0,0 1 0,0-1 0,-1 1-1,-1-1 1,0 1 0,0-1 0,0 0 0,-2 1 0,1-2 0,-1 1-1,0 0 1,0-1 0,-1 1-187,-12 14 201,0 1 1,-2-2-1,0-1 0,-2 0 1,0-1-1,-1-2 0,-1 0 0,0-1 1,-2-2-1,0 0 0,0-1 1,-2-2-1,1-1 0,-1-1 0,-15 3-201,-49-7 230,89-6-272,0 0 0,1 0 1,-1 0-1,0-1 0,0 1 1,0-1-1,0 1 0,0-1 0,0 1 1,1-1-1,-1 0 0,0 0 0,0 0 1,1 0-1,-1 0 0,1 0 1,-1-1-1,1 1 0,0 0 0,-1-1 1,1 1-1,0-1 0,0 1 0,0-1 1,0 0-1,0 0 0,0 1 1,0-1-1,1 0 0,-1 0 0,1 0 1,-1 0-1,1 0 0,0 1 1,0-1-1,0 0 0,0 0 0,0 0 1,0 0-1,0 0 0,1 0 0,-1 0 1,1 0-1,-1 0 0,1 1 1,0-1-1,0 0 0,0 0 0,0 1 1,0-1-1,0 1 0,0-1 1,0 1-1,1-1 0,-1 1 0,1-1 42,108-91-5189,-56 50-63</inkml:trace>
  <inkml:trace contextRef="#ctx0" brushRef="#br0" timeOffset="-9770.331">1692 4106 3097,'0'0'2332,"0"0"-1142,0 0-567,0 0-50,0 0 301,0 0-74,-19-9-263,-62-25-78,79 33-435,-1 0 0,0 0 1,0 0-1,0 1 0,0-1 0,0 1 1,0-1-1,1 1 0,-1 0 0,0 0 1,0 0-1,0 0 0,0 1 0,0 0 1,0-1-1,0 1 0,0 0 0,1 0 1,-1 0-1,0 1 0,1-1 0,-1 0 1,1 1-1,-1 0 0,1 0 0,0 0 1,-1 0-1,1 0 0,0 0 0,1 0 1,-1 1-1,0-1 0,1 1 0,-1-1 0,1 1 1,0 0-1,-1 1-24,-5 7 155,3-3-123,0-1-1,1 1 0,0-1 1,0 1-1,0 0 0,1 0 1,0 0-1,1 1 1,0-1-1,0 0 0,1 1 1,0-1-1,1 6-31,-1-11 0,1 0 0,0 0-1,-1-1 1,1 1-1,0 0 1,1-1 0,-1 1-1,0-1 1,1 1 0,-1-1-1,1 0 1,0 1 0,0-1-1,0 0 1,0 0-1,0 0 1,0 0 0,0-1-1,1 1 1,-1-1 0,1 1-1,-1-1 1,1 0 0,-1 0-1,1 0 1,0 0 0,0-1-1,-1 1 1,1-1-1,1 1 1,90 8-210,-89-8 223,0 0 0,0 0-1,0-1 1,0 0 0,0 0 0,1-1 0,-1 1 0,0-1 0,0 0 0,0 0-1,0-1 1,0 0 0,0 0 0,-1 0 0,1 0 0,-1-1 0,1 1 0,-1-1 0,0 0-1,0-1 1,0 1 0,0-1 0,-1 0 0,1 1 0,-1-2 0,0 1 0,0 0-1,-1-1 1,1 1 0,-1-1 0,0 0 0,1-2-13,-3 0 45,1 0 0,-1 0 0,-1 1 0,1-1 0,-1 0 0,0 0 1,-1 1-1,0-1 0,0 1 0,0 0 0,-1-1 0,0 1 0,0 0 0,0 0 0,-1 1 0,0-1 1,0 1-1,0 0 0,-1 0 0,0 0 0,0 0 0,0 1 0,0 0 0,-1 0 0,1 0 0,-1 1 0,0 0 1,-1 0-1,1 1 0,0-1 0,-1 1 0,-3 0-45,-53-11-27,43 37-1691,20-20 1374,-1 22-2344</inkml:trace>
  <inkml:trace contextRef="#ctx0" brushRef="#br0" timeOffset="-9413.816">2130 4032 6305,'0'0'1209,"0"0"-769,0 0-216,0 0-40,0 173 288,6-91-16,10 20 96,-4 14 32,-6 9-168,4 2-184,-7-14-40,-3-14 40,3-25-7,0-29-225,7-19-161,-4-26-607,3-32-1848,-9-13-1593</inkml:trace>
  <inkml:trace contextRef="#ctx0" brushRef="#br0" timeOffset="-9050.107">1963 4216 5345,'0'0'1556,"0"0"-837,0 0-537,0 0-64,27-6 230,173-25 389,-188 30-694,0 1 1,-1 0 0,1 0 0,0 1 0,0 1 0,0 0 0,-1 0 0,1 1 0,-1 1-1,0 0 1,0 0 0,0 1 0,-1 1 0,1 0 0,-1 0 0,0 1 0,-1 0 0,0 0-1,0 1 1,-1 1 0,0-1 0,0 2-44,-7-5 101,0 0 0,-1 1 0,1-1 0,-1 1 0,-1-1 0,1 1 0,-1-1-1,0 0 1,0 1 0,0-1 0,-1 0 0,0 0 0,0 0 0,0 0 0,0 0 0,-1 0 0,0 0 0,0-1-1,0 0 1,-1 1 0,1-1 0,-1 0 0,0-1 0,0 1 0,-1-1 0,1 0 0,-1 0 0,1 0 0,-1 0-1,0-1 1,0 0 0,0 0 0,-1 0 0,1-1 0,0 0 0,-3 1-101,-11 6 90,0 0 1,0-1 0,-1-1-1,0-1 1,0-1-1,-1-1 1,1 0-1,-1-2 1,-17 0-91,30-1-15,7 1 7,0-1 1,0 0-1,0 1 0,0-1 0,0 0 1,0 0-1,0 0 0,0 0 0,0 0 1,0 0-1,0 0 0,0 0 0,0 0 0,0 0 1,0-1-1,0 1 0,0 0 0,1-1 1,-1 1-1,0-1 0,0 1 0,0-1 1,0 1-1,0-1 0,1 0 0,-1 1 0,0-1 1,1 0-1,-1 1 0,0-1 0,1 0 1,-1 0-1,1 0 0,-1 0 0,1 0 1,-1 0-1,1 1 0,0-1 0,-1 0 1,1 0-1,0 0 0,0 0 0,0 0 0,0 0 1,0-1 7,1-6-258,0 1 0,1-1 1,0 0-1,0 1 1,1-1-1,0 1 1,0 0-1,1 0 0,-1 0 1,2 1-1,-1-1 1,1 1-1,5-6 258,36-39-3607</inkml:trace>
  <inkml:trace contextRef="#ctx0" brushRef="#br0" timeOffset="-8677.255">2677 4182 7258,'0'0'1337,"0"0"-237,0 0-309,0 0 133,0 0-145,0 0-479,-6 13-157,-23 88 265,28-97-402,-1 1-1,1 0 0,0 0 1,1 0-1,-1 0 1,1 0-1,0 0 1,0 0-1,1 0 1,-1 0-1,1 0 0,0 0 1,0-1-1,1 1 1,-1 0-1,1 0 1,0-1-1,1 1 0,-1-1 1,1 0-1,0 0 1,0 0-1,0 0 1,0 0-1,1-1 1,-1 1-1,1-1 0,0 0 1,0 0-1,0 0 1,1-1-1,-1 1 1,1-1-1,-1 0 0,1-1 1,0 1-1,-1-1 1,2 1-6,3-5 4,-1 0 0,1 0 0,-1 0 0,0-1-1,-1 0 1,1-1 0,0 0 0,-1 0 0,0 0 0,-1-1 0,1 0 0,-1-1 0,0 1 0,0-1 0,-1 0 0,0 0 0,0-1-4,11-12-49,89-109-707,-89 111 723,-8 27 360,-9 22 6,0-24-311,0 1-1,0-1 1,1 1 0,0-1 0,0 1 0,0-1-1,1 1 1,1-1 0,-1 1 0,1-1-1,1 0 1,-1 0 0,1 0 0,0 0-1,1 0 1,-1-1 0,1 0 0,1 1 0,1 1-22,4-1-240,-1 0 1,1-1 0,1 0-1,-1-1 1,1 0 0,0-1-1,0 0 1,0-1 0,0 0-1,1 0 1,0-2-1,-1 1 1,1-1 0,0-1-1,10-1 240,21 2-3974</inkml:trace>
  <inkml:trace contextRef="#ctx0" brushRef="#br0" timeOffset="-8415.502">3356 3642 4665,'0'0'3105,"0"0"-1345,0 0-528,0 0-840,0 0 385,0 0-169,13 167-272,-1-91-24,-2 3-8,2-2-88,-5-1 48,-1-2-56,0-9-120,-3-14-32,7-12-56,2-16-432,7-6-1248,-6-14-2641</inkml:trace>
  <inkml:trace contextRef="#ctx0" brushRef="#br0" timeOffset="-7945.917">3938 4106 5377,'0'0'1163,"0"0"103,0 0-210,0 0-20,0 0-161,0 0-267,-5-9-157,-19-27-104,-27 23 371,39 14-528,3 2-141,0 0 1,1 1 0,-1 0-1,1 0 1,-1 1 0,1 0-1,1 0 1,-1 1 0,1 0-1,0 0 1,0 1 0,1 0-1,0 0 1,0 1 0,0-1-1,1 1 1,0 1 0,1-1-1,0 0 1,0 1 0,0 3-50,-19 94 96,24-103-99,0 0 1,1-1 0,-1 1 0,0-1 0,1 1-1,0-1 1,0 0 0,-1 1 0,1-1-1,1 0 1,-1 0 0,0-1 0,0 1-1,1 0 1,-1-1 0,1 1 0,-1-1 0,1 0-1,0 0 1,-1 0 0,1 0 0,0 0-1,0-1 1,0 1 0,-1-1 0,1 0-1,0 0 1,0 0 0,0 0 0,0 0 0,0-1-1,0 1 1,-1-1 0,1 0 0,2-1 2,9 2-58,-1-2 9,0 0 0,-1-1 0,1 0 0,-1-1 1,0-1-1,0 0 0,0-1 0,-1 0 0,0 0 1,0-1-1,0-1 0,-1 0 0,0 0 0,4-6 49,49-33-115,-55 77 354,5 82-1121,-1-109-3774,-5-3 81</inkml:trace>
  <inkml:trace contextRef="#ctx0" brushRef="#br0" timeOffset="-7477.96">4297 3511 9058,'0'0'1888,"0"0"-610,0 0-653,0 30-163,1 206 282,6-173-669,2-1 0,4 1 0,1-2 0,4 0 0,2 0 0,3-2 0,2-1 0,22 35-75,-41-80-915,-14-21-880,1 2 1488,-126-104-4993,-23 23 6065,153 86-671,1 1-8,0 0 0,0 0 0,1 0 0,-1-1 1,0 1-1,0-1 0,1 1 0,-1-1 0,0 1 0,0-1 0,1 0 0,-1 0 0,1 0 0,-1 0 0,1 0 1,-1 0-1,1 0 0,0-1 0,-1 1 0,1 0 0,0-1 0,0 1 0,0-1 0,0 1 0,0-1 0,0 0 0,1 1 1,-1-1-1,0 0 0,1 0 0,0 1 0,-1-1 0,1 0 0,0 0 0,0 0 0,0 1 0,0-1 0,0 0 1,0 0-1,0 0 0,1 0 0,-1 1 0,1-1 0,0 0-86,125-64 395,-96 54-370,10-3 52,0 1 0,0 2 0,1 2 1,1 1-1,-1 2 0,19 1-77,-55 5 49,0 1 0,0-1 0,-1 1 1,1 0-1,0 0 0,0 1 0,0-1 1,-1 1-1,1 0 0,0 0 0,-1 1 0,1-1 1,-1 1-1,1 0 0,-1 0 0,0 1 0,0-1 1,0 1-1,0 0 0,0 0 0,-1 0 0,1 1 1,-1-1-1,0 1 0,0 0 0,0 0 0,-1 0 1,1 0-1,-1 2-49,8 19 225,-1 0 0,-1 1 0,-1 0-1,-2 1 1,0-1 0,-2 1 0,-1 0 0,-2 6-225,10 69 43,13-27-2104,-22-72-1837</inkml:trace>
  <inkml:trace contextRef="#ctx0" brushRef="#br0" timeOffset="-7196.715">4768 3639 10914,'0'0'2129,"0"0"-1049,0 0-776,0 0-304,0 0-112,0 0-792,0 0-1425,136-45-3832</inkml:trace>
  <inkml:trace contextRef="#ctx0" brushRef="#br0" timeOffset="-6790.379">5152 3928 4529,'0'0'2087,"0"0"-557,0 0-459,0 0-269,-13 26-100,-39 89-271,37-16-126,17-74-222,-3-21-86,1 0 0,-1 1 0,1-1-1,1 1 1,-1-1 0,1 0 0,-1 1 0,1-1 0,0 0 0,1 1 0,-1-1 0,1 0 0,0 0-1,0 0 1,0 0 0,0-1 0,1 1 0,0-1 0,-1 1 0,1-1 0,0 0 0,1 0 0,-1 0-1,1 0 1,-1-1 0,1 1 0,0-1 0,0 0 0,0 0 0,0 0 0,0-1 0,0 0 0,0 1-1,5-1 4,-7 0 25,0 0 0,0-1 0,0 1 0,0-1 0,0 1 0,0-1 0,0 0-1,0 0 1,0 0 0,0 0 0,0 0 0,0 0 0,0 0 0,0-1 0,0 1-1,0-1 1,0 0 0,0 0 0,0 1 0,0-1 0,0 0 0,0 0 0,-1-1-1,1 1 1,0 0 0,-1-1 0,1 1 0,-1-1 0,0 1 0,1-1 0,-1 0-1,0 1 1,0-1 0,0 0 0,0 0 0,0 0 0,-1 0 0,1 0 0,0 0-1,-1 0 1,0 0 0,1 0 0,-1 0 0,0 0 0,0 0 0,0 0 0,0 0-1,-1 0 1,1-1-25,-24-190 606,23 190-606,-1 1 0,1-1 0,0 1 0,0-1 0,0 1 0,0-1 0,1 1 0,-1-1 0,1 0-1,0 1 1,-1-1 0,1 0 0,0 1 0,1-1 0,-1 0 0,0 1 0,1-1 0,-1 0 0,1 1 0,0-1 0,0 1 0,0-1 0,0 1 0,1-1 0,-1 1 0,1 0 0,-1 0 0,1 0 0,0 0 0,0 0 0,0 0 0,0 0 0,0 0 0,0 1 0,0-1 0,0 1 0,1-1 0,-1 1 0,1 0 0,24-7-29,-1 0 0,2 2 0,-1 1 1,0 1-1,1 2 0,0 1 1,-1 0-1,6 3 29,-28-1 13,-1 0-1,0 0 1,0 0 0,0 1-1,0-1 1,0 1-1,0 0 1,0 1 0,-1-1-1,1 0 1,-1 1 0,0 0-1,1 0 1,-1 0-1,-1 0 1,1 0 0,0 1-1,-1-1 1,0 1-1,1 0 1,-1 0 0,-1 0-1,1 0 1,-1 0 0,1 0-1,-1 0 1,0 3-13,11 120 962,-12-120-933,0 182 812,1-187-844,1 0 1,0-1-1,0 1 1,0-1-1,0 0 1,0 1-1,0-1 1,0 0-1,0 0 1,0 0 0,1-1-1,-1 1 1,0 0-1,1-1 1,-1 1-1,0-1 1,1 0-1,-1 0 1,1 0-1,-1 0 1,0 0 0,1-1-1,-1 1 1,0-1-1,1 0 1,-1 1-1,0-1 1,0 0-1,1 0 1,-1 0-1,0-1 1,0 1 0,0 0-1,-1-1 1,1 1-1,0-1 1,0 0-1,0-1 3,288-251 103,-225 234-278,-62 22 170,0 0 0,0 0 0,0 1 1,0-1-1,-1 1 0,1-1 0,-1 1 0,0 0 0,0 0 0,0 0 0,0 0 0,0 0 0,-1 1 0,0-1 1,1 0-1,-1 1 0,0-1 0,-1 1 0,1-1 0,-1 1 0,1-1 0,-1 1 0,0 0 0,0-1 0,-1 1 0,1-1 1,-1 1-1,1-1 0,-2 3 5,2 6 14,0 128 114,3 73-146,13-75-2986,0-66-5104</inkml:trace>
  <inkml:trace contextRef="#ctx0" brushRef="#br0" timeOffset="-4183.532">11565 4423 6249,'0'0'818,"0"0"-206,0 0 249,0 0 116,0 0-73,0 0-281,18 0-197,54 0-57,-72 0-344,-1 1 1,1-1-1,0 0 1,0 1-1,0-1 1,0 0 0,0 1-1,0-1 1,0 0-1,0 1 1,0-1-1,0 0 1,0 1 0,1-1-1,-1 0 1,0 0-1,0 1 1,0-1-1,0 0 1,0 1 0,1-1-1,-1 0 1,0 0-1,0 1 1,0-1-1,1 0 1,-1 0 0,0 1-1,0-1 1,1 0-1,-1 0 1,0 0-1,1 0 1,-1 1 0,0-1-1,1 0 1,-1 0-1,0 0 1,1 0 0,-1 0-26,-3 2 150,-18 15-44,-1-1-1,-1 0 1,0-2 0,-1-1 0,0-1-1,-1-1 1,-1 0 0,1-3-1,-2 0 1,1-1 0,-1-2-1,-4 0-105,29-4 5,-1-1 0,1 0-1,-1 0 1,1 0 0,-1 0-1,1 0 1,-1 0 0,1 0 0,-1-1-1,1 1 1,0-1 0,-1 0-1,1 0 1,0 0 0,-1 0-1,1 0 1,0 0 0,0-1-1,0 1 1,0-1 0,0 0-1,0 1 1,1-1 0,-1 0-1,0 0 1,1 0 0,-1 0-1,1 0 1,0 0 0,0-1 0,0 1-1,0 0 1,0-1 0,0 1-1,1 0 1,-1-1 0,1 1-1,0-1 1,0 1 0,-1-1-1,2 1 1,-1-1 0,0 1-1,0-1 1,1 1 0,-1-1-1,1 1-4,1-20 0,1 1 0,1 0 0,0 0 0,2 1 0,0-1 0,2 1 0,0 0 0,1 1 0,1 0 0,1 1 0,0 0 0,1 0 0,1 1-1,1 1 1,1 0 0,0 1 0,1 1 0,0 0 0,4-1 0,-13 9 0,0 0 0,0 0 0,0 1 0,1 0 0,0 1 0,0-1 0,0 2 0,1-1 0,-1 1 0,1 0 0,0 1 0,-1 0 0,1 0 0,0 1 0,0 0 0,1 1 0,-1 0 0,8 1 0,-11 2 23,0 0 1,0 1-1,0-1 0,0 1 0,-1 1 1,0-1-1,0 1 0,0 0 1,0 0-1,-1 1 0,0-1 0,0 1 1,0 0-1,-1 0 0,1 0 0,-2 0 1,1 1-1,-1-1 0,0 1 0,0 0 1,-1 0-1,1-1 0,-2 1 1,1 5-24,1-6 19,65 344 275,-29-279-1443,8-49-4254,-23-20-575</inkml:trace>
  <inkml:trace contextRef="#ctx0" brushRef="#br0" timeOffset="-3760.309">12223 4171 8130,'0'0'1460,"0"0"-274,0 0-57,0 0-390,0 0-142,0 0 240,6 24-127,36 155 128,-41-168-828,0-1 1,1 1-1,1-1 1,0 0-1,0 0 1,1 0-1,1-1 1,-1 1-1,1-1 0,1 0 1,0 0-1,0-1 1,1 1-1,0-1 1,0-1-1,1 0 1,0 0-1,0 0 0,1-1 1,-1 0-1,1-1 1,1 0-1,-1 0 1,3 0-11,177 8 68,128-56-219,-316 44 138,0 0 1,1 1-1,-1-1 0,0 0 0,0 0 0,0 0 1,0 1-1,-1-1 0,1 1 0,0-1 1,-1 0-1,1 1 0,0-1 0,-1 1 1,0-1-1,1 1 0,-1 0 0,0-1 1,0 1-1,0-1 0,0 1 0,0 0 0,0-1 1,0 1-1,-1-1 0,1 1 0,0-1 1,-1 1-1,1-1 0,-1 1 0,0-1 1,0 1-1,1-1 0,-1 0 0,-1 1 13,-6 9 1,-1 0-1,0-1 1,0 0-1,-1-1 1,0 0 0,-1-1-1,0 0 1,-1 0-1,1-1 1,-1-1-1,-1 0 1,1-1-1,-1 0 1,0-1 0,0 0-1,0-1 1,-7 1-1,16-4 11,0 1 0,0-1 0,-1 1 0,1-1 0,0-1 0,0 1 0,0-1 0,-1 1-1,1-1 1,0 0 0,0-1 0,0 1 0,0-1 0,1 1 0,-1-1 0,0 0 0,1-1 0,-1 1 0,1-1 0,0 1 0,0-1 0,0 0 0,0 0 0,0 0 0,0-1 0,1 1 0,0-1 0,0 1 0,0-1 0,0 0 0,0 0 0,1 0 0,0 0 0,0 0 0,0 0 0,0 0 0,0 0 0,1-1 0,0 1 0,0 0 0,0 0 0,1-4-11,-8-264 11,10 232 3,1-1 1,1 1 0,3-1-1,1 2 1,2-1 0,11-23-15,-21 61-4,-1 0 0,1 0 0,0 0 0,0 0 0,0 0 0,1 0 0,-1 0 0,0 0 0,1 0 0,-1 1 0,1-1 0,0 0 0,-1 1 0,1 0 0,0-1 0,0 1 0,0 0 0,0 0 0,0 0 0,0 0 0,0 0 0,1 0 0,-1 1 0,0-1 0,0 1 0,1 0 0,-1 0 0,0-1 0,0 1 0,2 1 4,43 9-2928,-13 2-4420</inkml:trace>
  <inkml:trace contextRef="#ctx0" brushRef="#br0" timeOffset="-2917.159">13645 4287 7730,'0'0'1128,"0"0"-385,0 0-342,0 0 7,0 0 332,30 1 242,351 1 1250,271-24-1049,-326 16-2523,-323 4-1749,-2-5-3780</inkml:trace>
  <inkml:trace contextRef="#ctx0" brushRef="#br0" timeOffset="-2665.659">14802 3899 9514,'0'0'1102,"0"0"-698,0 0-330,28 29 44,182 190 441,-197-205-478,0 0 1,-1 0 0,0 2 0,-2-1 0,0 1 0,0 1 0,-2 0 0,0 0-1,-1 1 1,0 0 0,-2 0 0,0 0 0,-1 1 0,-1 0 0,-1 0 0,0 0 0,-2 0-1,0 0 1,-1 0 0,-1 0 0,0-1 0,-2 1 0,0 0 0,-1-1 0,-1 0-82,-13 12 145,-1-2 1,-1 0 0,-2-1 0,0-2-1,-2 0 1,-1-2 0,-1 0-1,0-2 1,-2-1 0,0-1 0,-18 7-146,-16 8 104,19-21-792,51-24-421,17-22-3073</inkml:trace>
  <inkml:trace contextRef="#ctx0" brushRef="#br0" timeOffset="76638.576">1013 6257 5457,'0'0'1751,"0"0"-392,0 0-445,0 0 47,0 0 166,0-4-331,0-8-313,-1 30-188,-11 105-38,-12 306 302,20 128-559,4-353 32,38 1404 297,-57 5-125,8-1202 96,-16-233-203,27-281-2689,0 29-1727</inkml:trace>
  <inkml:trace contextRef="#ctx0" brushRef="#br0" timeOffset="77683.013">632 6755 8650,'0'0'1265,"34"0"-704,254-15-149,116-34 1553,310 7-1965,639 41 853,-152 21-400,-519-12-210,999-1-81,-674-70-83,-370 15-55,-12 21 39,17 27-63,-322 23-162,118 31 162,-119-12-70,115-8 70,-277-31 23,-61-4-32,0 4 1,-1 4 0,0 4 0,-1 4-1,0 5 1,8 6 8,420 175-647,-486-192 574,0-1-1,0-1 1,0-2-1,1-2 1,0-1-1,0-2 1,-1-2-1,12-2 74,48-14-120,-86 68 640,-10 536-14,-31 1078 241,31-1556-661,-1 112 253,25 192-339,-2-248 55,7-1 1,42 134-56,-24-58-1935,-44-187-3025</inkml:trace>
  <inkml:trace contextRef="#ctx0" brushRef="#br0" timeOffset="78647.607">0 11774 5273,'0'0'1146,"0"0"-337,0 0-59,0 0 383,0 0-42,0 0-449,25 0-186,114-7 39,90-35 85,408-82 951,577-35-1531,462 113 312,-1106 67 208,138 39-520,-135-8 361,29-24-361,-430-27 13,-1-9 0,1-6 0,30-13-13,305-70 31,-172 29 65,208-10-96,-171 61 220,331 29-220,-450-3 41,-180-7-34,103 6-15,1-9 0,0-7 0,50-13 8,-109 1-1,-25 2 2,0 4 0,1 4 0,0 4 0,0 4 0,57 8-1,400 83-38,-308-83-600,202-21 638,-80 13-51,-129 41 1,47 2 62,-79-48 19,-201 7-33,-1 0-96,-1 0-1,1 0 1,-1 0 0,1 0-1,-1 0 1,0 0 0,1-1-1,-1 1 1,1 0-1,-1-1 1,0 1 0,1-1-1,-1 0 1,0 1 0,1-1-1,-1 0 1,0 0 0,0 0-1,0 1 1,0-1-1,0 0 1,0-1 0,0 1-1,0 0 1,0 0 0,-1 0-1,1 0 1,0-1-1,-1 1 1,1 0 0,-1-1-1,1 1 1,-1-1 0,0 1-1,1 0 1,-1-1-1,0 1 1,0-1 0,0 1-1,0-1 99,-5-12-7641</inkml:trace>
  <inkml:trace contextRef="#ctx0" brushRef="#br0" timeOffset="79536.895">4989 5858 4937,'0'0'959,"0"0"-230,-7-32-79,-25-105 425,29 125-844,-1 0 0,0 0 0,0 1 0,-1 0 0,-1 0 0,0 0 0,0 1 0,-1-1 1,-1 2-1,0-1 0,0 1 0,0 0 0,-1 1 0,-1 0 0,1 0 0,-1 1 0,-1 0 0,-10-5-231,14 8 61,0 0-1,-1 0 1,1 0-1,-1 1 1,0 1-1,0-1 0,0 1 1,0 1-1,0-1 1,0 1-1,-1 1 1,1-1-1,0 2 1,0-1-1,-1 1 0,1 0 1,0 1-1,0 0 1,0 0-1,0 1 1,0-1-1,1 2 1,-1-1-1,1 1 0,0 1 1,0-1-1,0 1 1,1 0-1,-1 1 1,1-1-1,1 1 1,-1 0-1,1 1 0,-5 6-60,4 0 26,-1-1 0,2 1 0,0 1 0,0-1 0,1 1 0,1 0 0,0 0 0,1 0 0,0 0 0,2 0 1,-1 1-1,2 5-26,-2-15-1,1 0 1,0 0 0,0 0 0,0 0 0,1 0 0,0 0 0,0 0 0,0 0 0,0 0 0,1 0 0,0 0 0,0-1 0,0 1 0,0-1 0,1 1 0,0-1 0,0 0 0,0 0 0,0 0 0,1 0 0,-1-1 0,1 1-1,0-1 1,0 0 0,1 0 0,-1-1 0,0 1 0,1-1 0,0 0 0,1 1 0,8 1-11,1-1 0,0 0 0,0-1-1,0 0 1,0-1 0,0-1 0,0 0 0,0-1-1,0-1 1,-1 0 0,1-1 0,0 0 0,-1-2-1,0 1 1,0-2 0,0 0 0,0-1 0,-1 0-1,0-1 1,1-1 11,98-66-1418,-112 75 1410,1 0-1,-1-1 0,1 1 0,0 0 0,-1-1 0,1 1 0,-1 0 0,1 0 0,0 0 1,-1 0-1,1-1 0,0 1 0,-1 0 0,1 0 0,0 0 0,-1 0 0,1 1 0,0-1 1,-1 0-1,1 0 0,-1 0 0,1 0 0,0 1 0,-1-1 0,1 0 0,-1 0 0,1 1 1,0-1-1,-1 1 0,1-1 0,-1 0 0,1 1 0,-1-1 0,0 1 0,1-1 0,-1 1 1,1 0-1,-1-1 0,0 1 0,1-1 0,-1 1 0,0-1 0,0 1 0,0 0 0,1-1 1,-1 1-1,0 0 0,0-1 0,0 1 0,0 0 0,0-1 0,0 1 0,0 0 0,0-1 1,-1 1-1,1 0 0,0-1 0,0 1 0,0-1 0,-1 1 0,1 0 0,0-1 0,-1 1 1,1-1-1,0 1 0,-1-1 0,1 1 0,-1-1 0,1 1 0,-1-1 9,1 13-12,-64 494 1449,64-357-1489,0-149-30,0 0-1,0 0 0,0 0 0,0 0 1,0 0-1,0 0 0,1 0 1,-1 0-1,0 0 0,1 0 0,-1 0 1,1-1-1,-1 1 0,1 0 1,-1 0-1,1 0 0,0-1 0,-1 1 1,1 0-1,0-1 0,-1 1 1,1 0-1,0-1 0,0 1 0,0-1 1,0 1-1,0-1 0,-1 0 1,1 1-1,0-1 0,0 0 0,0 0 1,0 0-1,0 0 0,0 1 1,0-1-1,0-1 0,0 1 1,0 0-1,0 0 0,0 0 0,0 0 1,0-1-1,0 1 0,0 0 1,0-1 82,21-8-6011</inkml:trace>
  <inkml:trace contextRef="#ctx0" brushRef="#br0" timeOffset="79894.647">5438 5598 5625,'0'0'959,"0"0"-181,0 0 42,0 0 169,-27 3 118,-90 13-297,109-14-735,1-1 0,0 1 0,0 0 0,0 0 0,0 1 1,0 0-1,0 0 0,1 1 0,-1 0 0,1 0 0,0 0 1,0 1-1,1 0 0,-1 0 0,-1 3-75,-9 8 101,10-11-83,0-1 21,0 0 0,0 0 0,1 0 0,-1 1-1,1-1 1,1 1 0,-1 1 0,1-1 0,-1 1 0,2 0 0,-1 0-1,1 0 1,0 0 0,0 0 0,0 1 0,1-1 0,0 1 0,0 0 0,1 0-1,0 0 1,0 0 0,1 0 0,-1 0 0,2 1-39,4-2-7,1 0-1,0 0 1,0-1-1,0 0 1,1 0 0,0 0-1,0-1 1,0 0 0,0 0-1,1 0 1,0-1 0,-1-1-1,1 1 1,0-1 0,0-1-1,1 1 1,-1-1 0,0-1-1,0 1 1,1-1 0,-1-1-1,5 0 8,0 2 10,0 1-1,0-2 0,0 0 1,0 0-1,-1-1 0,1-1 1,0 0-1,0 0 0,-1-2 1,1 1-1,-1-2 0,0 0 1,-1 0-1,1-1 1,-1 0-1,0-1 0,0 0 1,2-3-10,-11 8 14,-1 0 0,1 0 1,-1 0-1,1 0 1,-1 0-1,0 0 0,1 0 1,-1-1-1,0 1 1,-1 0-1,1-1 1,0 1-1,-1-1 0,1 1 1,-1-1-1,0 1 1,0-1-1,0 1 1,0-1-1,0 1 0,-1-1 1,1 1-1,-1 0 1,1-1-1,-1 1 0,0-1 1,0 1-1,0 0 1,0 0-1,0 0 1,-1-1-1,1 1 0,-1 0 1,1 1-1,-1-1 1,0 0-1,0 0 1,0 1-1,0-1 0,0 1 1,0 0-1,0-1 1,0 1-1,-1 0 1,1 0-1,0 0 0,-1 1 1,1-1-1,-1 1 1,1-1-1,-1 1 0,1 0 1,-1 0-1,1 0-14,-25-6-72,0 2 0,0 1 0,0 1 0,0 1-1,0 1 1,0 2 0,-4 1 72,2 3-2501,13 0-3576</inkml:trace>
  <inkml:trace contextRef="#ctx0" brushRef="#br0" timeOffset="80192.618">5961 5756 6193,'0'0'837,"0"0"-424,-31 0-97,-104 0 367,-62 7 1540,190-5-2169,1 1 0,0-1-1,0 1 1,0 1 0,0-1 0,0 1 0,1 0 0,-1 0-1,1 1 1,0 0 0,0 0 0,1 0 0,0 0 0,0 1-1,0 0 1,0-1 0,1 1 0,0 1 0,0-1 0,1 0-1,0 1 1,0-1 0,0 1 0,1 0 0,0 0 0,0-1-1,1 1 1,0 0 0,0 0 0,1 3-54,2-5 5,0-1-1,0 0 1,1 0 0,-1 0 0,1 0-1,0 0 1,0-1 0,0 0-1,1 0 1,-1 0 0,1 0-1,0-1 1,0 0 0,0 0 0,0 0-1,0 0 1,0-1 0,0 0-1,0 0 1,1 0 0,-1-1 0,0 0-1,1 0 1,-1 0 0,0 0-1,1-1 1,-1 0 0,0 0 0,0-1-1,3 0-4,3 0-34,0-1 0,-1 0 0,1-1 0,-1 0 1,0 0-1,0-1 0,0-1 0,-1 1 0,0-1 0,0-1 0,0 0 0,-1 0 0,0-1 0,0 0 0,-1 0 0,0-1 0,-1 0 0,1 0 0,-2-1 0,1 1 0,-2-1 0,1 0 0,-1-1 0,-1 1 0,0-1 0,0 1 0,-1-1 0,0-4 34,-2 3-3588</inkml:trace>
  <inkml:trace contextRef="#ctx0" brushRef="#br0" timeOffset="81128.841">6209 5745 7186,'0'0'1002,"0"0"-467,0 0-223,0 0 52,-29-20 215,-92-62 125,118 80-652,0-1-1,-1 1 1,1 0-1,-1 0 1,1 0-1,-1 0 1,0 1-1,0-1 1,0 1-1,0 0 1,0 0-1,0 0 1,0 1-1,0 0 1,0-1-1,0 1 1,0 1-1,0-1 1,0 1-1,0-1 1,-3 2-52,-1 0 107,1 2-66,-1 0 1,1 1 0,0 0 0,0 0 0,1 1 0,0 0 0,-1 0 0,2 0 0,-1 1 0,1-1 0,0 1 0,1 1 0,-1-1 0,2 1 0,-1 0 0,1-1 0,0 2 0,0-1 0,1 0 0,0 0 0,1 1 0,0-1 0,0 1 0,1-1-1,0 1 1,1 4-42,-1-10 3,-1 0-1,2 0 0,-1 0 0,0 0 0,0 0 1,1 0-1,0-1 0,-1 1 0,1 0 1,0 0-1,0-1 0,1 1 0,-1-1 0,1 1 1,-1-1-1,1 1 0,0-1 0,0 0 0,0 0 1,0 0-1,0 0 0,0 0 0,0 0 0,1-1 1,-1 1-1,1-1 0,-1 1 0,1-1 1,0 0-1,0 0 0,-1 0 0,1-1 0,0 1 1,0-1-1,0 1 0,0-1 0,-1 0 0,4 0-2,7 0-22,1 0 1,0-2-1,0 1 0,0-2 0,-1 0 0,1 0 0,-1-1 0,0-1 0,0 0 0,0-1 0,-1 0 0,0-1 0,0-1 0,0 0 0,-1 0 0,-1-1 0,1 0 0,-1-1 0,2-3 22,13-9-192,-25 23 185,0-1 0,0 1 0,0-1-1,0 1 1,0-1 0,0 1 0,0-1 0,0 1 0,0-1-1,1 1 1,-1-1 0,0 1 0,0-1 0,0 1 0,1-1-1,-1 0 1,0 1 0,1-1 0,-1 1 0,0-1 0,1 0-1,-1 1 1,1-1 0,-1 0 0,0 0 0,1 1 0,-1-1 0,1 0-1,-1 0 1,1 1 0,-1-1 0,1 0 0,-1 0 0,1 0-1,-1 0 1,1 0 0,-1 0 0,1 0 0,-1 0 0,1 0-1,-1 0 1,1 0 0,-1 0 0,1 0 0,-1-1 0,1 1 0,-1 0-1,1 0 1,-1 0 0,1-1 0,-1 1 7,0 4 21,-54 234 706,31-159-409,11-37-161,7-16 8,-1 0 0,-1 0-1,-2-1 1,0 0 0,-2 0-1,-1-1 1,0-1 0,-2 0 0,-1 0-1,-1-2 1,-9 10-165,20-27-3,0-1 1,-1 0-1,1 0 1,-1-1-1,0 1 1,0-1-1,0-1 1,0 1-1,0-1 1,0 0-1,0 0 1,-1-1-1,1 0 1,0 0-1,0 0 1,-1-1-1,1 0 1,0 0-1,0 0 1,0-1-1,0 0 0,0 0 1,0-1-1,1 0 1,-1 0-1,1 0 1,0 0-1,0-1 1,0 0-1,0 0 1,1 0-1,-1-1 1,1 0-1,0 1 1,0-1-1,1-1 1,0 1-1,0 0 1,0-1-1,0 0 1,1 0-1,0 0 1,0 0-1,1 0 1,-1-1 2,-27-141-4081,28 80-2222</inkml:trace>
  <inkml:trace contextRef="#ctx0" brushRef="#br0" timeOffset="81709.182">6285 5148 8138,'0'0'1704,"0"0"-696,0 0-648,0 0 40,0 0 233,12 209-225,1-116 40,-4 12 48,-6-3-72,-3-3-88,0-14-144,0-20 8,0-20-160,0-19-40,0-26-544,16-3-1488,-3-28-2985</inkml:trace>
  <inkml:trace contextRef="#ctx0" brushRef="#br0" timeOffset="82081.929">6492 5734 7706,'0'0'1139,"0"0"-430,0 0-188,0 0 29,0 0 22,32 11-175,106 36-110,-129-43-273,-1-1 0,0-1 0,0 0-1,1 0 1,-1 0 0,1-1 0,0-1 0,-1 1-1,1-1 1,0-1 0,-1 0 0,1 0 0,0 0-1,-1-1 1,0-1 0,1 1 0,-1-1 0,0-1-1,0 1 1,-1-1 0,1-1 0,-1 1 0,0-2-1,0 1 1,0 0 0,2-4-14,-6 6-18,-1 0 0,1 1-1,-1-1 1,0 0 0,0 0 0,0 0 0,0 0 0,0-1 0,-1 1-1,0-1 1,1 1 0,-1 0 0,0-1 0,-1 0 0,1 1-1,-1-1 1,0 1 0,1-1 0,-1 0 0,-1 1 0,1-1-1,-1 0 1,1 1 0,-1-1 0,0 1 0,0-1 0,-1 1-1,1-1 1,-1 1 0,0 0 0,1 0 0,-1 0 0,-1 0-1,0-1 19,-7-2-32,-1 2 0,1-1 0,-1 2 0,0-1 0,0 1 0,0 1 0,-1 0 0,1 1 0,0 0 0,-1 1 0,1 0 0,-10 1 32,11-1-4,-2 0 66,0 1-1,0 0 1,0 0-1,0 1 1,0 1-1,1 0 0,-1 1 1,1 0-1,0 0 1,0 1-1,0 1 1,0 0-1,1 0 0,0 1 1,1 0-1,-1 1 1,1 0-1,1 1 0,-1 0 1,2 0-1,-1 1 1,1-1-1,1 2 1,0-1-1,0 1 0,1 0 1,0 0-1,1 0 1,0 1-1,1-1 1,0 1-1,1 0 0,1 0 1,-1 12-62,2-20 23,1 0 0,0 0 1,0 0-1,1 0 0,-1 0 1,1 0-1,-1-1 0,1 1 0,0 0 1,1-1-1,-1 0 0,1 1 1,-1-1-1,1 0 0,0-1 0,0 1 1,0 0-1,1-1 0,-1 1 1,0-1-1,1 0 0,0 0 1,-1-1-1,1 1 0,0-1 0,4 1-23,110 18 304,-84-19-573,1-1-1,0-1 0,-1-2 0,1-2 1,-1 0-1,0-3 0,0-1 1,-1-1 269,53-20-4401</inkml:trace>
  <inkml:trace contextRef="#ctx0" brushRef="#br0" timeOffset="82705.863">7436 5736 4265,'0'0'2730,"0"0"-843,0 0-601,0 0-454,0 0-174,0 0-211,-18-17-225,-55-53-118,14 52 7,50 19-96,5 1-4,0 0-1,0 1 0,0-1 0,0 1 0,0 0 1,1 0-1,0 0 0,-1 0 0,1 1 0,0-1 1,1 1-1,-1 0 0,1 0 0,-1 0 0,1 0 1,1 0-1,-1 0 0,0 1 0,1-1 0,0 1 1,0-1-1,0 1 0,1-1 0,-1 1 0,1 0 1,0-1-1,1 1 0,-1-1 0,1 1 0,0-1 1,0 1-1,0-1 0,0 1 0,1-1 0,0 0 1,0 0-1,0 1 0,0-1 0,1-1 1,0 1-1,0 0 0,0-1 0,2 2-10,107 67-11,23 17 32,-130-84-6,-1 0 1,0 0-1,-1 0 0,1 0 1,-1 1-1,0-1 0,0 1 1,-1 0-1,0 0 0,0 0 0,0 0 1,-1 0-1,0 0 0,0 0 1,0 1-1,-1-1 0,0 0 1,0 0-1,0 1 0,-1-1 1,0 0-1,0 0 0,-1 1 1,-1 1-16,-2 2 78,-2 1 1,1-1 0,-2 0-1,1 0 1,-1-1 0,-1 0 0,0-1-1,0 0 1,0 0 0,-1-1 0,0 0-1,-1-1 1,0 0 0,1-1 0,-2 0-1,1 0 1,-1-1 0,1-1 0,-1 0-1,0 0 1,0-2 0,0 1 0,-1-1-1,-9-1-78,21 0 4,-2 1-2,0-1 0,-1 1 0,1-1 0,0 0 0,0 1 0,0-1 0,0-1 0,0 1 0,0 0 0,0-1 0,0 1 0,0-1 0,0 0 1,0 0-1,0 0 0,0-1 0,0 1 0,0-1 0,1 0 0,-1 1 0,1-1 0,-1 0 0,1 0 0,0-1 0,0 1 0,0 0 0,0-1 0,0 1 1,0-1-1,0-2-2,-15-151-1713,17 72-1053</inkml:trace>
  <inkml:trace contextRef="#ctx0" brushRef="#br0" timeOffset="82942.85">7602 5080 10402,'0'0'1545,"0"0"-689,0 0-224,-34 147 24,21-57 112,4 15-392,-1 14 8,1 6 80,3-7-224,2-18-63,4-18-97,0-26-80,0-22-16,22-20-393,10-22-775,-4-32-1560,-9-8-7227</inkml:trace>
  <inkml:trace contextRef="#ctx0" brushRef="#br0" timeOffset="83489.795">7744 5629 7202,'0'0'1186,"0"0"-497,0 0-244,0 0 0,0 0 148,0 0-315,-12 1-128,4 0-98,-24 2 43,42 8 364,-3-9-247,14-3-806,-20-5-3120</inkml:trace>
  <inkml:trace contextRef="#ctx0" brushRef="#br0" timeOffset="83743.39">7744 5629 5881</inkml:trace>
  <inkml:trace contextRef="#ctx0" brushRef="#br0" timeOffset="84490.034">7744 5629 5881,'-125'125'1815,"124"-124"-1768,1 1 0,-1-1 1,1 0-1,-1 0 0,0 0 0,1 0 0,-1 0 0,0 0 0,0 0 0,0 0 0,1 0 0,-1 0 0,0-1 0,0 1 0,0 0 0,-1 0 0,1-1 0,0 1 1,0-1-1,0 1 0,0-1 0,0 0 0,-1 1 0,1-1 0,0 0 0,0 0 0,-1 0 0,1 0 0,0 0 0,-1 0 0,1 0 0,0 0 0,0 0 1,0-1-1,-1 1 0,1 0 0,0-1 0,0 1 0,0-1 0,0 1 0,-1-1 0,1 0 0,0 0 0,0 1-47,-4-5 418,-11-4-207,-1 1 1,0 1 0,-1 0-1,0 1 1,0 1-1,0 1 1,0 1-1,-1 0 1,0 1-1,1 1 1,-12 1-212,11 0 111,6-2-24,0 1 0,0 0 0,1 0 0,-1 1 0,0 1 0,0 1 0,1-1 0,-1 2 0,0 0 0,1 0 0,0 1 0,0 1 0,0 0 0,1 1 0,-1 0 0,1 0 0,1 2 0,-1-1 0,1 1 0,1 0 0,-6 6-87,13-10 8,0-1 0,0 1 1,0-1-1,1 1 0,-1 0 0,1 0 1,0 0-1,0-1 0,0 1 0,1 0 1,-1 0-1,1 0 0,0 0 0,0 0 1,0 0-1,1 0 0,0 0 0,-1 0 1,1 0-1,1 0 0,-1 0 0,0 0 1,1-1-1,0 1 0,0-1 0,0 1 1,0-1-1,1 0 0,-1 0 0,1 0 1,0 0-1,3 3-8,9 3 10,0-1 0,2 0 0,-1-1 0,1-1 1,-1 0-1,2-1 0,-1-1 0,0-1 0,1-1 0,0 0 1,-1-1-1,1-1 0,14-1-10,-17 0 0,1 0 0,-1-1 1,0 0-1,0-1 0,-1-1 0,1-1 1,-1 0-1,1 0 0,-2-2 0,1 0 0,-1 0 1,0-1-1,0-1 0,-1 0 0,0-1 1,-1 0-1,0-1 0,-1 0 0,0 0 1,0-1-1,6-12 0,-1 0-57,-1 0 0,-2-1 0,0-1 0,-1 0 0,-2 0 0,0-1 0,-2 0 0,-1 0 0,-2-1 0,0 0 0,-1-17 57,-2 19-37,1 8 12,0 0 0,-1 1-1,-1-1 1,-1 0-1,-1 0 1,0 0 0,-1 1-1,-1-1 1,-1 1 0,0 0-1,-1 0 1,-6-9 25,12 24 14,-1 1 1,1-1-1,-1 1 0,0-1 0,0 1 1,0-1-1,1 1 0,-2 0 0,1-1 1,0 1-1,0 0 0,0 0 0,0 0 1,-1 0-1,1 0 0,-1 0 1,1 0-1,-1 0 0,1 0 0,-1 1 1,1-1-1,-1 1 0,0-1 0,1 1 1,-1 0-1,1-1 0,-1 1 1,0 0-1,0 0 0,1 0 0,-1 0 1,0 1-1,1-1 0,-1 0 0,0 1 1,1-1-1,-1 1 0,1 0 0,-1-1 1,1 1-1,-1 0 0,1 0 1,-1 0-1,1 0 0,0 0 0,0 0 1,-1 0-1,1 0 0,0 1 0,0 0-14,-4 18 22,0 0 0,2 0 0,1 1 0,0 0 0,1-1 0,1 1 0,3 17-22,-1 18 91,-2-16-32,2 0 1,2-1-1,1 1 1,2-1-1,2 0 1,2-1-1,1 0 1,2-1 0,2 0-1,1-1 1,1-1-1,9 10-59,-24-39 2,1 0 1,-1 1-1,1-1 0,1-1 0,-1 1 0,1-1 0,0 0 0,0 0 0,1 0 1,-1-1-1,1 1 0,0-1 0,0-1 0,1 1 0,-1-1 0,1 0 0,-1-1 1,1 0-1,0 0 0,0 0 0,0-1 0,0 0 0,1 0 0,-1-1 0,0 1 1,0-2-1,1 1-2,-4-3 6,0-1 0,-1 1 0,1-1 0,-1 1 0,0-1 0,0 0 0,0 0 0,0-1 0,-1 1 0,0 0 0,0-1 0,0 0 0,0 1 0,-1-1 0,1 0 1,-1 0-1,-1 0 0,1 0 0,-1 0 0,0-4-6,4-9-15,11-210-126,-15 228 138,0 0 0,1 0 0,-1 0 0,0 0 0,1 0 0,-1 0 0,0 0 0,1 0 0,-1 0 0,0 0 0,0 0 0,1-1 0,-1 1 0,0 0 0,0 0 0,1 0 0,-1 0 0,0-1 0,0 1 0,1 0 0,-1 0 0,0-1 0,0 1 0,0 0 0,0 0 0,1-1 3,-1 3-7,12 30-5,4 5 20,-2 1 0,-2 0 0,-2 0 0,-1 2 0,-2-1 0,-1 1 0,-2 16-8,-4-39 7,-1 6-19,4-29 141,7-30-140,2 1 1,1 0 0,2 1 0,1 1-1,1 0 1,2 1 0,12-15 10,20 0-14,-50 46 13,0 0 0,1 0 1,-1 1-1,0-1 0,0 0 0,1 1 0,-1-1 1,1 1-1,-1 0 0,1-1 0,-1 1 0,1 0 1,-1 0-1,0 0 0,1 0 0,-1 0 0,1 0 1,-1 0-1,1 0 0,-1 1 0,1-1 0,-1 1 1,1-1-1,-1 1 0,0-1 0,1 1 0,-1 0 1,0 0-1,0-1 0,0 1 0,1 0 0,-1 0 1,0 0-1,0 1 0,0-1 0,0 0 0,-1 0 1,1 0-1,0 1 0,0-1 0,-1 0 0,1 1 1,-1 0 0,44 171 35,-38-99-2366,-5-49-3088</inkml:trace>
  <inkml:trace contextRef="#ctx0" brushRef="#br0" timeOffset="84758.552">8244 5388 10866,'0'0'1865,"0"0"-425,0 0-616,0 0-552,0 0-272,0 0-208,0 0-760,66 6-1625,-38 25-3456</inkml:trace>
  <inkml:trace contextRef="#ctx0" brushRef="#br0" timeOffset="85211.145">8543 5612 3857,'0'0'3703,"0"0"-2042,0 0-256,2 30-107,18 188 206,-18-210-1435,-1 4 38,0-1 0,1 1 1,0-1-1,1 1 0,0-1 1,1 0-1,0 0 0,1 0 1,0-1-1,1 1 0,0-1 1,0-1-1,1 1 0,2 1-107,-6-10 9,0 0 1,0 0-1,0-1 0,0 1 0,0-1 0,0 0 1,0 0-1,0 0 0,0 0 0,1 0 1,-1-1-1,-1 0 0,1 1 0,0-1 0,0 0 1,0 0-1,0-1 0,0 1 0,-1 0 0,1-1 1,-1 0-1,1 0 0,-1 1 0,0-1 0,1-1 1,-1 1-1,0 0 0,0-1 0,-1 1 1,1-1-1,0 1 0,-1-1 0,0 0 0,1 1 1,-1-1-1,0 0 0,0 0 0,-1 0 0,1 0 1,-1 0-1,1 0 0,-1 0 0,0-1-9,13-37-31,-1-2 1,-2 1-1,-1-1 0,-3-1 0,-2 1 0,-1-1 0,-3-23 31,0 40 223,0 26 9,0 6-87,0 2-138,0 0-1,0 0 1,1 0-1,0 0 0,0 0 1,1 0-1,0 0 0,0 0 1,0-1-1,1 1 1,0-1-1,1 0 0,-1 1 1,1-2-1,0 1 1,1 0-1,-1-1 0,1 0 1,1 1-7,5 4 2,1 0 0,1-1 0,0 0 0,0-1 1,1 0-1,0-1 0,0-1 0,0 0 0,1-1 0,0-1 1,0 0-1,0-1 0,0 0 0,1-2 0,-1 1 0,1-2 0,0 0 1,-1-1-1,1-1 0,-1 0 0,0-1 0,0-1 0,0 0 1,0-1-1,0 0 0,-1-1 0,0-1 0,-1-1 0,13-8-2,-17 9-4,1 0-1,-1-1 1,-1 0-1,1-1 1,-1 0-1,-1 0 1,0-1-1,0 0 1,-1 0-1,0 0 1,-1-1-1,0 0 1,-1 0-1,0-1 1,0 1-1,-1-1 1,-1 1-1,0-1 0,-1 0 1,0 0-1,-1 0 1,0 0-1,-1 0 5,-1 9-1,0 0 0,-1 1 0,1-1-1,-1 1 1,1 0 0,-1 0 0,0 0-1,0 0 1,0 0 0,0 1-1,0-1 1,0 1 0,-1 0 0,1 0-1,0 0 1,-1 0 0,1 1 0,-1-1-1,1 1 1,-1 0 0,1 0 0,0 0-1,-1 0 1,1 1 0,-1-1 0,1 1-1,-1 0 1,1 0 0,0 0-1,0 1 1,0-1 0,0 1 0,0 0-1,0-1 1,0 1 0,0 1 0,0-1-1,1 0 2,-15 12 25,1 1 0,1 0 0,0 1 0,1 1-1,1 0 1,0 0 0,2 2 0,0-1 0,1 2-1,-6 14-24,-27 110 150,42-139-141,0 1-1,0 0 0,1 0 0,0-1 1,0 1-1,0 0 0,1 0 0,0-1 1,0 1-1,0 0 0,1-1 0,0 1 1,0-1-1,0 0 0,1 0 0,0 0 1,0 0-1,0 0 0,0 0 0,1-1 1,0 1-1,0-1 0,0 0 1,2 1-9,13 4 23,-1-1 1,2-1-1,-1-1 1,0-1-1,1 0 1,0-2-1,0 0 1,1-1-1,-1-1 1,0-1-1,19-2-23,-23 2 15,282-16-79,-176 23-3278,-101 13-3300</inkml:trace>
  <inkml:trace contextRef="#ctx0" brushRef="#br0" timeOffset="128033.539">14978 6617 6673,'0'0'1270,"0"0"-276,0 0-181,0 0 111,0 0-104,-2-3-282,-10 2-246,10 29-217,2-23-62,0 3516 1659,-2-3427-1632,-5 0-1,-3 0 1,-5 0-1,-4-2 1,-10 23-40,-67 144 192,92-184-191,46-67 94,166-51 180,-161 31-257,1 1 0,0 3 0,0 1 0,29 1-18,1163 11 373,648 0-189,-1400-3-81,158-32-103,611-54-30,239-35 85,-1208 82-65,123-16-8,286 5 18,-675 47 0,66-2 19,1 3 0,-1 4-1,0 4 1,0 4-1,65 18-18,136 70-393,-259-87-2464,-30-13-198</inkml:trace>
  <inkml:trace contextRef="#ctx0" brushRef="#br0" timeOffset="128870.307">15680 6557 9962,'0'0'1215,"0"0"-589,0 0-444,35 9-70,384 65 752,-82-29-423,88 6-60,849 56 446,144-53-827,-1327-52 4,2092 84 94,-1807-54-58,938 50-444,-472-86-521,-618-16 997,-223 20 7,-1 0-35,0 5-44,-7 83-5,-3 0 0,-4-1 1,-4 0-1,-3-1 1,-11 20 4,-28 119 95,-73 448 743,17 106-838,56-295 479,6 451-479,54-369 942,3-523-902,-1-30-111,-1-25-277,-1-32-1076,0-15-2064</inkml:trace>
  <inkml:trace contextRef="#ctx0" brushRef="#br0" timeOffset="130540.151">1982 7344 7122,'0'0'1249,"0"0"-147,0 0-282,0 0 269,0 0 10,0 0-339,-7 12-362,-30 103 209,8 262 436,-45 223 56,73-590-1074,0-8-23,0 0 1,1 1 0,-1-1 0,0 1 0,1-1 0,0 0 0,0 1 0,-1-1-1,1 1 1,1-1 0,-1 1 0,0-1 0,1 0 0,-1 1 0,1-1 0,0 0-1,-1 1 1,1-1 0,0 0 0,1 0 0,-1 0 0,0 1 0,1-1 0,-1-1-1,1 1 1,-1 0 0,2 0-3,109-15 252,-76-1-233,1 2 0,1 2 0,0 1 0,0 2 0,1 1 0,-1 3 0,1 1 0,0 1 0,0 3 0,6 1-19,52-1 24,-12 0-3,1 4-1,-1 3 1,38 11-21,-27-4 25,1-4-1,0-4 1,48-5-25,-139-3 1,0-1 1,0 0 0,0 0-1,0-1 1,0 1 0,0-1-1,0-1 1,-1 1 0,1-1-1,-1 0 1,1 0-1,-1-1 1,0 1 0,-1-1-1,1 0 1,-1-1 0,1 1-1,-1-1 1,-1 0 0,1 0-1,-1 0 1,1 0 0,-2 0-1,1-1 1,0 0 0,-1 1-1,1-5-1,37-167 200,-40 176-199,51-571 26,-45 311 26,-9 257-40,0 1 1,1 0-1,-2-1 0,1 1 1,0 0-1,-1 0 0,1 1 1,-1-1-1,0 1 0,0 0 1,0 0-1,0 0 0,0 0 1,0 1-1,-1 0 0,1 0 1,-1 0-1,1 0 0,0 1 1,-1-1-1,1 1 0,-1 0 1,-2 1-14,6-1 5,-467-9 314,-318 37 493,417-28-1233,392 9-3236,-9-1-2915</inkml:trace>
  <inkml:trace contextRef="#ctx0" brushRef="#br0" timeOffset="135078.863">15507 7460 3009,'0'0'809,"0"0"23,0 0 254,0 0 309,0 0 61,2-21-146,8-87 973,-10 107-1450,0 1-174,0 2-133,-12 632 1721,-1-310-1903,12-318-343,-1 1 0,2 0 0,-1-1 0,1 1 1,0 0-1,0-1 0,1 1 0,0 0 0,0-1 0,1 1 0,-1 0 0,2-1 1,-1 0-1,1 0 0,-1 1 0,2-2 0,-1 1 0,1 0 0,0-1 1,0 1-1,0-1 0,1 0 0,0-1 0,0 1 0,0-1 0,0 0 0,1 0 1,-1 0-1,1-1 0,0 0 0,1 0 0,-1-1 0,6 3-1,4-5-2,0 0 0,0 0 0,-1-1-1,1-1 1,-1-1 0,1 0 0,-1-1 0,0-1-1,0 0 1,-1-1 0,1-1 0,-1 0 0,-1 0 0,5-5 1,70-30 10,-63 32-5,0 2 1,1 1 0,0 1-1,0 1 1,0 1 0,1 2 0,-1 0-1,1 2 1,-1 1 0,1 1-1,-1 1 1,0 2 0,0 0-1,0 2 1,0 1 0,-1 0 0,4 4-5,-2 1-4,-11-3 9,1-1 0,-1-1 1,1-1-1,1 0 0,0-1 0,-1-1 1,2-1-1,-1 0 0,0-1 0,1-2 0,0 1 1,-1-2-1,1-1 0,7-1-5,-18-2-7,1 0 0,-1-1 0,0-1 1,0 1-1,0-1 0,-1-1 0,0 1 0,0-1 0,-1 0 1,0-1-1,0 1 0,-1-1 0,0-1 0,0 1 0,-1-1 1,2-4 6,27-52-67,-4-3 0,-2 0 1,-3-2-1,-3 0 0,-4-2 1,7-60 66,-19-34 1,-7 162 8,-1-1 1,0 0-1,0 1 1,-1-1-1,1 1 1,-1 0-1,0 0 1,0 0-1,0 1 1,-1-1-1,1 1 1,-1 0-1,0 0 1,0 1-1,0 0 1,0-1-1,0 2 1,0-1-1,-1 0 1,1 1-1,-1 0 1,1 1-1,-1-1 1,-4 1-10,-11-5 33,-284-25 390,-454 25 492,656-15-899,102 19-32,0 0 0,0 1 0,0-1 0,-1 0 0,1 0 0,0 0 0,1 0 0,-1 0 0,0 0 0,0 0-1,0 0 1,1 0 0,-1 0 0,0-1 0,1 1 0,-1 0 0,1 0 0,-1-1 0,1 1 0,0 0 0,0-1 0,-1 1 0,1 0 0,0-1 0,0 1 0,0 0 0,1-1 0,-1 1 0,0 0 0,0-1 0,1 1 0,-1 0 0,1-1 0,-1 1 0,1 0 0,-1 0 0,1 0 0,0-1 0,0 1-1,-1 0 1,1 0 0,1 0 16,120-85-4881,-50 51-3623</inkml:trace>
  <inkml:trace contextRef="#ctx0" brushRef="#br0" timeOffset="136042.054">17815 7438 8250,'0'0'1585,"0"0"-396,0 0 143,0 0-225,0 0-558,0 0-325,-7 13-94,1-2-66,0 1 1,1 0 0,1 0-1,0 0 1,1 1 0,0-1 0,1 1-1,0 0 1,1 0 0,0 10-65,-5 78 413,-4 0 0,-5-1 1,-4 0-1,-5-2 1,-18 44-414,40-134 30,-8 23 47,1-1 0,2 1 0,1 0 0,2 1 0,0 0 0,2 14-77,5-42 0,-1-1 1,1 1-1,-1-1 1,1 0-1,0 0 1,0 0-1,1 0 1,-1 0 0,0-1-1,1 1 1,0-1-1,-1 0 1,1 0-1,0 0 1,0-1-1,0 0 1,1 1-1,-1-1 1,0-1-1,0 1 1,0 0-1,1-1 1,-1 0-1,0 0 1,1-1-1,-1 1 1,0-1 0,0 0-1,1 0 1,-1 0-1,0-1 0,18 2 1,242-15 19,-170 3-70,1 5 1,-1 4-1,58 7 50,-106 0-2,0 2 1,0 2 0,0 3-1,-1 1 1,-1 2 0,7 5 1,45 1 0,-93-23 0,0 0 0,1 0 0,-1 0 0,0 0 0,0-1 0,-1 0 0,1 1 0,-1-1 0,0 0 0,0 0 0,0 0 0,0 0 0,-1-1 0,1 1 0,-1 0 0,0-1 0,-1 1 0,5-11 1,50-149-52,-7-2-1,-7-1 0,-4-25 52,-20-1-21,-21 185 25,0 1 0,-1-1 1,0 1-1,0 0 0,-1 0 0,0 1 1,0 0-1,-1 0 0,0 0 0,0 1 1,0 0-1,0 0 0,-1 1 0,0 0 1,0 0-1,0 0 0,0 1 0,-1 1 0,1 0 1,-1 0-1,1 0 0,-8 0-4,13 2 4,-64-15 141,0 4 0,-1 2 0,0 4 0,-1 2 0,-54 6-145,106-3 54,-275 38 829,235-29-744,48-14-400,33-9-76,-16 10 184,65-40-1350,7-4-1935</inkml:trace>
  <inkml:trace contextRef="#ctx0" brushRef="#br0" timeOffset="137030.034">19860 7426 7578,'0'0'1592,"0"0"-568,0 29-402,-14 271 969,13-292-1560,-31 284 2351,-28 84-2382,44-189 1153,16-184-1148,-1 0 0,1 0 0,0-1 1,0 1-1,0 0 0,1 0 0,-1 0 1,1 0-1,0 0 0,-1-1 0,1 1 1,1 0-1,-1-1 0,0 1 0,0 0 0,1-1 1,0 0-1,-1 1 0,1-1 0,0 0 1,0 0-1,0 0 0,1 0 0,-1 0 1,0-1-1,1 1 0,-1 0 0,1-1 0,-1 0 1,1 0-1,0 0 0,-1 0 0,1 0 1,0 0-1,0-1 0,0 0 0,0 1 1,-1-1-1,4 0-5,35 2 24,0-3 0,0-1 0,0-1 0,0-3 1,-1-1-1,0-2 0,14-6-24,63-12 15,12 7-7,0 6 1,1 5-1,59 6-8,35 16-47,-220-14 48,-1-1-1,0 0 0,0 0 0,0 0 1,0-1-1,0 1 0,-1-1 0,1 0 1,-1 1-1,0-1 0,1 0 0,-1 0 1,-1-1-1,1 1 0,0 0 0,-1-1 1,1 1-1,-1-1 0,0 1 0,-1-1 0,1-1 0,4-8 2,38-105-67,-6-1 1,16-98 64,-39 54-2,-18 154 24,0 1-1,-1-1 0,0 1 1,-1 0-1,0 0 0,0 0 1,0 1-1,-1 0 0,0 0 0,-1 1 1,1 0-1,-1 0 0,0 0 1,-1 1-1,1 1 0,-1-1 1,0 1-1,0 1 0,-1 0 1,1 0-1,0 1 0,-1 0 0,0 1 1,0-1-22,-10-4 33,-77-16 324,-1 3 0,-1 5 0,-1 4 0,0 4 0,0 5 0,-38 7-357,-22-5 85,160-1-100,1 0 1,-1-1 0,1 1 0,-1-1-1,1 1 1,-1 0 0,1-1 0,-1 1-1,1-1 1,-1 0 0,1 1 0,-1-1-1,0 1 1,1-1 0,-1 1 0,0-1-1,0 0 1,1 1 0,-1-1 0,0 0-1,0 1 1,0-1 0,0 0 0,0 1-1,0-1 1,0 0 0,0 0 0,0 1-1,0-1 1,0 0 0,0 1 0,-1-1-1,1 1 1,0-1 0,0 0 0,-1 1-1,1-1 1,0 0 0,-1 1 0,1-1-1,-1 1 1,1-1 0,-1 1-1,1-1 1,-1 1 0,1 0 0,-1-1-1,1 1 1,-1-1 0,0 1 0,1 0-1,-1 0 1,1-1 0,-1 1 0,0 0-1,1 0 1,-1 0 0,0 0 14,47-36-2018,15-3-2297</inkml:trace>
  <inkml:trace contextRef="#ctx0" brushRef="#br0" timeOffset="138572.026">21731 7678 6921,'0'0'1319,"0"0"63,0 0-216,0 0-584,0 0-275,0 0 125,7 1 71,-4 0-450,0 0-1,-1 0 1,1 0-1,0 0 1,-1 0-1,1 1 1,-1-1 0,1 1-1,-1 0 1,0-1-1,0 1 1,1 0-1,-1 1 1,-1-1 0,1 0-1,0 0 1,0 1-1,-1-1 1,0 1-1,1 0 1,-1-1-1,0 1 1,0 0 0,0 0-1,-1-1 1,1 1-1,-1 0 1,1 0-1,-1 0 1,0 0 0,0 0-1,-1 0 1,1 0-1,0-1 1,-1 1-1,0 1-52,2 37 300,-2 0-1,-2-1 1,-2 1-1,-1 0 0,-3-1 1,-4 13-300,0-12 118,2-1 1,2 2-1,2-1 1,2 1-1,1 0 1,2 17-119,5-53-1,-1 0 0,1 0 0,0 0 1,1 0-1,0-1 0,0 0 0,0 1 0,0-1 1,1-1-1,0 1 0,0-1 0,0 0 1,0 0-1,1 0 0,-1-1 0,1 1 1,0-1-1,0-1 0,1 1 0,-1-1 0,0 0 1,1-1-1,-1 0 0,1 0 0,-1 0 1,3 0 0,293 22-303,-46-7 138,-4 36 117,-246-50 49,-1-1 0,1 1 0,0-1 0,0 0 0,0-1 0,-1 1 0,1-1 0,0-1 0,0 1 0,0-1 0,0 0 0,-1 0 0,1 0 0,0-1 0,-1 0 0,1 0 0,-1-1 0,0 1 0,1-1 0,-1 0 0,-1-1 0,1 1 1,2-3-2,22-31-25,-2-1 1,-1-2 0,-2 0 0,-2-2 0,-2 0-1,-2-1 1,1-7 24,11-24-97,-2-1-1,-4 0 1,-4-2 0,0-16 97,-16-22 33,-6 110-6,-1 0 0,0 0 0,0 0 0,0 0 0,0 0 0,-1 1 0,0-1 0,0 1 0,0 0 0,0 0 0,-1 1 0,0-1 0,1 1 0,-1 0 0,0 0 1,-1 1-1,1-1 0,0 1 0,-1 0 0,1 1 0,-1-1 0,0 1 0,-2 0-27,1-1 26,-34-8 153,-1 2 1,0 2-1,0 2 0,-1 1 0,1 3 1,-23 2-180,-7-1 257,-486 37 1320,522-36-1594,32-11-301,95-84-2734,-22 45-1202</inkml:trace>
  <inkml:trace contextRef="#ctx0" brushRef="#br0" timeOffset="139647.5">23401 7474 7810,'0'0'1723,"0"0"28,0 0-292,-4 24-562,-107 405 1814,94-367-2391,2 0-1,4 1 0,2 1 0,0 41-319,8-99 4,1 0 0,0 0 0,0 0 0,0 0 0,1 0 0,0 0 1,0 0-1,1-1 0,-1 1 0,1 0 0,0-1 0,1 1 0,-1-1 0,1 0 0,0 1 0,1-2 1,-1 1-1,1 0 0,0-1 0,0 1 0,0-1 0,1 0 0,-1 0 0,1-1 0,3 2-4,21 10-13,1-1 0,0-2 0,1-1-1,0-1 1,1-2 0,32 5 13,54 15-31,-59-6 29,-1 2 1,0 2-1,-2 3 0,-2 2 1,44 34 1,-88-58 0,-6-4-2,-1 1 1,1-1 0,0 0 0,0 0 0,1 0 0,-1-1 0,0 1-1,1-1 1,0 0 0,-1-1 0,1 1 0,0-1 0,0 0 0,0 0-1,0 0 1,0-1 0,0 1 0,0-1 0,0-1 0,0 1 0,0-1-1,4 0 2,2-11-2,1-1 0,-2 1 0,1-2 0,-2 1-1,0-1 1,-1-1 0,0 0 0,-1 0-1,-1 0 1,3-10 2,8-14 0,57-125-310,-8-2 0,10-54 310,-71 201-11,0-1 1,-1 0-1,-1 0 1,0 0-1,-2-1 1,-1 1-1,0 0 1,-1-2 10,-3 16 25,0 0 0,0 0 0,0 0 0,-1 1 0,0-1 0,0 1 0,0 0 0,0 1 0,-1-1 0,0 1 0,0 0 0,0 1 1,-1-1-1,1 1 0,-1 0 0,1 1 0,-1 0 0,0 0 0,0 0 0,0 1 0,0 0 0,-3 0-25,-12-5 29,-76-15 432,0 4 1,-1 4-1,0 5 1,-1 4-1,1 4 1,-4 5-462,-63-3 582,55-6-466,110 2-215,0-1-1,1 1 1,-1 0-1,1-1 1,0 1 0,0-1-1,0 1 1,0-1-1,0 1 1,0-1-1,1 1 1,-1 0-1,1-1 1,0 1 0,-1-1-1,1 1 1,0 0-1,1 0 1,-1 0-1,0 0 1,1 0 0,-1 0-1,1 0 1,-1 0-1,2-1 100,35-46-4050</inkml:trace>
  <inkml:trace contextRef="#ctx0" brushRef="#br0" timeOffset="140967.596">15305 9484 608,'0'0'2753,"0"0"-1424,0 0-763,-1-28-82,-4-188 1494,-1 161 2337,6 54-3567,0 1-213,0 0-152,0 0-140,-10 525 1554,10-521-1795,0-1-1,1 1 1,-1 0-1,1-1 1,-1 1-1,1-1 1,0 1-1,1-1 1,-1 0-1,0 1 1,1-1-1,0 0 1,0 0-1,0 0 1,0 0-1,0 0 1,1-1-1,-1 1 1,1-1-1,0 1 1,-1-1-1,1 0 1,0 0-1,0 0 1,3 1-2,295 206 90,-128-111-23,-169-95-63,1-1 0,0 1 1,-1-1-1,1-1 0,0 1 0,0 0 0,0-1 1,0 0-1,1-1 0,-1 1 0,0-1 1,0 0-1,0 0 0,1 0 0,-1-1 0,0 0 1,0 0-1,0 0 0,0-1 0,0 1 0,0-1 1,0 0-1,-1-1 0,1 1 0,1-2-4,97-85 79,-99 86-72,188-212 57,111-107 40,-280 288-48,-23 33-9,-2-1-25,-111-54 44,-7 11 74,-3 6 0,-1 4 0,-1 7 1,-121-13-141,96 16 77,81 17-107,70 3-400,77-7-3768,-19 2-1633</inkml:trace>
  <inkml:trace contextRef="#ctx0" brushRef="#br0" timeOffset="141689.59">17878 9065 6513,'0'0'2442,"0"0"-657,0 0-406,0 0-259,0 0-308,-27 25-229,-82 87-192,69-14-31,-34 476 1108,57-362-1024,17-210-444,0 0 1,1 0-1,0 0 0,-1 0 1,1 0-1,0 0 0,0 0 1,0 0-1,0-1 0,0 1 0,0 0 1,0-1-1,1 1 0,-1-1 1,0 1-1,1-1 0,0 0 1,-1 1-1,1-1 0,0 0 1,0 0-1,-1 0 0,1 0 0,0-1 1,0 1-1,0 0 0,0-1 1,0 0-1,0 1 0,0-1 1,0 0-1,0 0 0,0 0 1,0 0-1,2 0 0,83-7 10,156-61 108,-158 52-104,0 4 0,1 4 0,0 4 0,0 3 0,65 9-14,-54 12 42,-95-21-42,0 1 1,0-1-1,-1 0 1,1 1-1,0-1 1,0 0-1,0 0 1,-1 0 0,1-1-1,-1 1 1,1 0-1,-1-1 1,1 1-1,-1-1 1,0 1-1,0-1 1,1 1-1,-1-1 1,0 0-1,-1 0 1,1 0-1,0 1 1,0-1 0,-1 0-1,1 0 1,-1 0-1,0 0 1,1 0-1,-1 0 1,0-1-1,2-5 0,22-92-62,-4-1 0,-4 0 0,-6-2 0,-3 1 0,-6-80 62,-1 174 1,0 0-1,0 0 1,0 0-1,-1 0 1,-1 1-1,1-1 1,-1 0-1,0 0 1,-1 1-1,0-1 1,0 1-1,-1 0 1,1 0-1,-2 0 1,1 0-1,-1 1 1,0 0-1,0 0 1,-1 0-1,1 0 1,-1 1-1,-1 0 1,1 0-1,-1 1 1,0 0-1,0 0 1,0 0-1,0 1 1,-1 0-1,-2 0 0,-25-2 44,1 2 0,-1 1 0,0 2 1,0 1-1,0 2 0,0 1 0,0 2 0,1 1 0,0 2 1,1 1-1,-28 13-44,6-6 58,10-3 5,-57 18 124,-1-4 0,-2-5 0,-19-1-187,182-50-821,32-13-812,9-8-2555</inkml:trace>
  <inkml:trace contextRef="#ctx0" brushRef="#br0" timeOffset="142361.205">19916 9088 7762,'0'0'1940,"0"0"40,0 0-597,-1 29-504,-35 328 1002,17-225-1442,-1 4 64,5 0-1,6 54-502,9-189 0,1 0 1,-1 1-1,1-1 1,0 0-1,0 0 0,-1 0 1,1 0-1,0 0 0,0 0 1,0 0-1,0 0 1,0 0-1,0 0 0,1 0 1,-1-1-1,0 1 0,0 0 1,1-1-1,-1 1 1,0-1-1,1 0 0,-1 1 1,0-1-1,1 0 0,-1 0 1,0 0-1,1 0 1,-1 0-1,1 0 0,-1 0 1,0 0-1,1 0 1,-1-1-1,1 1 0,-1-1 1,0 1-1,0-1 0,1 1 1,-1-1-1,8 0 5,172-63 31,-136 48-51,1 2 0,1 3 0,0 1 0,1 2 0,-1 2 0,1 3 0,0 1 0,1 3 0,21 3 15,-41 3 0,-1 1-1,0 1 0,0 1 1,-1 1-1,-1 2 0,0 0 0,1 3 1,19 8-5,-43-22 5,0 0 0,0 0 0,0-1 0,0 1 0,1-1 0,-1 0 0,0 0 0,1 0 0,-1-1 0,1 1 0,-1-1 0,1 1 0,-1-1 0,1 0 0,-1-1 0,0 1 0,1-1 0,-1 1 0,1-1 0,-1 0 0,0 0 0,1-1 0,-1 1 0,0-1 0,0 1 0,0-1 0,0 0 0,0 0 0,-1 0 0,1-1 0,-1 1 0,1-1 0,-1 1 0,2-3 0,27-49-119,-2-1 1,-3-2-1,-2-1 1,11-41 118,-14 39-160,-5 18 115,-2-1 0,-1 0 1,-3-1-1,-1-1 0,-2 1 0,0-44 45,-7 84 1,0 1 1,-1-1-1,1 0 1,-1 0-1,0 0 1,0 1-1,-1-1 0,1 1 1,0-1-1,-1 1 1,0-1-1,0 1 1,0 0-1,-1 0 1,1 0-1,0 0 0,-1 0 1,0 0-1,0 1 1,0 0-1,0-1 1,0 1-1,0 0 1,-1 0-1,1 1 1,-1-1-1,1 1 0,-1 0 1,0-1-1,0 2 1,1-1-1,-1 0 1,0 1-1,-3 0-1,-40-10 134,0 2 1,0 2-1,0 3 1,-33 1-135,-22-1 222,-481-61 917,475 36-1009,106 28-150,2-1 7,1 1-1,-1 0 0,0 0 1,1 0-1,-1-1 1,0 1-1,0 0 0,1 0 1,-1-1-1,0 1 1,0 0-1,1 0 0,-1-1 1,0 1-1,0 0 1,0-1-1,0 1 0,1 0 1,-1-1-1,0 1 1,0 0-1,0-1 1,0 1-1,0 0 0,0-1 1,0 1-1,0-1 1,0 1-1,0 0 0,0-1 1,0 1-1,0 0 1,0-1-1,-1 1 0,1 0 1,0-1-1,0 1 1,0 0-1,0-1 0,-1 1 1,1 0-1,0 0 1,0-1-1,-1 1 0,1 0 1,0 0-1,0-1 1,-1 1-1,1 0 14,155-6-4202,-60 6-2135</inkml:trace>
  <inkml:trace contextRef="#ctx0" brushRef="#br0" timeOffset="142986.451">21709 9150 8138,'0'0'1191,"0"0"-218,0 0 74,0 0-128,-3 33-152,-37 221 666,11-146-537,12-51-523,2 0 1,3 0-1,3 2 0,-1 26-373,10-82 2,-1 0 1,0 1-1,1-1 1,0 1-1,-1-1 1,1 0-1,1 1 1,-1-1-1,0 1 1,1-1 0,0 0-1,0 1 1,0-1-1,0 0 1,0 0-1,1 0 1,-1 0-1,1 0 1,0 0-1,0 0 1,0 0-1,0-1 1,1 1-1,-1-1 1,1 0-1,-1 1 1,1-1-1,0 0 1,0-1-1,0 1 1,0 0-1,0-1 1,2 1-3,173 15 7,-107-17-8,281 34-467,-102-29-343,-242-7 779,0 0-1,0 0 1,-1-1 0,1 0-1,-1 0 1,1-1-1,-1 0 1,0 0-1,-1-1 1,1 1-1,-1-2 1,0 1 0,0-1-1,0 1 1,-1-2-1,0 1 1,0-1-1,-1 1 1,0-1-1,0 0 1,0-1-1,2-6 33,8-10-159,166-291-3174,-177 310 3354,-1 0 1,0-1-1,0 1 0,0 0 1,-1 0-1,1-1 0,-1 1 0,0-1 1,-1 0-1,0 1 0,1-1 0,-2 1 1,1-1-1,-1 1 0,0-1 1,0 1-1,0-1 0,-1 1 0,0-1 1,0 1-1,0 0 0,-1 0-21,-10-6 180,0 1 0,0 1 0,-1 0 0,-1 1 0,1 1 0,-1 0 0,-1 1 0,1 1 0,-1 0-1,0 1 1,0 0 0,-5 1-180,-35-5 659,0 2 0,-1 3 0,0 3 0,-5 2-659,-20-1 596,-125 6 504,197-9-1411,39-9-159,-10 5 91,61-25-2111,5-6-3614</inkml:trace>
  <inkml:trace contextRef="#ctx0" brushRef="#br0" timeOffset="143546.544">23253 9178 11082,'0'0'1415,"0"0"-517,0 0-63,0 0-196,0 0-115,0 0-32,-5 6-51,-2 4-389,1 1 0,-1-1 0,2 1 0,0 0 0,0 1 0,1-1 0,0 1 0,1 0 0,0 0 0,0 12-52,-6 15 80,-4 12 49,3 1 0,1 0-1,3 1 1,2 0 0,3 0-1,2 3-128,2-41-4,1-1 0,1-1 0,0 1-1,1-1 1,0 0 0,1 0-1,1 0 1,0-1 0,0 0 0,1-1-1,1 0 1,0 0 0,0-1-1,1-1 1,1 1 0,-1-2 0,1 0-1,1 0 1,-1-1 0,2 0-1,-1-2 1,0 1 0,1-1 0,0-1-1,0-1 1,0 0 0,1-1-1,8 1 5,20-1-192,-1-2 0,1-2 0,-1-2 0,0-1 0,0-3 0,32-10 192,-37 10-18,-30 8 16,0-1 1,1 0 0,-1 0 0,0-1 0,0 0 0,0 0 0,0-1 0,0 0 0,-1 0-1,1 0 1,-1-1 0,0 0 0,0 0 0,0-1 0,0 0 0,-1 0 0,0 0 0,4-5 1,90-253-1042,-89 238 1018,-2 0 0,0 0 1,-2-1-1,0 0 0,-2 0 0,-1 0 0,0-23 24,-6 39 33,-1-1-1,0 1 1,-1 0-1,0 1 1,0-1-1,-1 1 1,0 0-1,-1 0 1,0 1-1,0 0 1,-1 0-1,0 1 1,0-1-1,-1 2 1,0 0-1,0 0 1,0 0 0,-1 1-1,0 0 1,0 1-1,-1 0-32,-35-15 324,-2 3 1,1 1-1,-2 2 0,0 3 1,0 2-1,-1 2 0,0 2 1,0 2-1,0 3 0,-17 3-324,9-4 104,39 0-153,14 1 11,1 0 0,-1 0 0,0 0-1,1-1 1,-1 0 0,0 0 0,1 0 0,-1-1-1,0 1 1,1-1 0,-1 0 0,1-1-1,-1 1 1,1-1 0,0 0 0,-1 0 0,1 0-1,0 0 1,0-1 0,0 0 0,1 1-1,-1-2 1,1 1 0,0 0 0,-1-1 0,1 0 38,-3-29-2580</inkml:trace>
  <inkml:trace contextRef="#ctx0" brushRef="#br0" timeOffset="144934.338">15966 8513 3817,'0'0'956,"0"0"186,0 0 222,0 0 120,0 0-67,-5 0-281,4 0-1128,-2 0 104,0-1 0,1 1 0,-1 0 0,0 0 0,0 0 0,0 1 0,0-1 0,0 1 0,1-1 0,-1 1 0,0 0 0,0 0 0,1 0 0,-1 1 0,1-1 0,-1 1 0,1-1 0,0 1 0,-1 0 0,1 0 0,0 0 0,0 0 0,0 0 0,0 0 0,0 2-112,-6 11 152,1 1 0,0 0 0,1 0 0,1 1 0,1 0 0,0 0 0,1 0 0,1 1 0,0-1-1,1 0 1,2 16-152,-1-28 5,1 0 1,0-1-1,-1 1 0,2 0 0,-1-1 0,0 1 0,1-1 0,0 1 0,0-1 0,0 0 0,1 0 0,-1 0 1,1 0-1,0 0 0,0-1 0,0 1 0,1-1 0,-1 0 0,1 0 0,0 0 0,0 0 0,0-1 0,0 1 1,0-1-1,0 0 0,1 0 0,-1-1 0,1 1 0,-1-1 0,1 0 0,0 0 0,-1-1 0,3 1-5,3 0 9,0 0-1,0 0 1,0-1 0,0 0-1,1 0 1,-1-1-1,0-1 1,0 0-1,0 0 1,-1-1-1,1 0 1,-1-1-1,1 0 1,-1-1-1,5-2-8,-5 2 2,-1-1-1,0 1 1,0-1 0,0-1-1,-1 1 1,0-1-1,0-1 1,-1 1-1,0-1 1,0 0-1,-1 0 1,0-1-1,0 0 1,-1 0-1,0 0 1,0 0-1,-1-1 1,-1 1-1,0-1 1,0 0-1,-1 1 1,1-4-2,-5 8 7,1 0 0,-1 0-1,0 0 1,0 0 0,0 0 0,0 0 0,-1 1 0,0 0 0,0 0 0,0 0-1,-1 0 1,1 0 0,-1 1 0,0 0 0,0 0 0,0 0 0,0 1 0,-1 0-1,1 0 1,0 0 0,-1 1 0,0-1 0,-1 1-7,-8-4-1,-23-8-195,0 2 0,-1 2-1,0 2 1,0 1 0,-13 1 196,-16-1-2306</inkml:trace>
  <inkml:trace contextRef="#ctx0" brushRef="#br0" timeOffset="146399.494">18256 8615 4913,'0'0'1671,"0"0"-277,0 0-9,0 0-15,0 0-191,0 0-247,-6-5-225,-17-15-179,16 24-163,-42 298 1669,42-244-1722,15-64-489,69-84-2462,-39 34-2421</inkml:trace>
  <inkml:trace contextRef="#ctx0" brushRef="#br0" timeOffset="147132.72">20514 8508 6225,'0'0'2174,"0"0"-831,0 0 15,0 0-290,0 0-572,0 0-325,1-4-95,3 1-55,-1 0 1,0 1-1,1 0 1,-1-1 0,1 1-1,-1 1 1,1-1-1,0 0 1,0 1-1,0 0 1,0 0 0,0 0-1,0 0 1,0 1-1,1-1 1,-1 1-1,0 0 1,0 1 0,0-1-1,0 1 1,0-1-1,0 1 1,2 1-22,-3 0 20,1 1 0,-1-1 0,0 1 0,1 0 1,-1 0-1,-1 0 0,1 0 0,0 0 0,-1 1 0,0-1 0,1 1 0,-2 0 1,1 0-1,0 0 0,-1-1 0,1 1 0,-1 1 0,0-1 0,-1 0 0,1 0 1,-1 0-1,1 0 0,-1 1 0,-1-1 0,1 0 0,-1 0 0,1 0 1,-1 1-1,-1 0-20,2 6 21,0 1-7,0 0 0,-1 0 0,-1-1 0,0 1-1,-1 0 1,0-1 0,0 1 0,-2-1 0,1 0-1,-1 0 1,-1-1 0,0 1 0,0-1 0,-1-1-1,0 1 1,-1-1 0,-3 2-14,-99 93 923,75-72-218,52-29-562,173-40-82,-180 34-266,1 1 0,-1-1 0,1 2 0,0-1 0,0 2-1,-1-1 1,1 2 0,0-1 0,0 1 0,0 1 0,-1 0-1,1 0 1,6 4 205,17 14-4322</inkml:trace>
  <inkml:trace contextRef="#ctx0" brushRef="#br0" timeOffset="147745.401">22291 8516 8394,'0'0'1075,"0"0"-415,0 0-69,0 0-221,0 0-227,31-12-96,102-35 29,-130 46-60,1 0 0,-1 0-1,1 0 1,0 1 0,-1-1 0,1 1 0,-1 0 0,1 0 0,-1 1 0,1-1-1,0 1 1,-1-1 0,1 1 0,-1 0 0,0 1 0,1-1 0,-1 0 0,0 1-1,0 0 1,0 0 0,0 0 0,0 0 0,0 0 0,0 1 0,-1-1 0,1 1-1,-1 0 1,0 0 0,0-1 0,0 1 0,0 1 0,0-1 0,-1 0 0,0 0 0,1 1-1,-1-1 1,0 1 0,0-1 0,-1 1 0,1-1 0,-1 1 0,0-1 0,0 1-1,0 0 1,0-1 0,-1 1 0,1-1 0,-1 1 0,0-1 0,0 1 0,-1 0-16,2 2 133,-1 3 15,0 1 0,-1 0 0,-1-1 1,0 0-1,0 1 0,0-1 1,-1-1-1,-1 1 0,0 0 0,0-1 1,0 0-1,-1 0 0,0-1 1,-1 1-1,1-1 0,-2-1 0,1 1 1,-1-1-1,-6 4-148,-28 29 553,36-32-525,17-6-375,77 0 239,-85 3 119,0-1 0,0 1 0,0 0 0,-1 0 1,1 0-1,-1 0 0,0 0 0,0 1 0,-1-1 0,1 0 0,-1 1 1,0-1-1,0 1 0,0 0 0,-1-1 0,0 1 0,0 0 0,0-1 1,0 1-1,-1 0 0,0-1 0,0 1 0,0 0-11,1 2 60,-4 2-7,0 0 0,0-1-1,-1 1 1,0-1 0,0 0 0,-1 0 0,0 0-1,-1-1 1,1 0 0,-1 0 0,-1-1 0,1 0-1,-1 0 1,0-1 0,0 0 0,-1 0 0,0-1 0,0 0-1,0-1 1,-3 1-53,-7 6 72,-53 19 12,71-35-464,7-17-1660,15-10-3308</inkml:trace>
  <inkml:trace contextRef="#ctx0" brushRef="#br0" timeOffset="148279.399">23716 8635 5577,'0'0'1645,"0"0"-301,0 0 615,0 0-73,0 0-467,0 0-434,-8 6-386,3-2-552,0 0 0,0 0 0,1 0 0,-1 1 0,1 0 0,0 0 0,1 0 0,-1 0 0,1 0 0,0 1 0,0 0 1,1-1-1,0 1 0,0 0 0,0 0 0,0 0 0,1 1 0,0 4-47,-1-2 11,0-1 1,1 0-1,1 1 0,-1-1 1,1 0-1,1 1 0,-1-1 1,2 1-1,-1-1 0,1 0 1,0 0-1,1 0 1,-1 0-1,2 0 0,-1-1 1,1 1-1,0-1 0,1 0 1,0 0-1,0 0 0,0-1 1,1 0-1,5 5-11,-6-7-35,-1-1-1,1 1 0,0-1 0,0-1 1,0 1-1,1-1 0,-1 0 1,0 0-1,1 0 0,-1-1 1,1 0-1,0 0 0,-1 0 1,1-1-1,0 0 0,0 0 1,-1 0-1,1-1 0,0 1 1,-1-2-1,1 1 0,-1 0 1,1-1-1,-1 0 0,1-1 1,-1 1-1,0-1 0,0 0 1,-1 0-1,1 0 0,0-1 1,2-3 35,-2-1-66,0 0-1,-1-1 1,0 0 0,0 0 0,-1 0 0,0-1 0,0 1 0,-1-1 0,-1 1 0,0-1 0,0 0 0,0 1 0,-2-5 66,0 12 35,0 1 0,-1-1 0,1 1 0,-1-1 1,1 1-1,-1 0 0,0 0 0,0 0 0,1 0 0,-1 0 0,0 0 1,0 0-1,0 1 0,0-1 0,0 1 0,0-1 0,0 1 0,0 0 1,0 0-1,0 0 0,0 0 0,0 0 0,0 0 0,0 0 0,0 1 1,0-1-1,0 1 0,0 0 0,0-1 0,0 1 0,0 0 1,1 0-1,-1 0 0,0 0 0,1 1 0,-1-1 0,0 0 0,1 1 1,0-1-1,-1 1 0,1-1 0,0 1 0,0 0 0,0-1 0,-1 2-35,-8 14-26,0-1 0,2 1-1,-1 1 1,2 0-1,1 0 1,0 0 0,1 1-1,1 0 1,1-1-1,0 2 1,2-1 0,0 17 26,-5 25-2072,1-24-4714</inkml:trace>
  <inkml:trace contextRef="#ctx0" brushRef="#br0" timeOffset="149245.723">15595 10489 4001,'0'0'916,"0"0"-369,0 0 78,0 0 321,0 0 346,0 0 186,0-17 9,-1-51-136,1 67-1304,0 1 0,0-1 0,0 0-1,0 1 1,0-1 0,0 1 0,0-1 0,0 0 0,0 1 0,0-1 0,0 0 0,-1 1 0,1-1 0,0 0 0,0 1 0,-1-1 0,1 1 0,0-1 0,-1 1-1,1-1 1,-1 1 0,1-1 0,-1 1 0,1-1 0,-1 1 0,1-1 0,-1 1 0,1 0 0,-1-1 0,1 1 0,-1 0 0,0 0 0,1-1 0,-1 1 0,0 0 0,1 0-1,-1 0 1,1 0 0,-1 0 0,0 0 0,1 0 0,-1 0 0,0 0 0,1 0 0,-1 0 0,0 0 0,1 0 0,-1 1 0,0-1 0,1 0 0,-1 1 0,1-1-1,-1 0 1,1 1 0,-1-1 0,0 0 0,1 1 0,0-1 0,-1 1 0,1-1 0,-1 1 0,1-1 0,-1 1 0,1-1 0,0 1 0,-1 0-47,-5 7 15,0 0 1,0 0-1,1 0 1,0 1-1,0-1 1,1 1-1,0 1 1,1-1-1,0 0 1,0 1-1,1 0 1,0 0-1,1-1 1,0 1-1,0 0 1,1 0-1,1 0 1,0 0-1,0 2-15,3-4-1,0-1 0,1-1 0,0 1 0,0-1-1,0 0 1,1 0 0,0 0 0,0-1 0,0 0-1,1 0 1,0 0 0,0-1 0,0 0 0,4 1 1,-6-2 0,0-1 16,1 0-1,-1 1 0,0 0 0,0 0 0,0 0 1,0 0-1,0 1 0,-1 0 0,1 0 1,-1 0-1,0 0 0,0 1 0,-1-1 0,1 1 1,-1 0-1,0 0 0,-1 0 0,1 1 0,-1-1 1,0 1-1,0-1 0,0 1 0,-1 0 1,0 0-1,0-1 0,-1 1 0,0 4-15,-2 2 23,-1 0 0,-1 0 0,0-1 0,0 1 0,-1-1 0,-1 0-1,0-1 1,0 0 0,-1 1 0,0-2 0,-1 1 0,0-1 0,-1-1 0,0 1 0,0-1-1,0-1 1,-1 0 0,-6 3-23,14-8-92,0 0 0,-1-1 0,1 0 0,-1 1-1,0-1 1,1 0 0,-1 0 0,0 0 0,0 0 0,1-1-1,-1 1 1,0-1 0,0 0 0,0 0 0,0 0 0,0 0-1,0 0 1,0-1 0,1 1 0,-1-1 0,0 0 0,0 0-1,1 0 1,-1 0 0,0 0 0,1 0 0,-1-1-1,1 0 1,-1 1 0,1-1 0,0 0 0,0 0 0,0 0-1,0 0 1,0 0 0,0-1 0,1 1 0,-1-1 0,1 1-1,0-1 1,-1 1 0,1-1 0,0 0 0,0-2 92,-23-49-5521</inkml:trace>
  <inkml:trace contextRef="#ctx0" brushRef="#br0" timeOffset="149496.186">15610 10381 7810,'0'0'1200,"0"0"-448,0 0 496,0 0-167,0 0-537,0 0-152,176-19-224,-113 19-64,47 0-104,-12 0-616,-7 0-4337</inkml:trace>
  <inkml:trace contextRef="#ctx0" brushRef="#br0" timeOffset="150089.137">18142 10115 6801,'0'0'1002,"0"0"-385,0 0 150,0 0 147,0 0-31,-12 25-60,-41 83-169,43-90-510,2 1-1,0 0 1,1 0-1,1 0 1,1 1-1,0 0 1,2 0-1,0 1 1,1-1-1,1 1 1,1-1-1,2 7-143,-2-23 2,1 0-1,0 0 1,0 0-1,1-1 1,-1 1-1,1 0 1,0-1-1,0 1 1,0-1-1,0 0 1,0 0-1,1 0 1,0 0-1,-1 0 1,1 0-1,0-1 1,0 1-1,1-1 1,-1 0-1,0 0 1,1 0-1,0 0 1,-1-1-1,1 1 1,0-1-1,0 0 1,-1 0-1,1-1 1,0 1-1,4 0-1,0 0-20,1 0 0,-1-1-1,1 1 1,-1-2-1,1 1 1,-1-1 0,1 0-1,-1-1 1,0 0 0,1-1-1,-1 1 1,0-1-1,-1-1 1,4-1 20,-9 4 7,0 1 1,0-1-1,0 0 0,-1 1 0,1-1 1,0 0-1,0 0 0,-1-1 0,1 1 1,-1 0-1,1 0 0,-1-1 1,1 1-1,-1-1 0,0 1 0,0-1 1,0 1-1,0-1 0,0 0 0,0 0 1,0 0-1,0 1 0,-1-1 1,1 0-1,-1 0 0,1 0 0,-1 0 1,0 0-1,0 0 0,0 0 0,0 0 1,0 0-1,0 0 0,0 0 1,-1 0-1,1 0 0,-1 0 0,0 0 1,1 1-1,-1-1 0,0 0 1,0 0-1,0 1 0,-1-2-7,-122-4 831,29 18-676,121-27-2184,11-7-853</inkml:trace>
  <inkml:trace contextRef="#ctx0" brushRef="#br0" timeOffset="150556.676">20325 10212 8578,'0'0'1620,"0"0"19,0 0-468,0 0-636,0 0-344,0 0-115,22-13-43,70-40 14,-3 28-22,-85 27-2,-1-1 1,0 1-1,1 0 1,-1 0-1,0 0 1,0 1-1,0-1 0,0 1 1,0 0-1,-1 0 1,1 0-1,-1 0 1,0 0-1,0 0 0,0 1 1,0-1-1,0 1 1,-1-1-1,0 1 1,0 0-1,0-1 0,0 1 1,0 0-1,-1 0 1,1 0-1,-1 0 1,0-1-1,-1 1 0,1 0 1,-1 0-1,1 0 1,-1 0-1,0-1 1,0 1-1,-1 0-23,2 15 164,0 57 384,2-9-230,-3 0 0,-3 0 0,-3-1 1,-3 3-319,-23-19-254,-9-41-3323,8-9-5687</inkml:trace>
  <inkml:trace contextRef="#ctx0" brushRef="#br0" timeOffset="150775.851">20231 10500 10370,'0'0'2641,"0"0"-1921,0 0-96,0 0-184,233 26-216,-145-26-144,50 0-80,-25-9-864,-15-2-4601</inkml:trace>
  <inkml:trace contextRef="#ctx0" brushRef="#br0" timeOffset="151262.449">22002 10101 3585,'0'0'5081,"0"0"-2942,0 0-573,0 0-345,-29 11-374,-84 37-316,111-48-522,0 1 0,0-1-1,1 1 1,-1 0 0,0-1 0,1 1 0,-1 0 0,0 0-1,1 0 1,-1 0 0,1 1 0,0-1 0,-1 0 0,1 1-1,0-1 1,0 0 0,0 1 0,0 0 0,0-1 0,0 1-1,0-1 1,1 1 0,-1 0 0,1 0 0,-1-1-1,1 1 1,-1 0 0,1 0 0,0 0 0,0 0 0,0-1-1,0 1 1,0 0 0,1 0 0,-1 0 0,0-1 0,1 1-1,0 2-8,1 2 14,0-1-10,0 1 0,1-1 0,0 1 0,0-1 0,0 0 0,0-1 0,1 1 0,0 0 1,0-1-1,0 0 0,1 0 0,-1 0 0,1-1 0,0 1 0,0-1 0,0 0 0,0-1 0,1 1-4,18 12 3,18 13 15,-9-8-4,-2 2 0,0 1 0,-2 1 0,0 1 0,21 26-14,-48-48 4,1-1-1,-1 0 0,1 1 0,-1 0 1,0 0-1,0 0 0,0 0 0,-1 0 0,1 0 1,-1 0-1,1 0 0,-1 1 0,0-1 1,0 0-1,-1 1 0,1-1 0,-1 1 1,1-1-1,-1 1 0,0-1 0,-1 1 1,1 0-1,0-1 0,-1 0 0,0 1 1,0-1-1,0 1 0,0-1 0,-1 0 0,1 0 1,-1 0-1,0 0 0,0 0 0,0 0 1,0 0-1,0 0 0,-1-1 0,1 1 1,-1-1-1,0 0 0,1 0 0,-4 2-3,-163 6 66,165-9-47,0-1 0,0 0 0,0 0-1,0 0 1,0-1 0,0 1 0,0-1 0,-1 0 0,2 0 0,-1-1 0,0 1 0,0-1 0,0 0 0,1 0 0,-1 0 0,1 0 0,-1 0 0,1-1 0,0 0 0,0 0 0,0 0-1,0 0 1,1 0 0,-1 0 0,1-1 0,0 1 0,0-1 0,0 1 0,1-1 0,-1 0 0,1 0 0,0 0 0,0 0 0,0 0 0,0 0 0,1 0 0,-1 0 0,1 0-1,0-1-17,3-5 12,0 0 1,1 1-1,0-1 1,0 1-1,1 0 1,0 0 0,0 0-1,1 1 1,1-1-1,-1 1 1,1 1-1,1 0 1,-1 0 0,1 0-1,0 1 1,1 0-1,-1 0 1,4 0-14,10-11 8,240-169-1643,-187 138-2436</inkml:trace>
  <inkml:trace contextRef="#ctx0" brushRef="#br0" timeOffset="151727.822">23483 10022 5881,'0'0'2263,"0"0"-1045,0 0-246,0 0-212,0 0-212,0 0 111,-15 0 57,7 0-590,3-1-64,0 1 1,0 0 0,0 0 0,0 0-1,-1 1 1,2 0 0,-1 0-1,0 0 1,0 0 0,0 1-1,0 0 1,1 0 0,-1 0-1,1 0 1,-1 1 0,1 0-1,0 0 1,0 0 0,-2 3-63,-10 8 157,2 1 1,0 0 0,1 1-1,0 1 1,2 0 0,0 0-1,1 1 1,0 1-1,2 0 1,0 0 0,1 0-1,1 1 1,1 0 0,0 0-1,1 5-157,5-22-4,0-1 0,0 1 0,1 0-1,-1-1 1,1 1 0,-1-1 0,1 1-1,0-1 1,0 0 0,0 1 0,0-1-1,0 0 1,0 0 0,1-1 0,-1 1 0,1 0-1,-1-1 1,1 0 0,0 1 0,-1-1-1,1 0 1,0 0 0,0-1 0,0 1-1,0 0 1,0-1 0,-1 0 0,1 0 0,0 0-1,0 0 1,0 0 0,0-1 0,0 1-1,0-1 1,0 0 0,0 0 0,0 0 4,11 1-44,-2-1 19,1-1 0,0 0 0,-1-1 0,0-1 0,0 0 1,0 0-1,0-1 0,0-1 0,-1 0 0,0 0 0,0-1 0,-1-1 0,5-4 25,4 0-17,-5 0 20,-14 12 6,0 1-1,0-1 1,0 1 0,-1-1 0,1 1 0,0-1 0,0 1 0,0-1 0,0 1-1,0-1 1,0 1 0,0-1 0,0 1 0,1-1 0,-1 1 0,0-1 0,0 1-1,0-1 1,0 1 0,1-1 0,-1 1 0,0-1 0,1 1 0,-1-1 0,0 1-1,1-1 1,-1 0 0,0 1 0,1-1 0,-1 0 0,1 1 0,-1-1 0,1 0 0,-1 0-1,0 1 1,1-1 0,-1 0 0,1 0 0,0 0 0,-1 0 0,1 1 0,-1-1-1,1 0 1,-1 0 0,1 0 0,-1 0 0,1 0 0,-1 0 0,1-1 0,0 1-9,-48 207 611,18-105-480,1 125-1626,28-221-3122</inkml:trace>
  <inkml:trace contextRef="#ctx0" brushRef="#br0" timeOffset="156804.495">2079 8723 6713,'0'0'1395,"0"0"-188,0 0-399,0 0 75,0 0 114,-11 30-369,-35 99-203,34-6 382,18 9 97,-5-131-900,0 0 1,0-1-1,0 1 0,0 0 1,1-1-1,-1 1 0,0-1 0,0 1 1,0-1-1,0 1 0,1-1 0,-1 0 1,0 0-1,0 0 0,1 1 1,-1-1-1,0 0 0,0 0 0,1-1 1,-1 1-1,0 0 0,0 0 0,1-1 1,-1 1-1,0-1 0,0 1 1,0-1-1,0 1 0,0-1 0,0 0 1,1 1-1,-1-1 0,-1 0 0,1 0 1,0 0-1,0 0 0,0 0 1,0 0-1,-1 0-4,65-143 15,-55 112-37,13-56-22,-24 103 38,1 0 1,0 0-1,2 1 0,-1-1 0,2 0 1,0 0-1,1 0 0,0-1 0,1 1 1,1-1-1,1 0 0,-1 0 0,2-1 1,0 0-1,1 0 0,7 7 6,-16-19 5,0 0 0,0-1 0,1 1-1,-1 0 1,1 0 0,-1-1 0,1 1-1,-1 0 1,1-1 0,-1 1 0,1-1 0,-1 1-1,1-1 1,0 1 0,-1-1 0,1 1 0,0-1-1,0 1 1,-1-1 0,1 0 0,0 0 0,0 1-1,-1-1 1,1 0 0,0 0 0,0 0 0,0 0-1,-1 0 1,1 0 0,0 0 0,0 0-1,0 0 1,0 0 0,-1 0 0,1 0 0,0-1-1,0 1 1,-1 0 0,1-1 0,0 1 0,0 0-1,-1-1 1,1 1 0,0-1 0,-1 1 0,1-1-1,-1 0 1,1 1 0,-1-1 0,1 1-1,-1-1 1,1 0 0,-1 0-5,15-49 432,-13 41-435,75-228-1031,-57 191-1707</inkml:trace>
  <inkml:trace contextRef="#ctx0" brushRef="#br0" timeOffset="157149.708">2567 8924 7914,'0'0'1963,"0"0"-367,0 0-652,0 0-124,0 0-167,0 0-328,-13 4-210,4-2-100,5-1-12,1-1-1,0 1 0,0-1 0,0 1 1,0 0-1,0 0 0,1 0 0,-1 1 1,0-1-1,0 1 0,1-1 1,-1 1-1,1 0 0,-1 0 0,1 0 1,0 0-1,0 1 0,0-1 0,0 1 1,0-1-1,1 1 0,-1-1 1,1 1-1,0 0 0,-1 0 0,1 1-2,-2 11 11,1-1 0,0 1-1,1 0 1,1 0 0,0 0 0,1-1-1,1 1 1,0 0 0,1 0-11,-2-12 1,-1 1 0,1-1 0,0 1 1,1-1-1,-1 0 0,1 1 1,-1-1-1,1 0 0,0 0 1,0 0-1,1 0 0,-1 0 0,0-1 1,1 1-1,0-1 0,-1 1 1,1-1-1,0 0 0,0 0 0,1 0 1,-1-1-1,0 1 0,1-1 1,-1 0-1,0 0 0,1 0 1,-1 0-1,1 0 0,0-1 0,-1 0 1,1 0-1,0 0 0,-1 0 1,1 0-1,-1-1 0,1 1 0,3-2-1,-3-1 8,0 1 0,-1-1 0,1 0 0,0-1-1,-1 1 1,0-1 0,0 1 0,0-1 0,0 0-1,-1 0 1,1 0 0,-1-1 0,0 1-1,0 0 1,-1-1 0,1 1 0,-1-1 0,0 0-1,0 0 1,-1 1 0,1-1 0,-1 0 0,0 0-1,0 1 1,-1-2-8,2-2 36,0-1 0,-1 1 0,0-1 0,-1 1 0,0 0 0,0-1 0,-1 1 0,0 0 0,0 0 0,-1 0 0,0 0 0,0 0 0,-1 1 0,0-1 0,0 1 0,-2-1-36,-23-22 84,-5-7-4154,30 32-1558</inkml:trace>
  <inkml:trace contextRef="#ctx0" brushRef="#br0" timeOffset="157524.96">2784 8893 6657,'0'0'1210,"0"0"-91,0 0-283,0 0-113,0 0 6,0 0-386,-9 1-227,7-1-113,1 0 5,0 0 0,0 0-1,0-1 1,-1 1 0,1 0 0,0 1-1,0-1 1,0 0 0,-1 0-1,1 0 1,0 1 0,0-1 0,0 0-1,0 1 1,0-1 0,0 1-1,0-1 1,0 1 0,0 0 0,0 0-1,0-1 1,0 1 0,0 0-1,0 0 1,0 0 0,1 0 0,-1 0-1,0 0 1,1 0 0,-1 0-1,1 0 1,-1 0 0,1 0 0,0 0-1,-1 0 1,1 1 0,0-1-1,0 0 1,-1 0 0,1 0 0,0 1-1,1-1 1,-1 0 0,0 0-1,0 0 1,0 0 0,1 1 0,-1-1-1,0 0 1,1 0 0,-1 0-1,1 0 1,-1 0 0,1 0 0,0 0-1,0 0 1,0 0-8,98 284 1638,-95-246-1357,-4-39-81,0 0 135,-2-23 64,-4 10-383,2 1 0,-1-1 0,2 0 1,0 0-1,0 0 0,1 0 1,1-1-1,0 1 0,1-1 0,0 1 1,1-1-1,1 1 0,0 0 1,0 0-1,2 0 0,-1 0 1,2 0-1,0 1 0,0-1 0,1 1 1,1 0-1,0 1 0,1 0-16,1 2-22,1 2 0,0-1 0,0 1 0,1 1 0,-1 0-1,2 0 1,-1 1 0,1 1 0,-1 0 0,1 0 0,0 2 0,5-2 22,55-1-3620,-45 5-3169</inkml:trace>
  <inkml:trace contextRef="#ctx0" brushRef="#br0" timeOffset="158354.367">3095 8544 6529,'0'0'1747,"0"0"-141,0 0-315,0 0-339,0 0-164,-1 24-329,-8 339 689,-12-117 146,53-281-989,18-37-241,-28 35-88,2 2 1,2 1 0,1 1 0,1 1 0,2 2 0,1 0 0,25-17 23,-21 34-24,-25 32 26,-13-10 9,0 1 0,0-1-1,-1 0 1,0 0-1,0 0 1,-1 0 0,-1-1-1,1 0 1,-1 0-1,-1 0 1,1-1-1,-1 0 1,-1 0 0,1-1-1,-1 0 1,0 0-1,-1 0 1,1-1 0,-1-1-1,0 0 1,0 0-1,0 0 1,-6 0-11,-42 27 223,56-31-216,0 0 0,0 1 0,0-1 0,0 1-1,0-1 1,0 1 0,0-1 0,0 1 0,0 0 0,0-1-1,0 1 1,0 0 0,0 0 0,0 0 0,1 0 0,-1 0-1,0-1 1,1 1 0,-1 0 0,0 1 0,1-1 0,0 0-1,-1 0 1,1 0 0,-1 0 0,1 0 0,0 0 0,0 1 0,0-1-1,0 0 1,0 0 0,0 0 0,0 0 0,0 1 0,0-1-1,1 0 1,-1 0 0,0 0 0,1 0 0,-1 0 0,1 0-1,-1 0 1,1 0 0,-1 0 0,1 0 0,0 0 0,0 0-1,-1 0 1,1 0 0,0 0-7,55 32-32,-45-28 53,6 2 26,0 1 0,-1 1 0,0 1 0,-1 0 1,0 1-1,0 0 0,-1 1 0,-1 1 0,0 0 0,-1 1 0,0 1 0,2 4-47,-12-16-80,39 41 63,-14-40-2633,-18-4-4763</inkml:trace>
  <inkml:trace contextRef="#ctx0" brushRef="#br0" timeOffset="196702.746">15396 6226 6673,'0'0'2876,"0"0"-1371,0 0-368,0 0-133,0 0-372,-6-1-264,-21-6 431,93 76 643,-51-47-1332,35 55-72,-3 3 0,-5 2 0,-2 1 0,-4 2-1,-5 2 1,-2 1 0,-4 5-38,16 39-115,-27-78-69,-3 0 0,-2 0 1,-2 1-1,-3 0 1,-2 0-1,-3 24 184,-1-77-16,1 0 0,-1 1-1,0-1 1,1-1 0,-1 1 0,0 0-1,0 0 1,0-1 0,-1 1 0,1-1 0,0 1-1,0-1 1,-1 0 0,1 0 0,-1 0-1,1 0 1,-1-1 0,1 1 0,-1-1-1,0 1 1,1-1 0,-1 0 0,0 0 0,1 0-1,-1 0 1,1-1 0,-1 1 0,0-1-1,-1 0 17,-4 1-24,8 0 55,2 18 12,0 0-1,1-1 1,1 1 0,1-1 0,1 0 0,0 0-1,1-1 1,1 1 0,0-2 0,1 1 0,10 11-43,-19-25 18,1 0 1,0-1-1,1 1 1,-1 0-1,0-1 1,0 1-1,1-1 1,-1 1-1,1-1 1,-1 0-1,1 0 1,-1 1-1,1-1 0,0 0 1,0 0-1,0-1 1,-1 1-1,1 0 1,0-1-1,0 1 1,0-1-1,0 0 1,0 1-1,0-1 1,0 0-1,0 0 1,0 0-1,0-1 1,0 1-1,0 0 1,0-1-1,0 1 1,0-1-1,0 0 1,0 1-1,-1-1 1,1 0-1,0 0 1,0 0-1,-1-1 1,1 1-1,-1 0 1,1-1-1,-1 1 1,0-1-1,1 1 1,-1-1-1,0 1 1,0-1-1,0 0 0,0 0 1,0 1-1,0-1 1,-1 0-1,1 0 1,-1 0-1,1 0 1,-1-1-19,10-21 30,-1 0 0,-1 0 1,-2 0-1,0-1 0,-1 0 1,-2 0-1,0 0 0,-2-1 0,-1 1 1,-2-12-31,2 35-95,0 0 1,0 0-1,-1 0 1,1 0 0,-1 0-1,0 0 1,1 0 0,-1 0-1,0 0 1,0 0-1,0 0 1,-1 1 0,1-1-1,0 0 1,-1 1-1,1-1 1,-1 1 0,1 0-1,-1-1 1,1 1-1,-1 0 1,0 0 0,0 0-1,0 0 1,0 0-1,0 0 1,-1 0 94,-23-6-6369</inkml:trace>
  <inkml:trace contextRef="#ctx0" brushRef="#br0" timeOffset="224389.561">15088 5436 2849,'0'0'709,"0"0"-65,0 0-121,0 0-128,0 0-137,2-3-81,11-21 476,-12 23-388,-1 1-109,0 0 116,0 0 9,0 0-43,0 0 16,0 0-58,0 0 92,0 0 484,0 0 48,0 2-170,-60 99 1327,-42 64-1003,82-58-587,21-104-396,1 0 1,-1-1-1,1 1 1,0 0-1,0-1 1,0 0-1,0 1 1,1-1-1,-1 0 1,0 0-1,1 0 1,0 0-1,-1-1 1,1 1-1,0-1 1,0 0-1,0 1 1,0-1-1,0-1 1,0 1-1,0 0 1,0-1-1,1 1 1,-1-1 0,0 0-1,0 0 1,0-1-1,0 1 1,1 0-1,-1-1 1,3-1 8,0 2-64,8 0-40,-10 2 60,1-1 0,-1 0-1,0 0 1,1-1 0,-1 1 0,1-1 0,-1 0-1,1 0 1,-1-1 0,1 1 0,-1-1-1,1 0 1,-1 0 0,0 0 0,1-1-1,-1 0 1,0 0 0,0 0 0,0 0-1,0 0 1,-1-1 0,1 0 0,-1 0-1,1 0 1,-1 0 0,0 0 0,0-1-1,0 1 1,-1-1 0,1 0 0,-1 0-1,0 0 1,0 0 0,0 0 0,-1 0 0,1-3 44,-1 5 24,-1 0 1,1 0 0,-1-1 0,0 1 0,0 0-1,1-1 1,-2 1 0,1 0 0,0-1 0,0 1-1,-1 0 1,1 0 0,-1-1 0,0 1 0,0 0-1,0 0 1,0 0 0,0 0 0,0 0 0,0 0 0,-1 0-1,1 0 1,-1 0 0,1 1 0,-1-1 0,0 1-1,0-1 1,0 1 0,0 0 0,0-1 0,0 1-1,0 0 1,0 0 0,0 1 0,0-1 0,-1 0 0,1 1-1,0-1 1,0 1 0,-1 0 0,1 0 0,0 0-1,-1 0-24,-139 0 925,141 0-977,-1 0 0,1 0 0,-1 0 0,1 0 0,-1 1 1,1-1-1,0 1 0,-1-1 0,1 1 0,0 0 0,-1-1 0,1 1 1,0 0-1,0 0 0,0 0 0,0 0 0,0 0 0,0 0 1,0 0-1,0 0 0,0 0 0,0 0 0,0 1 0,1-1 0,-1 0 1,0 1-1,1-1 0,-1 0 0,1 1 0,0-1 0,-1 1 1,1 0 51,0 3-3437</inkml:trace>
  <inkml:trace contextRef="#ctx0" brushRef="#br0" timeOffset="226467.5">15485 5408 2689,'0'0'2047,"0"0"-860,0 0-177,0 0 8,0 0-71,0 0-6,-1-13 21,-3-41-153,4 52-759,-1 0 0,0 1-1,0-1 1,0 0 0,0 0-1,-1 1 1,1-1 0,0 1-1,-1-1 1,1 1 0,0 0-1,-1 0 1,0-1 0,1 1-1,-1 0 1,0 0 0,0 1-1,1-1 1,-1 0 0,0 0-1,0 1 1,0-1 0,0 1-1,0 0 1,0 0 0,0 0-1,0 0 1,0 0 0,0 0-1,0 0 1,0 0 0,0 1-1,0-1 1,-1 1-50,-4 0 153,-1-3-94,-1 1-1,1 1 1,0 0-1,-1 0 0,1 1 1,-1 0-1,1 0 1,0 1-1,0 0 1,0 0-1,0 1 1,0 0-1,1 0 0,-1 1 1,1 0-1,0 0 1,0 1-1,0 0 1,0 0-1,1 1 1,0 0-1,0 0 0,-3 4-58,7-5 11,1 0-1,-1 0 0,1 1 0,0-1 0,0 0 0,0 0 0,1 1 1,0-1-1,0 0 0,0 1 0,1-1 0,-1 0 0,1 0 0,1 1 1,-1-1-1,1 0 0,0 0 0,0 0 0,0-1 0,1 1 0,-1 0 0,1-1 1,0 1-1,1-1 0,3 3-10,61 54 21,-53-50-14,-1 0 1,0 1 0,0 1 0,-2 0-1,0 1 1,0 0 0,-1 0 0,3 7-8,-11-14 9,-1 0 1,1 1 0,-1-1 0,-1 0-1,1 1 1,-1-1 0,0 1 0,-1-1-1,0 1 1,0 0 0,-1-1 0,0 1-1,0 2-9,0-7 3,1-1 0,-1 1 0,1-1 1,-1 1-1,0-1 0,0 1 0,0-1 0,0 0 0,0 0 0,-1 1 0,1-1 0,-1 0 0,1 0 0,-1 0 0,0 0 0,0-1 0,0 1 0,0 0 0,0-1 0,0 1 0,0-1 0,-1 0 0,1 0 0,0 0 0,-1 0 0,1 0 0,-1 0 1,1-1-1,-1 1 0,1-1 0,-1 1 0,1-1 0,-1 0 0,0 0 0,1-1 0,-1 1 0,1 0 0,-1-1 0,-1 0-3,1-1-4,1 0 0,-1-1-1,1 1 1,0-1 0,0 0 0,0 1-1,0-1 1,1 0 0,-1 0 0,1 0 0,0 0-1,0 0 1,0 0 0,0-1 0,0 1-1,1 0 1,-1 0 0,1-1 0,0 1 0,0 0-1,0-1 1,1 1 4,-2 0 6,0-4 7,0 0 0,1 0 0,-1-1 0,2 1-1,-1 0 1,1 0 0,0 0 0,0-1 0,1 1 0,0 0-1,0 1 1,0-1 0,1 0 0,0 1 0,1-1 0,1-2-13,17-15 56,2 0 0,1 1 0,0 2 0,2 0 1,0 2-1,1 1 0,1 1 0,23-9-56,-11 13-776,-39 28-3997,-5 4-1559</inkml:trace>
  <inkml:trace contextRef="#ctx0" brushRef="#br0" timeOffset="229671.021">15821 5496 1232,'0'0'2098,"0"0"-810,0 0-22,0 0-24,0 0-216,0 0-151,15-16-393,48-46-170,-62 61-275,1-1 0,-1 1 0,0 0 0,1 0 0,-1 0 0,1 0 0,0 0 0,-1 0 0,1 0 0,0 1 0,-1-1 0,1 1 0,0-1 0,0 1 0,-1-1 0,1 1 0,0 0 0,0 0 0,0 0 0,-1 0 0,1 0 0,0 1 0,0-1 0,0 0 0,-1 1 0,1-1 0,0 1 0,-1 0 0,1-1 0,0 1 0,-1 0 1,1 0-1,-1 0 0,1 0 0,-1 1 0,0-1 0,1 0 0,-1 0 0,0 1 0,0-1 0,0 1 0,0-1 0,0 1 0,0 0 0,0-1 0,-1 1 0,1 0 0,-1-1 0,1 1 0,-1 0 0,1 0 0,-1 0 0,0-1 0,0 1 0,0 0 0,0 0 0,0 0 0,-1-1 0,1 1 0,0 0 0,-1 0 0,1-1 0,-2 3-37,4 6 112,-1 1 1,-1-1-1,0 1 0,0 0 0,-1-1 0,-1 1 0,0-1 0,0 1 0,-1-1 0,0 0 1,-1 0-1,0 0 0,0 0 0,-5 6-112,-4 3 104,-1 0-1,-1-1 1,0 0 0,-1-2-1,-1 1 1,-1-2 0,0 0-1,-2-1-103,52-10 771,161-4-243,-91 38-2164,-91-28-2321</inkml:trace>
  <inkml:trace contextRef="#ctx0" brushRef="#br0" timeOffset="230188.716">16346 5801 9018,'0'0'1448,"0"0"-63,0 0-49,0 0-640,0 0-392,0 0-160,0 0-144,35-65-152,-26 57-1144,1 2-833,-4 1-1023</inkml:trace>
  <inkml:trace contextRef="#ctx0" brushRef="#br0" timeOffset="230438.867">16661 5787 10850,'0'0'2249,"0"0"-1121,0 0 112,0 0-336,0 0-647,0 0-257,0 0-184,22-17-817,-13-3-1335,1 1-2817</inkml:trace>
  <inkml:trace contextRef="#ctx0" brushRef="#br0" timeOffset="230690.133">16894 5734 11907,'0'0'1920,"0"0"-584,0 0-176,0 0-511,0 0-369,3 0-280,13-12-120,2-10-969,1-7-3872</inkml:trace>
  <inkml:trace contextRef="#ctx0" brushRef="#br0" timeOffset="231689.318">17265 5530 6393,'0'0'1345,"0"0"-89,0 0 320,0 0-391,0 0-401,0 0-8,-38 161-88,32-85-112,-4-2-152,7 3-160,0-12-200,3-14 72,0-12-136,0-19-288,3-20-992,10 0-1929,-7-14-3656</inkml:trace>
  <inkml:trace contextRef="#ctx0" brushRef="#br0" timeOffset="231973.781">17177 5527 8002,'0'0'1140,"0"0"-727,0 0-95,0 0 21,36-17 119,119-49-10,-148 63-397,1 0 1,0 0-1,0 1 0,0 0 0,1 1 0,-1 0 0,0 0 0,0 0 0,1 1 0,-1 1 0,1-1 0,-1 1 0,0 1 0,0-1 0,0 1 0,0 1 1,0 0-1,0 0 0,0 0 0,-1 1 0,1 0 0,-1 1 0,0-1 0,-1 1 0,1 1 0,-1-1 0,0 1 0,0 0 0,-1 1 0,0-1 0,0 1 1,0 0-1,-1 0 0,0 1 0,-1-1 0,1 1 0,-1 0 0,-1 0 0,1 0 0,-2 0 0,1 0 0,-1 1 0,0-1 0,-1 0 0,0 1 0,0-1 1,0 0-1,-2 4-51,0-4 85,0 0 0,-1 0 0,0-1 0,0 1 0,-1-1 1,0 0-1,0 0 0,0 0 0,-1-1 0,0 0 0,-1 0 0,1 0 1,-1 0-1,0-1 0,-1 0 0,1 0 0,-1-1 0,0 0 1,0 0-1,0 0 0,-1-1 0,1 0 0,-1 0 0,0-1 0,1 0 1,-1-1-1,0 0 0,0 0 0,-1 0 0,1-1 0,0 0 1,0-1-1,0 0 0,-2 0-85,5-2-116,1 1 1,0 0-1,0-1 1,0 0-1,0 0 0,0 0 1,0-1-1,1 1 1,0-1-1,0 0 1,0 0-1,0 0 1,0 0-1,1 0 0,0-1 1,0 1-1,0-1 1,0 1-1,1-1 1,-1 0-1,1 0 0,1 0 1,-1 0-1,1 0 1,-1 1-1,2-1 1,-1 0-1,1-4 116,-2-1-602,-3-45-4727</inkml:trace>
  <inkml:trace contextRef="#ctx0" brushRef="#br0" timeOffset="232364.234">17718 5428 5457,'0'0'5603,"0"0"-3848,0 0-938,0 0-255,0 0-354,0 0-115,1 9-1,9 255 1699,-28-196-1136,13-62-592,86-101-342,-62 74 251,-1 1-20,0 0 0,2 1 0,0 0 0,1 2 0,0 0 0,20-10 48,-40 27 6,0-1 1,0 0 0,1 1-1,-1-1 1,0 1-1,0-1 1,0 1 0,1 0-1,-1-1 1,0 1-1,0 0 1,1 0 0,-1 0-1,0 0 1,1 0-1,-1 0 1,0 0-1,0 0 1,1 1 0,-1-1-1,0 1 1,0-1-1,1 1 1,-1-1 0,0 1-1,0-1 1,0 1-1,0 0 1,0 0 0,0-1-1,0 1 1,0 0-1,0 0 1,0 0 0,-1 0-1,1 0 1,0 0-1,-1 1 1,1-1-1,0 0 1,-1 0 0,0 0-1,1 1 1,-1-1-1,0 0 1,1 0 0,-1 1-1,0-1 1,0 0-1,0 1 1,0-1 0,0 0-1,-1 0 1,1 1-1,0-1 1,0 0-1,-1 0 1,1 1 0,-1-1-1,1 0 1,-1 0-1,0 0 1,0 1-7,2 12 100,-2 38 102,-1-40-250,1-1-1,1 1 0,0 0 0,1-1 0,0 1 1,0-1-1,2 1 0,-1-1 0,1 1 0,3 3 49,3-5-2679,1-9-4715</inkml:trace>
  <inkml:trace contextRef="#ctx0" brushRef="#br0" timeOffset="232733.474">18347 5470 8354,'0'0'3469,"0"0"-2397,0 0-535,0 0-29,0 0-68,-27 8-100,-84 30 73,107-37-388,0 1 1,0 0 0,0 0 0,0 0 0,1 0 0,-1 1 0,1-1-1,0 1 1,0 0 0,-1 0 0,2 0 0,-1 1 0,0-1 0,1 0 0,-1 1-1,1 0 1,0 0 0,0-1 0,1 2-26,-5 6 50,4-8-43,1 0 0,-1 0 0,0 0 1,1 0-1,0 1 0,-1-1 0,1 0 0,0 1 0,1-1 0,-1 1 0,1-1 1,0 1-1,-1-1 0,2 1 0,-1-1 0,0 1 0,1-1 0,-1 1 0,1-1 1,0 0-1,0 1 0,0-1 0,1 0 0,-1 0 0,1 1 0,0-1 0,0-1 1,0 1-1,0 0 0,0 0 0,1-1 0,-1 1 0,1-1 0,0 0 0,2 2-7,24 13 29,-19-12-23,1-1 0,-1 1-1,0 1 1,-1 0-1,1 0 1,-1 1-1,-1 0 1,1 1-1,-1 0 1,0 0-1,-1 0 1,0 1-1,0 0 1,-1 1-1,0 0 1,-1 0-1,0 0 1,0 0 0,-1 1-1,-1 0 1,0-1-1,1 8-5,-3-12 32,-1 0 1,0 0-1,-1 0 0,1 0 0,-1-1 0,0 1 1,0 0-1,-1 0 0,0 0 0,0-1 1,0 1-1,-1-1 0,0 0 0,0 0 1,0 0-1,-1 0 0,1 0 0,-1-1 0,0 1 1,-1-1-1,1 0 0,-1 0 0,0-1 1,1 0-1,-2 1 0,1-1 0,0-1 1,-1 1-1,1-1 0,-4 1-32,-1 2 161,-1 0 1,-1 0-1,1-1 0,0-1 1,-1 0-1,0-1 1,0 0-1,0 0 0,0-1 1,0-1-1,0 0 0,0-1 1,-1 0-162,11-1-22,0-1 1,-1 1 0,1 0-1,0-1 1,0 0 0,1 1-1,-1-1 1,1 0 0,-1 0 0,1 0-1,0 0 1,0 0 0,0 0-1,0 0 1,1 0 0,-1 0-1,1-1 1,0 1 0,0 0-1,0 0 1,0-1 0,1 1-1,-1 0 1,1 0 0,1-3 21,-2-6-353,0-33-2699,0 4-5684</inkml:trace>
  <inkml:trace contextRef="#ctx0" brushRef="#br0" timeOffset="242312.373">16853 5569 3497,'0'0'1421,"0"0"-455,0 0 45,0 0 137,0 0-73,-22 31-183,-67 96-37,86-122-794,0-1 0,0 1 0,0-1 0,1 1 0,-1 0 0,1 0 1,0 0-1,1 0 0,-1 1 0,1-1 0,0 0 0,1 0 0,-1 1 0,1-1 0,0 1 0,0-1 0,1 3-61,0 12 176,-2-14-141,1-1 0,-1 1 1,1-1-1,-1 1 0,2-1 1,-1 1-1,1-1 0,-1 1 1,2-1-1,-1 1 1,0-1-1,1 1 0,0-1 1,1 0-1,-1 0 0,1 0 1,0 0-1,0-1 0,0 1 1,1-1-1,-1 0 1,1 0-1,0 0 0,0 0 1,1-1-1,-1 1 0,1-1 1,0 0-1,1 0-35,3 0 24,0 0 0,0 0 0,1-1 0,-1 0-1,0-1 1,1 0 0,-1-1 0,1 0 0,-1 0 0,1-1 0,-1 0-1,1-1 1,-1 0 0,0 0 0,0-1 0,0 0 0,0-1-1,0 0 1,-1 0 0,0-1 0,1 0 0,-2 0 0,1-1 0,-1 0-1,0-1 1,3-2-24,0-2 34,0 0-1,-1 0 0,0-1 0,-1 0 1,0-1-1,0 0 0,-2 0 0,0-1 1,0 0-1,-1 0 0,-1 0 0,0 0 1,-1-1-1,-1 1 0,0-1 0,-1-10-33,-3 15 22,-1 1-1,0-1 0,-1 1 0,0 0 0,-1 0 0,0 0 0,0 0 1,-1 1-1,0 0 0,0 0 0,-1 1 0,0 0 0,0 0 0,-1 0 1,0 1-1,0 0 0,-1 1 0,1-1 0,-1 2 0,0-1 0,0 1 1,-1 1-1,1 0 0,-1 0 0,0 1 0,0 0 0,0 1 0,0 0 0,0 0 1,0 1-1,0 0 0,0 1 0,0 0 0,-2 1-21,11-2-125,-1 1-1,1-1 1,-1 0-1,0 1 1,1-1-1,-1 1 1,1-1-1,-1 1 1,1 0-1,0 0 1,-1 0-1,1 0 1,0 0-1,-1 0 1,1 0-1,0 0 1,0 0-1,0 0 1,0 1-1,0-1 1,0 0-1,0 1 1,1-1-1,-1 1 1,0-1-1,1 1 1,-1-1 0,1 1-1,-1 0 1,1-1-1,0 2 126,-2 23-5932</inkml:trace>
  <inkml:trace contextRef="#ctx0" brushRef="#br0" timeOffset="245874.697">17711 749 2585,'0'0'0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2:50:0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8061 17330 5601,'0'0'1487,"0"0"-84,0 0-424,0 0-534,0 0-195,0 0-31,5-8-14,12-25 228,-16 34-395,-1-1-1,0 0 1,0 1-1,0-1 1,0 0-1,0 0 1,0 1 0,0-1-1,0 0 1,0 0-1,1 1 1,-1-1-1,0 0 1,0 0-1,0 1 1,0-1-1,1 0 1,-1 0-1,0 0 1,0 0-1,1 1 1,-1-1-1,0 0 1,0 0-1,1 0 1,-1 0-1,0 0 1,0 0-1,1 0 1,-1 0-1,0 1 1,0-1 0,1 0-1,-1 0 1,0 0-1,1 0 1,-1 0-1,0-1 1,0 1-1,1 0 1,-1 0-1,0 0 1,0 0-1,1 0-37,-1 3 238,-9 324 2886,3-81-2852,6-243-298,1 0-1,-1 0 1,1 0-1,0 0 1,0 0-1,0-1 0,0 1 1,1 0-1,-1 0 1,1-1-1,0 1 0,0-1 1,-1 0-1,2 1 1,-1-1-1,0 0 1,0 0-1,1 0 0,-1 0 1,1-1-1,-1 1 1,1-1-1,0 1 0,0-1 1,0 0-1,-1 0 1,1 0-1,0-1 0,0 1 1,0-1-1,1 1 1,-1-1-1,0 0 1,0 0-1,0-1 0,0 1 1,0 0-1,0-1 1,0 0-1,0 0 0,0 0 1,0 0-1,-1 0 1,1-1-1,0 1 0,-1-1 1,2 0 26,77-75-4060,-77 96 4110,-50 320 2864,45-322-2871,4 93 273,-2-107-333,-1-1 1,0 1-1,1 0 0,-1 0 0,1-1 0,0 1 1,0 0-1,0-1 0,0 1 0,0-1 0,1 1 1,-1-1-1,1 1 0,0-1 0,-1 0 1,1 0-1,0 0 0,0 0 0,0 0 0,1 0 1,-1-1-1,0 1 0,1-1 0,-1 0 0,1 1 1,0-1-1,-1 0 0,1-1 0,0 1 0,-1 0 1,1-1-1,0 1 0,1-1 17,15-4-1592,-8-17-2053</inkml:trace>
  <inkml:trace contextRef="#ctx0" brushRef="#br0" timeOffset="516.662">8574 17431 7770,'0'0'2398,"0"0"-921,0 0-926,0 0-372,0 0-90,32-4-6,101-13-58,-128 16-21,1-1 1,-1 1-1,1 1 1,-1-1-1,1 1 1,-1 0-1,1 0 1,0 0-1,-1 1 1,1 0-1,-1 0 1,1 0-1,-1 1 1,0 0-1,1 0 1,-1 0-1,0 1 1,0 0-1,-1 0 1,1 0-1,-1 0 1,1 1-1,-1-1 0,0 1 1,0 0-1,-1 1 1,1-1-1,0 3-4,0-1 84,0 1 0,-1 0-1,0-1 1,0 2 0,-1-1-1,0 0 1,0 0 0,-1 1-1,0-1 1,0 1 0,-1-1-1,0 1 1,0-1-1,0 1 1,-1-1 0,-1 1-1,1-1 1,-1 0 0,0 1-1,-1-1 1,0 0 0,0 0-1,0-1 1,-1 1 0,0-1-1,0 0 1,-1 0 0,1 0-1,-6 5-83,-31 39 127,59-50-280,88-29 154,-105 53 187,-3-15-142,0-1-1,-1 1 1,1-1 0,-2 0 0,1 0-1,-1 0 1,0-1 0,-1 1 0,0-1-1,0 0 1,0 0 0,-1 0 0,0-1-1,0 0 1,-1 0 0,0-1 0,0 0-1,0 0 1,-1 0 0,1-1 0,-1 0 0,0-1-1,0 0 1,-1 0 0,1 0 0,-8 0-46,14-2-25,1-1 0,-1 1 0,1-1 0,-1 0 1,1 0-1,0 0 0,-1 0 0,1 0 1,-1 0-1,1 0 0,-1 0 0,1-1 1,-1 1-1,1 0 0,0-1 0,-1 1 1,1-1-1,0 0 0,-1 1 0,1-1 1,0 0-1,0 0 0,-1 0 0,1 0 1,0 0-1,0 0 0,0 0 0,0 0 1,1 0-1,-1 0 0,0-1 0,0 1 0,1 0 1,-1-1-1,1 1 0,-1 0 0,1-1 1,-1 1-1,1-1 0,0 1 0,0-1 1,0 1-1,0-1 0,0 1 0,0-1 1,0 0 24,2-58-4345,11 38-150</inkml:trace>
  <inkml:trace contextRef="#ctx0" brushRef="#br0" timeOffset="878.672">9260 17502 6897,'0'0'2017,"0"0"-81,0 0-617,0 0-405,0 0-249,0 0-309,-16 14-161,-49 47-2,61-57-165,0 1-1,1 0 0,0 0 0,0 0 1,0 1-1,0-1 0,1 1 0,0 0 0,0-1 1,1 1-1,-1 0 0,1 0 0,0 0 1,1 0-1,0 0 0,-1 0 0,2 0 1,-1 0-1,1 0-27,0 14 81,-1-13-72,1 0-1,0 1 1,0-1-1,1 0 1,-1 0-1,2 0 1,-1 0-1,1 0 1,0-1-1,1 1 1,-1-1-1,1 0 1,1 0-1,-1 0 1,1 0-1,0-1 1,0 0-1,0 0 1,1 0-1,0-1 1,0 0-1,0 0 1,0 0-1,1-1 1,0 0-1,-1 0 1,1-1-1,0 1 1,0-2-1,1 1 1,-1-1-1,5 1-8,-4 0-4,1 0-1,-1-1 1,1 1-1,-1-1 0,1-1 1,0 0-1,-1 0 1,1-1-1,0 0 0,-1 0 1,1-1-1,-1 0 1,1-1-1,-1 0 0,0 0 1,0-1-1,-1 1 1,1-2-1,-1 1 1,1-1-1,-1 0 0,-1-1 1,1 0-1,-1 0 1,4-6 4,-2 1 12,-1 0 1,-1 0 0,0-1-1,-1 0 1,0 0 0,-1-1 0,-1 0-1,1 1 1,-2-1 0,0 0-1,-1 0 1,0 0 0,-1-1 0,0 1-1,-1 0 1,0 0 0,-2-2-13,-1 6 87,-1 0 1,0 1-1,-1 0 1,0 0-1,0 0 1,-1 1-1,0 0 0,0 0 1,0 0-1,-1 1 1,0 0-1,0 1 1,-1 0-1,0 0 1,1 1-1,-2 0 1,1 1-1,0 0 1,-1 0-1,1 1 1,-1 0-1,0 0 1,0 1-1,-7 1-87,-13-7-59,-10-17-1828,32 9-2785</inkml:trace>
  <inkml:trace contextRef="#ctx0" brushRef="#br0" timeOffset="-1798.286">7379 17078 6257,'0'0'1529,"0"0"-849,0 0-432,0 0-192,0 0 56,0 0-112,0 0-392,53-12-1072,-53 12-3234</inkml:trace>
  <inkml:trace contextRef="#ctx0" brushRef="#br0" timeOffset="-1252.901">7401 17380 4801,'0'0'1390,"0"0"-203,0 0-451,0 0-260,0 0-92,0 0-165,0-15-99,3-77 392,-5 90-431,0 0 0,0 0 0,-1 0 1,1 1-1,-1-1 0,1 0 0,-1 1 0,0 0 1,0-1-1,1 1 0,-1 0 0,0 1 0,0-1 1,0 0-1,0 1 0,0 0 0,0 0 1,0 0-1,0 0 0,0 0 0,0 0 0,0 1 1,0-1-1,0 1 0,0 0 0,0 0 0,1 0 1,-2 1-82,-1 4 32,0-1 0,0 2 0,1-1 0,0 1 0,0-1 1,1 1-1,0 0 0,0 0 0,0 1 0,1-1 1,0 1-1,1-1 0,-1 1 0,2-1 0,-1 1 0,1 0 1,0-1-1,0 1 0,1 0 0,0-1-32,-1-5 3,2 1-4,-1-1 0,1 0 0,0 1 0,0-1-1,0 0 1,0 0 0,0 0 0,0 0 0,0-1 0,1 1-1,-1-1 1,1 1 0,-1-1 0,1 0 0,-1 0-1,1 0 1,0 0 0,0 0 0,0-1 0,-1 1 0,1-1-1,0 0 1,0 0 0,0 0 0,0 0 0,-1 0-1,1-1 1,0 1 0,0-1 0,0 0 0,-1 0 0,1 0-1,0 0 1,-1 0 0,3-2 1,82-74-228,-83 86 325,-25 158 366,4-43-351,17-122-964,0-2-1470,0 0-1675</inkml:trace>
  <inkml:trace contextRef="#ctx0" brushRef="#br0" timeOffset="-772.582">7379 17760 56,'0'0'5728,"0"0"-3588,0 0-1225,0 0-477,0 0-204,0 0-76,-7-3 55,1 1-324,4 1 188,-1 0 1,1-1-1,-1 1 1,1 0-1,-1 0 1,1 0 0,-1 0-1,1 1 1,-1-1-1,0 1 1,1-1-1,-1 1 1,0 0-1,0 0 1,1 0-1,-1 1 1,0-1-1,1 1 1,-1-1-1,0 1 1,1 0-1,-1 0 1,1 0 0,-1 0-1,1 0 1,0 1-1,-1-1 1,1 1-1,0 0 1,0-1-1,0 1 1,0 0-1,-1 1-77,-9 153 379,13-153-378,1-1 0,-1 0-1,0 1 1,1-1 0,-1 0 0,1 0-1,0 0 1,-1 0 0,1 0 0,0 0-1,0 0 1,0-1 0,1 1 0,-1-1-1,0 1 1,1-1 0,-1 0 0,1 0-1,-1 0 1,1 0 0,-1-1 0,1 1 0,0-1-1,-1 1 1,1-1 0,0 0 0,-1 0-1,1 0 1,0 0 0,-1-1 0,1 1-1,0-1 1,-1 1 0,1-1 0,-1 0-1,1 0 1,-1 0 0,1-1 0,-1 1-1,0 0 1,0-1 0,1 0 0,-1 1-1,0-1 1,-1 0 0,1 0 0,0 0-1,0 0 1,-1-1 0,1 1 0,-1 0-1,41-79 65,-39 126 609,-9 11-228,1-20-1433,4-10-2527,1-26-2684</inkml:trace>
  <inkml:trace contextRef="#ctx0" brushRef="#br0" timeOffset="-526.423">7366 18162 3785,'0'0'2400,"0"0"-811,0 0-330,0 0-291,0 0 37,0 0-279,-15 12-299,-49 43-121,61-53-283,0 1 0,1 0 0,-1 0-1,1 0 1,0 0 0,0 1 0,0-1 0,1 0-1,-1 1 1,1 0 0,-1-1 0,1 1 0,0 0-1,1-1 1,-1 1 0,1 0 0,-1 0 0,1 0-1,1-1 1,-1 1 0,0 0 0,1 0-1,0 1-22,1 14 36,-1-18-42,1 0 0,0 0 0,0-1 0,-1 1-1,1 0 1,0-1 0,0 0 0,0 1 0,0-1-1,0 0 1,0 0 0,0 0 0,0 0 0,0 0-1,-1 0 1,1-1 0,0 1 0,0-1 0,0 1-1,0-1 1,0 0 0,-1 0 0,1 1-1,0-1 1,-1 0 0,2-1 6,27-28-797,-4-6-1028</inkml:trace>
  <inkml:trace contextRef="#ctx0" brushRef="#br0" timeOffset="-224151.539">617 368 208,'0'0'3533,"0"0"-2340,0 0-552,0 0-93,0 0-107,-2-4 122,-9-25 1684,2 30 594,-20 246-2769,-65 285 54,62-333-160,32-230-5732,0-9 577</inkml:trace>
  <inkml:trace contextRef="#ctx0" brushRef="#br0" timeOffset="-223059.961">525 442 4025,'0'0'879,"0"0"-79,0 0 71,0 0 44,0 0-18,0 0-186,-2-4-398,1 2-278,1 0 0,0 0-1,0 0 1,0 0 0,0 0 0,0 0-1,0 0 1,1 0 0,-1 0-1,1 0 1,-1 0 0,1 0-1,0 0 1,-1 1 0,1-1 0,0 0-1,0 0 1,1 1 0,-1-1-1,0 0 1,0 1 0,1 0-1,-1-1 1,1 1 0,-1 0-1,1-1 1,0 1 0,-1 0 0,1 0-1,0 1 1,0-1 0,0 0-1,0 0 1,2 0-35,79-36 581,-54 29-591,0 1 0,1 1 0,0 2 0,0 1 0,0 1 0,0 1 0,0 2 0,2 2 10,-25-3 2,0 1 1,1 0-1,-1 0 0,0 1 1,-1 0-1,1 0 1,0 1-1,-1-1 1,1 2-1,-1-1 0,0 1 1,0 0-1,0 0 1,0 0-1,-1 1 1,0 0-1,0 0 0,0 0 1,0 1-1,-1 0 1,0-1-1,0 2 1,-1-1-1,0 0 0,0 1 1,0-1-1,-1 1 1,1 3-3,-2-3 54,-1-1-1,0 0 1,0 1 0,-1-1 0,1 0 0,-2 1-1,1-1 1,-1 0 0,1 0 0,-2 0 0,1 0-1,-1 0 1,0-1 0,0 1 0,0-1 0,-1 0-1,0 0 1,0 0 0,0 0 0,0-1 0,-1 1-1,0-1 1,0 0 0,0-1 0,0 1 0,-6 2-54,-13 8 100,-1-1 1,0-1-1,-1 0 1,0-3 0,-1 0-1,0-1 1,0-2-1,0 0 1,-1-2 0,0-1-1,0-2 1,0 0-1,0-2 1,-16-3-101,42 4-57,0 1 1,0-1-1,0 0 1,0 0-1,0 0 0,0 0 1,0 0-1,0-1 1,0 1-1,0 0 0,0-1 1,0 0-1,0 1 1,0-1-1,0 0 1,0 0-1,0 0 0,1 0 1,-1 0-1,0-1 1,1 1-1,-1 0 0,1-1 1,0 1-1,-1-1 1,1 0-1,0 1 0,0-1 1,0 0-1,0 0 1,0 0-1,0 1 0,1-1 1,-1 0-1,1 0 1,-1 0-1,1 0 0,0 0 1,0 0-1,0 0 1,0-1-1,0 1 1,0 0-1,0 0 0,1 0 1,-1 0 56,45-50-4868,-14 27-412</inkml:trace>
  <inkml:trace contextRef="#ctx0" brushRef="#br0" timeOffset="-222593.714">1214 467 5681,'0'0'866,"0"0"-343,0 0-219,0 0-115,0 0 123,0 0 233,-17-6 64,-55-18-157,70 23-435,1 0 0,-1 1 1,0 0-1,0-1 0,0 1 0,1 0 1,-1 0-1,0 0 0,0 0 0,0 0 1,0 0-1,1 1 0,-1-1 1,0 0-1,0 1 0,1 0 0,-1-1 1,0 1-1,1 0 0,-1 0 1,1 0-1,-1 0 0,1 0 0,-1 0 1,1 0-1,0 1 0,-1-1 0,1 0 1,0 1-1,0-1 0,0 1 1,0-1-1,0 1 0,0 0 0,1-1 1,-1 1-1,1 0 0,-1 0 0,1-1 1,-1 1-1,1 0 0,0 0 1,0 0-1,0 0 0,0-1 0,0 1 1,0 0-1,1 0-17,-2 4 32,-1 0-24,1-1 0,0 1 0,0 0 0,0-1-1,0 1 1,1 0 0,0-1 0,1 1 0,-1 0 0,1-1-1,0 1 1,0-1 0,1 1 0,-1-1 0,1 1 0,1-1-1,-1 0 1,1 0 0,0 0 0,0 0 0,0-1 0,0 1-1,1-1 1,0 0 0,0 0 0,0 0 0,1 0 0,-1-1-1,1 1 1,0-1 0,0-1 0,2 2-8,10 1-18,0 0-1,1-1 1,0 0 0,0-2 0,0 0-1,1-1 1,-1-1 0,0-1-1,0 0 1,15-4 18,-26 4 9,0-1 0,1 1-1,-1-1 1,0-1 0,0 1-1,0-1 1,-1 0 0,1-1-1,-1 0 1,0 0 0,0 0-1,0-1 1,0 0 0,-1 0-1,0 0 1,0 0 0,0-1-1,-1 0 1,1 0 0,-1-1-1,-1 1 1,0-1 0,1 1-1,-2-1 1,1 0 0,-1 0-1,0-1 1,-1 1 0,0 0-1,0 0-8,0 3 37,-1 1-1,0 0 1,0 0-1,0 0 1,-1 0-1,1 0 1,-1 0-1,1 0 0,-1 1 1,0-1-1,0 0 1,0 0-1,-1 0 1,1 1-1,-1-1 1,1 0-1,-1 1 1,0 0-1,0-1 1,0 1-1,0 0 1,-1 0-1,1 0 0,0 0 1,-1 1-1,1-1 1,-1 0-1,0 1 1,0 0-1,1 0 1,-1 0-1,-1 0-36,-16-7 170,-1 1 0,1 1 1,-1 1-1,-1 1 0,1 1 0,0 1 0,-1 1 0,1 1 0,-15 1-170,24-1 4,11 0-51,1 0-1,-1 0 1,0 0-1,1 0 1,-1 0-1,0 0 1,1 0-1,-1 0 1,0 0-1,1 1 1,-1-1 0,0 0-1,1 0 1,-1 1-1,1-1 1,-1 0-1,0 1 1,1-1-1,-1 0 1,1 1-1,-1-1 1,1 1-1,0-1 1,-1 1-1,1-1 1,-1 1-1,1-1 1,0 1-1,-1 0 1,1-1 0,0 1-1,0 0 1,-1-1-1,1 1 1,0-1-1,0 1 1,0 0-1,0-1 1,0 1-1,0 0 1,0-1-1,0 1 1,0 0-1,0-1 1,0 1-1,1 0 1,-1-1 0,0 1-1,0 0 1,1-1-1,-1 1 1,0-1-1,1 1 1,-1-1-1,0 1 1,1-1-1,-1 1 1,1-1-1,-1 1 1,1-1-1,-1 1 1,1-1 47,15 9-2659</inkml:trace>
  <inkml:trace contextRef="#ctx0" brushRef="#br0" timeOffset="-222245.869">1730 343 5441,'0'0'762,"0"0"-241,0 0-155,0 0-86,0 0 22,0 32 157,0 109 43,-1-32 178,-5 0 1,-4-1 0,-5 0 0,-17 53-681,-41 190 469,72-315-545,11-30-2351,5-18-1566</inkml:trace>
  <inkml:trace contextRef="#ctx0" brushRef="#br0" timeOffset="-221872.508">1768 450 832,'0'0'1168,"0"0"-394,0 0-278,0 0-111,33-16 20,104-48 20,-134 62-384,1 0-1,0-1 1,-1 2-1,1-1 1,0 0 0,0 1-1,0 0 1,0 0-1,0 0 1,0 0 0,0 0-1,0 1 1,0 0-1,0 0 1,0 0 0,0 0-1,0 1 1,0 0 0,0 0-1,2 0-40,-4 0 59,3 3 128,0 1 1,-1 0-1,1-1 1,-1 2-1,-1-1 0,1 0 1,-1 1-1,1 0 1,-1 0-1,-1 0 1,1 0-1,-1 0 0,-1 0 1,1 1-1,-1-1 1,0 1-1,0-1 1,-1 1-1,0-1 0,0 1 1,0-1-1,-1 2-187,2-3 101,-1 1-1,0-1 0,0 1 0,0-1 0,-1 1 0,1-1 0,-1 1 1,-1-1-1,1 0 0,-1 1 0,0-1 0,0 0 0,0 0 0,-1 0 1,0 0-1,0-1 0,0 1 0,-1-1 0,1 0 0,-1 0 0,-3 3-100,-2 1 35,1-1-1,-2 0 1,1-1-1,-1 0 1,0 0-1,0-1 1,0 0-1,-1-1 1,0 0-1,0-1 0,0 0 1,0-1-1,0 0 1,-1 0-1,1-2 1,-1 1-1,1-1 1,-3-1-35,11-1-107,0 1 1,1-1 0,-1 1 0,1-1 0,-1 0 0,1 0-1,0 0 1,0 0 0,0-1 0,0 1 0,0-1-1,0 1 1,1-1 0,-1 0 0,1 1 0,0-1 0,0 0-1,0 0 1,0 0 0,0 0 0,0 0 0,1 0 0,0 0-1,0 0 1,-1 0 0,2 0 0,-1 0 0,0 0-1,1 0 1,0-2 106,-2 1-336,1-35-2232</inkml:trace>
  <inkml:trace contextRef="#ctx0" brushRef="#br0" timeOffset="-221371.69">2233 413 688,'0'0'3678,"0"0"-2359,0 0-499,0 0 105,0 0 101,0 0-24,-1-7-292,1 7-706,-4-23 540,-1 44 122,3 191 667,1-209-1339,1 0 1,0 0-1,0 0 1,0-1-1,0 1 1,0 0-1,1 0 1,-1 0-1,1-1 1,0 1-1,-1 0 1,1-1-1,1 1 1,-1-1-1,0 1 1,1-1-1,-1 1 1,1-1-1,0 0 1,-1 0 0,1 0-1,0 0 1,1 0-1,-1 0 1,0-1-1,0 1 1,1 0-1,-1-1 1,1 0-1,-1 0 1,1 0-1,0 0 1,-1 0-1,1 0 1,0-1-1,0 1 1,-1-1-1,1 0 1,0 0-1,0 0 1,0 0-1,-1 0 1,1-1-1,1 0 6,4-2-56,0 0 0,-1-1 0,0 0 0,1-1-1,-1 0 1,-1 0 0,1 0 0,-1-1 0,0 0 0,0 0-1,-1-1 1,0 1 0,0-1 0,0 0 0,-1-1 0,0 1-1,-1-1 1,1-1 56,7-10-368,106-197-2708,-117 215 3634,0 64 2233,0 80-1951,0-140-843,0 1-1,0 0 1,0-1 0,1 1 0,-1-1 0,1 1 0,0-1 0,0 1 0,0-1 0,0 0 0,0 1 0,1-1 0,0 0-1,0 0 1,0 0 0,0 0 0,0 0 0,0-1 0,1 1 0,-1-1 0,1 1 0,0-1 0,-1 0 0,1 0 0,0 0-1,1 0 1,-1-1 0,1 1 3,67 1-3646,-45-12-147</inkml:trace>
  <inkml:trace contextRef="#ctx0" brushRef="#br0" timeOffset="-221091.482">2881 6 6313,'0'0'1513,"0"0"-217,0 0-816,0 0-184,0 0 208,0 175 128,0-104-24,0 8-111,-9 3-265,-1 1-88,1-10-64,6-8-80,3-17-48,0-25-768,22-12-1473,-7-11-3800</inkml:trace>
  <inkml:trace contextRef="#ctx0" brushRef="#br0" timeOffset="-220625.986">3211 447 4481,'0'0'916,"0"0"-128,0 0 210,0 0-201,0 0-242,0 0-52,-16 2 8,-51 5-51,62-6-412,1 0 1,-1 0-1,1 0 0,0 0 1,-1 1-1,1 0 0,0 0 1,0 0-1,0 0 1,1 1-1,-1-1 0,0 1 1,1 0-1,0 0 1,-1 1-1,1-1 0,1 1 1,-1-1-1,0 1 0,1 0-48,-5 5 157,0 1-87,0 1 0,1-1-1,0 1 1,0 1 0,2-1 0,-1 1-1,1-1 1,1 1 0,0 0 0,1 1-1,0-1 1,1 0 0,0 1 0,1-1 0,0 0-1,2 7-69,1-15-25,0-1 0,0 0 1,0 0-1,1 0 0,0 0 0,-1 0 0,1-1 0,0 0 0,0 0 0,0 0 0,1 0 0,-1 0 0,0-1 0,1 0 0,-1 0 1,1 0-1,-1-1 0,1 1 0,-1-1 0,1 0 0,0 0 0,-1-1 0,1 1 0,-1-1 0,1 0 0,-1-1 0,1 1 0,-1-1 1,0 1-1,0-1 0,0 0 0,3-2 25,5-4-167,1 0 0,-1 0 0,-1-1 1,0-1-1,0 0 0,-1-1 0,0 0 0,-1 0 0,0-1 1,0 0-1,-2 0 0,1-2 167,-8 14 10,-1 0 0,1 1-1,-1-1 1,1 0 0,0 1-1,-1-1 1,1 0 0,0 1 0,-1-1-1,1 0 1,0 1 0,0-1 0,-1 1-1,1-1 1,0 0 0,0 1 0,-1-1-1,1 1 1,0-1 0,0 1 0,0-1-1,0 1 1,0-1 0,0 1 0,0-1-1,0 1 1,0-1 0,0 1 0,0-1-1,0 1 1,0-1 0,1 1 0,-1-1-1,0 1 1,0-1 0,0 0 0,1 1-1,-1-1 1,0 1 0,0-1 0,1 0-1,-1 1 1,0-1 0,1 0 0,-1 1-1,1-1 1,-1 0 0,0 1 0,1-1-1,-1 0 1,1 0 0,-1 0-1,1 1 1,-1-1 0,0 0 0,1 0-1,-1 0 1,1 0 0,-1 0 0,1 0-1,-1 0 1,1 0 0,-1 0 0,1 0-1,-1 0 1,1 0-10,-1 2 49,0 19 147,-2-18-212,1 0 1,1-1-1,-1 1 1,0 0-1,1 0 0,0 0 1,-1 0-1,1 0 1,1 0-1,-1 0 0,0 0 1,1 0-1,-1 0 0,1 0 1,0 0-1,0 0 1,0 0-1,0-1 0,0 1 1,1 0-1,-1-1 1,1 1-1,0-1 0,0 1 1,0-1-1,0 0 1,0 0-1,0 0 0,1 0 1,-1 0-1,1-1 0,-1 1 1,1-1-1,0 1 1,-1-1-1,1 0 0,0 0 1,0 0 15,23 0-2291,0-1-2306</inkml:trace>
  <inkml:trace contextRef="#ctx0" brushRef="#br0" timeOffset="-220312.58">3649 0 7386,'0'0'1216,"0"0"-408,0 0-136,0 0-104,-13 162-48,10-89 97,3 6-129,0 4-144,0 1-176,0-4-40,0-10-120,0-10 96,0-9-104,6-14-256,-3-18-544,-3-7-953,0-12-2744</inkml:trace>
  <inkml:trace contextRef="#ctx0" brushRef="#br0" timeOffset="-220047.224">3485 513 4345,'0'0'2071,"0"0"-1204,0 0-526,0 0 181,0 0 34,27-10 211,91-28 16,6 25 373,-88 14-966,-31-1-180,-1-1 19,0 1 1,0-1-1,0 1 0,0-1 1,0 1-1,0 1 1,0-1-1,0 0 1,0 1-1,0 0 1,0 0-1,0 0 1,-1 1-1,1-1 1,0 1-1,-1 0 1,1 0-1,-1 0 1,1 0-1,-1 1 1,0-1-1,0 1 1,0 0-1,-1 0 1,1 0-1,-1 0 1,1 0-1,-1 1 1,1 1-30,3 15 217,-2 0 0,0 0 1,-1 1-1,-1-1 0,-1 1 1,-1-1-1,0 1 0,-2 1-217,1 28 139,1 72-1071,-2-122-1503,-5-2-2545</inkml:trace>
  <inkml:trace contextRef="#ctx0" brushRef="#br0" timeOffset="-219767.51">3910 278 9882,'0'0'1392,"0"0"-567,0 0-369,0 0-456,0 0-512,0 0-1153,0 0-463,50-26-3938</inkml:trace>
  <inkml:trace contextRef="#ctx0" brushRef="#br0" timeOffset="-219097.153">4253 583 6393,'0'0'1302,"0"0"-88,0 0-70,0 0-513,0 0-341,0 0 90,0-7 177,-2-23-47,-25 23 396,20 10-891,0 1 0,1 0-1,-1 0 1,1 0 0,0 1 0,1 0 0,-1 0 0,1 0-1,0 1 1,0-1 0,0 2 0,1-1 0,0 0 0,0 1-1,1-1 1,0 1 0,0 0 0,0 0 0,1 1 0,0-1 0,1 0-1,-1 1 1,1 5-15,0-10-1,-1 1-1,1 0 1,1 0-1,-1-1 0,0 1 1,1 0-1,0 0 1,0 0-1,0 0 1,0 0-1,1-1 1,0 1-1,-1 0 0,2 0 1,-1-1-1,0 1 1,0 0-1,1-1 1,0 1-1,0-1 1,0 0-1,0 0 0,0 0 1,1 0-1,0 0 1,-1 0-1,1 0 1,0-1-1,0 0 1,2 1 1,4 0-43,0 0 0,0-1 0,1 0 0,-1 0 0,1-1 0,0-1 0,-1 0 0,1 0 0,0-1 0,-1 0 0,1 0 0,-1-1 0,1-1 0,-1 1 0,0-2 1,0 1-1,0-1 0,-1 0 0,1-1 0,-1 0 0,0 0 0,0-1 0,-1 0 0,1-1 0,-1 1 0,-1-1 0,0-1 0,0 1 0,0-1 0,2-4 43,-6 8 4,1-1 0,-1 1 0,0-1 0,-1 0 0,1 0 0,-1 1 0,0-1 0,0 0 0,0 0 0,-1 0 0,1 0 0,-1-1 0,0 1 0,-1 0 0,0 0 0,1 0 0,-2 1 0,1-1 0,0 0 0,-1 0 0,0 0 0,0 1 0,0-1 0,-1 1 0,0 0 0,1 0 0,-2 0 0,-1-3-4,5 6 6,-1-1-1,1 1 1,0 0-1,0-1 1,0 1-1,0-1 1,0 1-1,0-1 1,0 1-1,1 0 0,-1-1 1,0 1-1,1-1 1,-1 1-1,1 0 1,0-1-1,-1 1 1,1 0-1,0 0 1,0-1-1,0 1 1,0 0-1,0 0 1,0 0-1,0 0 0,0 0 1,0 0-1,0 1 1,0-1-1,1 0 1,-1 0-1,0 1 1,1-1-1,-1 1 1,0-1-1,1 1 1,-1 0-1,1 0 1,-1-1-1,1 1 0,-1 0 1,0 0-1,1 0 1,-1 0-1,1 1-5,3-3 26,16-7-52,1 2 0,0 0 0,0 1 0,1 2 0,-1 0 0,1 1 0,14 1 26,-26 2-8,-7-1 6,0 0 0,0 0 0,0 1 0,1 0 0,-1 0 0,0 0 0,0 0 0,1 0 0,-1 1 0,0 0 0,0 0 0,0 0 0,0 1 0,0-1 0,0 1 0,0 0 0,0 0 0,-1 0 0,1 0 0,-1 1 0,1 0 0,-1-1 0,0 1 0,0 0 0,0 1 0,-1-1 0,1 0 0,-1 1 0,1 0 0,-1-1 0,-1 1 0,1 0 2,4 13 99,-2 1 0,0-1 1,-1 1-1,-1-1 0,0 1 0,-1 0 1,-2-1-1,0 12-99,0 10 245,-5 17 139,27-69-779,84-91-1,-81 76 325,2 2 1,1 0-1,0 2 0,2 1 0,12-6 71,-40 27 5,1 1 1,-1-1-1,0 0 0,1 1 0,-1-1 0,1 1 0,0 0 0,-1-1 0,1 1 0,0 0 0,0 0 1,0 0-1,0 0 0,0 0 0,0 1 0,0-1 0,0 1 0,0-1 0,0 1 0,0 0 0,0-1 1,0 1-1,1 0 0,-1 1 0,0-1 0,0 0 0,0 0 0,0 1 0,0 0 0,0-1 0,0 1 1,0 0-1,0 0 0,0 0 0,0 0 0,-1 0 0,1 0 0,0 1 0,-1-1 0,1 1 0,-1-1 0,1 1 1,-1-1-1,0 1 0,1 1-5,-1 291 813,1-255-2846,8-16-3469</inkml:trace>
  <inkml:trace contextRef="#ctx0" brushRef="#br0" timeOffset="-210342.213">14292 674 4569,'0'0'2483,"0"0"-1316,0 0-344,0 0-330,0 0-202,0 0-40,16-12 181,108-97 368,-110 89-425,-30 24 862,-15 22-1114,1 1-1,1 2 0,2 1 0,0 1 0,-13 22-122,-11 12 102,-80 78 222,130-143-324,0 0 1,0 1-1,0-1 0,0 0 1,0 0-1,0 0 1,-1 0-1,1-1 1,0 1-1,0 0 0,0 0 1,0-1-1,0 1 1,0 0-1,0-1 1,0 1-1,0-1 0,0 0 1,0 1-1,0-1 1,0 0-1,0 1 1,1-1-1,-1 0 1,0 0-1,1 0 0,-1 0 1,0 0-1,1 1 1,-1-1-1,1 0 1,-1-1-1,1 1 0,0 0 1,-1 0-1,1 0 1,0 0-1,0 0 1,0 0-1,-1 0 0,1 0 1,1 0-1,-1-1 1,0 1-1,0 0 1,0 0-1,0 0 1,1 0-1,-1 0 0,1 0 1,-1 0-1,1 0 1,-1 0-1,1 0 1,-1 0-1,1 0 0,0 0 1,0 0-1,0-11-39,-2-12 40,2-1 0,0 0 0,2 1-1,1-1 1,1 1 0,1 0 0,1 0-1,-1 4 0,1 0 1,0 1 0,2 0 0,0 0-1,1 1 1,1 0 0,1 1 0,0 0 0,2 1-1,-1 1 1,2 0 0,0 1 0,1 0-1,2-1 0,-13 12 11,-1 1-1,1 0 0,0-1 1,-1 1-1,1 1 1,0-1-1,0 1 0,0 0 1,0 0-1,1 0 1,-1 1-1,0 0 0,0 0 1,0 0-1,0 1 0,1-1 1,-1 1-1,0 0 1,0 1-1,0-1 0,-1 1 1,1 0-1,0 0 0,-1 1 1,1 0-1,-1-1 1,0 1-1,0 1 0,0-1 1,0 0-1,0 1 0,-1 0 1,1 0-1,-1 0 1,0 0-1,-1 1 0,2 1-10,15 29 77,0 0 0,-3 1 0,-1 1-1,-2 1 1,5 20-77,16 45-317,-19-65-1470,3-17-2747</inkml:trace>
  <inkml:trace contextRef="#ctx0" brushRef="#br0" timeOffset="-209922.309">14928 397 9338,'0'0'1260,"0"0"-364,0 0 27,0 0-501,0 0-216,0 0 20,0 30 123,0 99 18,16 29-80,-14-153-285,0 0 0,0 1-1,1-1 1,-1-1 0,1 1-1,0 0 1,1-1 0,-1 0 0,1 1-1,0-1 1,0-1 0,0 1 0,0-1-1,1 1 1,-1-1 0,1-1-1,0 1 1,0 0 0,0-1 0,0 0-1,1-1 1,-1 1 0,1-1-2,167 6-238,-36-23 220,58 3-476,-193 14 497,-1 0 0,1 1 0,-1-1 0,0 1 0,0-1 0,1 1 0,-1 0 0,0 0 0,0-1 0,-1 1 0,1 0 0,0 0 0,-1 0 0,1 0 0,-1 0 0,1 0 0,-1 0 0,0 0 0,0 0 0,0 0 0,0 0 0,0 0-1,0 0 1,-1 0 0,1 0 0,-1 0 0,1-1 0,-1 1 0,0 0 0,0 0 0,0 0 0,0 0 0,0-1 0,0 1 0,0-1 0,0 1 0,-1-1 0,1 1 0,-1-1 0,0 1-3,-5 4 73,-1 0 0,0-1 0,-1 0 0,1 0 0,-1-1 0,0 0 0,0-1 0,0 0 0,0 0 0,-1-1 0,1 0 0,-1 0 0,1-1 0,-1-1 0,-5 0-73,12 0 44,0 0 0,1-1 1,-1 0-1,0 1 0,1-1 1,-1 0-1,1-1 0,-1 1 1,1 0-1,-1-1 0,1 1 1,0-1-1,0 0 0,0 1 1,0-1-1,0 0 0,0 0 0,0-1 1,1 1-1,-1 0 0,1-1 1,0 1-1,-1-1 0,1 1 1,0-1-1,0 1 0,1-1 1,-1 0-1,1 1 0,-1-1 0,1-2-43,-8-99 414,8 93-353,14-267 225,-7 169-626,-20 96-657,-23 11-1478</inkml:trace>
  <inkml:trace contextRef="#ctx0" brushRef="#br0" timeOffset="-204460.712">4344 2698 5257,'0'0'911,"0"0"-220,0 0-39,0 0-75,-32-17-95,-106-51-149,126 62-245,-1 1 0,-1 0 0,1 0-1,-1 1 1,0 1 0,0 0 0,0 1-1,0 1 1,0 0 0,0 1 0,-4 1-88,-9-1 164,20 0-84,0-1-1,0 2 1,0-1 0,0 1-1,0 0 1,0 1 0,0-1 0,0 1-1,0 1 1,1-1 0,-1 1 0,1 1-1,0-1 1,0 1 0,0 0 0,0 0-1,1 1 1,-1-1 0,1 1 0,0 1-1,1-1 1,-1 1 0,1-1-1,0 1 1,1 0 0,-1 1 0,1-1-1,0 1 1,1-1 0,0 1 0,0 0-1,0 0 1,1 0 0,0 0 0,0 0-1,1 0 1,0 0 0,0 1-80,0-4 3,1-1 0,0 1 0,0-1 0,0 0 0,0 1 0,1-1 1,-1 0-1,1 0 0,0 0 0,0 0 0,0 0 0,0 0 0,0-1 0,1 1 1,-1-1-1,1 1 0,0-1 0,0 0 0,0 0 0,0 0 0,0-1 0,0 1 0,0-1 1,1 1-1,-1-1 0,0 0 0,1 0 0,-1-1 0,1 1-3,109 9-161,-111-10 158,21-2-55,-1-1 0,0-1 0,0-1-1,0-1 1,-1-1 0,0-1 0,0 0-1,-1-2 1,0 0 0,-1-2 0,0 0-1,-1-1 1,0 0 0,-1-2 0,0 0-1,-1-1 1,-1-1 0,-1 0 0,0-1-1,-2 0 1,0-1 0,-1 0 0,0-1-1,-2-1 1,0 0 0,-2 0 0,0 0-1,-1-1 1,-2 0 0,0 0 0,0-8 58,3-158 226,-7 184-175,1 0 0,-1-1 0,1 1 0,-1 0 0,-1 0 0,1 0-1,0 0 1,-1 0 0,0 0 0,0 0 0,0 0 0,-1 0 0,1 1 0,-1-1-1,0 0 1,0 1 0,0-1 0,0 1 0,-1 0 0,1-1 0,-1 1-1,0 1 1,0-1 0,0 0 0,0 1 0,0-1 0,-1 1 0,1 0-1,-2 0-50,2 3 31,0 0-1,0 1 1,1 0-1,-1 0 1,0 0-1,0 0 1,1 0-1,-1 0 1,1 0-1,0 1 1,0 0-1,0-1 1,0 1-1,0 0 1,1 0-1,-1 0 1,1 0-1,0 0 1,-1 0-1,1 0 1,1 0-1,-1 1 1,0-1-1,1 0 1,0 0-1,0 1-30,-2 5 26,-15 72 83,4 2 0,4-1 1,4 1-1,3 1 0,7 60-109,-6-135-44,0-1 1,1 1 0,-1 0-1,2-1 1,-1 1 0,1 0-1,1-1 1,-1 1 0,1-1-1,1 0 1,0 1 0,0-1-1,1 0 1,-1-1 0,2 1-1,-1-1 1,1 1 0,0-1-1,1-1 1,0 1 0,0-1-1,0 0 1,0 0-1,1-1 1,0 0 0,1 0-1,-1-1 1,2 1 43,39 4-2135,-6-8-2165</inkml:trace>
  <inkml:trace contextRef="#ctx0" brushRef="#br0" timeOffset="-204101.424">4863 2619 5497,'0'0'983,"0"0"292,0 0-309,0 0-296,0 0 9,0 0 5,-17-14 220,-55-41-95,70 54-791,1-1 0,-1 1 0,0 0 0,0 0 0,0 0 0,0 0 0,0 0 0,0 0 1,0 0-1,0 1 0,0-1 0,-1 1 0,1 0 0,0-1 0,0 1 0,0 0 0,-1 0 0,1 1 0,0-1 1,0 0-1,0 1 0,0-1 0,-1 1 0,1 0 0,0-1 0,0 1 0,0 0 0,0 0 0,1 1 0,-1-1 1,0 0-1,-1 2-18,-3 1 42,-1 0-18,1 1 1,-1-1-1,1 1 0,0 1 1,0-1-1,0 1 0,1 0 1,0 1-1,0-1 0,1 1 1,0 0-1,0 0 0,0 0 1,1 1-1,0-1 0,1 1 1,-1 0-1,1-1 0,1 1 1,0 0-1,0 0 0,0 0 1,1 0-1,0 0 0,1 6-24,1-12-17,0 1 0,0 0 0,1-1 1,-1 1-1,0-1 0,1 0 0,-1 1 0,1-1 0,0-1 0,0 1 0,0 0 0,0-1 0,0 1 0,0-1 0,0 0 0,0 0 0,1 0 0,-1 0 0,0-1 1,1 1-1,-1-1 0,0 0 0,1 0 0,-1 0 0,1-1 0,-1 1 0,3-1 17,1 1-92,18 0-134,-1 0 0,0-2 0,0-1 0,0-1 0,0-1 0,0-1-1,-1-1 1,11-5 226,52-13-65,-82 40 160,-19 71 452,14-73-2600,1-12-687</inkml:trace>
  <inkml:trace contextRef="#ctx0" brushRef="#br0" timeOffset="-203836.961">5190 1976 9418,'0'0'1560,"0"0"-351,0 0-681,0 0-208,-63 176 24,60-92 48,0 16 160,3-1-296,0-3-152,0-6-32,0-8-56,0-14 56,0-8-72,0-18-8,0-19-584,0-15-952,0-8-2465</inkml:trace>
  <inkml:trace contextRef="#ctx0" brushRef="#br0" timeOffset="-203584.294">4926 2477 8610,'0'0'1576,"0"0"-872,0 0-680,0 0 104,0 0 184,169-51-232,-68 40-80,-13 2-1376,-19 6-5009</inkml:trace>
  <inkml:trace contextRef="#ctx0" brushRef="#br0" timeOffset="-203334.525">5630 2675 5561,'0'0'1055,"0"0"64,0 0-253,0 0-257,0 0-44,-31-11 109,-97-34 277,42 36 146,82 10-1066,0 0 1,0 1-1,0 0 0,0 0 0,0 0 0,0 0 0,1 0 1,-1 1-1,1 0 0,0 0 0,0 0 0,0 0 0,0 0 1,0 0-1,1 1 0,-1-1 0,1 1 0,0 0 0,0 0 1,1 0-1,-1 0 0,1 0 0,-1 0 0,1 0 0,1 1 1,-1-1-1,1 0 0,-1 0 0,1 1 0,0 0-31,2-3-30,0 1 0,-1-1-1,1 0 1,0 0 0,0 0-1,0-1 1,0 1 0,0 0-1,0-1 1,1 1 0,-1-1-1,0 0 1,1 0 0,-1 1-1,1-2 1,0 1 0,-1 0-1,1-1 1,0 1 0,-1-1-1,1 0 1,0 1 0,0-2-1,-1 1 1,1 0 0,0 0-1,0-1 31,3 1-96,184 1-741,-187 1 851,0 0 0,0-1-1,-1 1 1,1 0 0,0 1 0,-1-1 0,1 0 0,-1 1 0,0 0 0,0-1-1,0 1 1,0 0 0,0 0 0,0 0 0,-1 0 0,0 0 0,1 0 0,-1 1-1,0-1 1,-1 0 0,1 1 0,-1-1 0,1 1 0,-1-1 0,0 1 0,0-1-1,0 0 1,-1 1 0,1-1 0,-1 1 0,0-1 0,0 0 0,0 0 0,-1 1-14,1 17 104,1-18-85,5 21-652,12-19-2859,-1-5-4658</inkml:trace>
  <inkml:trace contextRef="#ctx0" brushRef="#br0" timeOffset="-203069.591">5957 2500 8002,'0'0'1516,"0"0"-46,0 0-421,0 0-370,0 0-332,0 0-186,-18 19-66,-53 62 17,70-79-104,0 1-1,-1-1 1,1 0 0,1 1-1,-1-1 1,0 1 0,0-1-1,1 1 1,0 0 0,-1-1-1,1 1 1,0-1 0,0 1-1,1-1 1,-1 1 0,0 0-1,1-1 1,-1 1 0,1-1-1,0 1 1,0-1 0,0 0-1,0 1 1,1-1 0,-1 0-1,0 0 1,1 0 0,0 0-1,-1 0 1,1 0 0,0 0-1,1 1-6,6 7 45,-2-1 33,1 1 0,-1-1 1,-1 2-1,1-1 0,-2 1 0,0-1 0,0 2 1,-1-1-1,0 0 0,-1 1 0,0 0 1,-1 0-1,0-1 0,-1 1 0,-1 1-79,0-9 21,0 1 1,-1-1-1,0 0 0,0 1 0,0-1 1,0 0-1,-1 0 0,1 1 0,-1-1 0,0-1 1,-1 1-1,1 0 0,-1 0 0,1-1 1,-1 1-1,0-1 0,0 0 0,-1 0 0,1 0 1,-1-1-1,1 1 0,-1-1 0,0 0 1,0 0-1,0 0 0,0 0 0,0-1 1,0 1-1,-1-1 0,1 0 0,0 0 0,-1-1 1,1 1-1,-1-1 0,1 0 0,-1-1-21,3-1-157,-1 0-1,1 0 0,-1-1 0,1 1 1,0-1-1,0 0 0,0 0 0,0 0 1,1 0-1,-1 0 0,1 0 0,-1 0 1,1 0-1,0-1 0,1 1 0,-1 0 1,0-1-1,1 1 0,0-3 158,-1 2-421,-6-49-6051</inkml:trace>
  <inkml:trace contextRef="#ctx0" brushRef="#br0" timeOffset="-202725.778">6137 2658 5625,'0'0'1754,"0"0"-694,0 0-133,0 0 19,32 15-288,106 46-283,-127-57-359,0-1-1,0 0 1,0 0 0,0-1-1,0-1 1,0 0 0,0 0-1,1-1 1,-1-1 0,9-1-16,3 0 48,-15 3-113,0-1-1,1 0 1,-1-1-1,1 0 0,-1 0 1,0-1-1,1 0 0,-1 0 1,0-1-1,0 0 0,-1-1 1,1 0-1,-1 0 0,1 0 1,-1-1-1,-1 0 0,1 0 1,-1-1-1,0 0 0,0 0 1,0-1-1,-1 1 0,0-1 1,0 0-1,-1 0 1,0-1-1,0 0 0,-1 1 1,0-1-1,0 0 0,-1 0 1,0-1-1,0 1 0,-1 0 1,0-8 65,-3 11-12,-1 0 0,0 0 0,0 0 0,-1 1 0,1-1 0,-1 1 0,0 0 0,0 0 0,-1 0 0,1 0 0,-1 1 1,0 0-1,0 0 0,0 0 0,0 0 0,0 1 0,0 0 0,-1 0 0,1 0 0,-1 1 0,0 0 0,1 0 0,-1 0 0,0 1 0,0 0 1,0 0-1,1 0 0,-1 1 0,0 0 0,1 0 0,-4 1 12,7-2 35,-10 2 121,0 0 0,0 1-1,0 0 1,0 1 0,0 1 0,1 0 0,0 0 0,0 1 0,0 0-1,1 1 1,-1 0 0,2 1 0,-1 0 0,1 1 0,0-1-1,1 2 1,0-1 0,1 1 0,0 1 0,0-1 0,1 1 0,1 0-1,-1 0 1,2 1 0,0 0 0,0 0 0,1 0 0,0 0-1,1 0 1,1 0 0,0 1 0,1-1 0,0 1 0,0-1 0,2 1-1,-1-1-155,1-5 6,-1 0 0,1 0-1,0 0 1,0 0-1,0 0 1,1-1-1,1 1 1,-1-1 0,1 1-1,0-1 1,0-1-1,0 1 1,1 0-1,0-1 1,0 0 0,1 0-1,-1-1 1,1 0-1,0 1 1,0-2 0,1 1-1,-1-1 1,1 0-1,0 0 1,-1-1-1,1 0 1,0 0 0,0-1-1,7 1-5,4 1-365,0-1 0,0 0 0,0-2 0,0 0 0,0-1 0,-1-1 0,1 0 0,0-2-1,0 0 1,-1 0 0,11-6 365,41-25-4353</inkml:trace>
  <inkml:trace contextRef="#ctx0" brushRef="#br0" timeOffset="-202369.27">6976 1976 9018,'0'0'1432,"0"0"49,0 0-633,0 0-592,0 0 32,0 232 120,0-93 352,-3-6-104,3 6-288,0-4-208,0-30-88,0 3-56,0-23-16,3-23-432,0-28-936,-3-23-3001</inkml:trace>
  <inkml:trace contextRef="#ctx0" brushRef="#br0" timeOffset="-202117.859">6589 2398 9122,'0'0'1976,"0"0"-1408,0 0 97,0 0 39,224 8 24,-133-5-368,0 0-176,7 3-184,21 8-40,-24 0-1328,-23 0-3633</inkml:trace>
  <inkml:trace contextRef="#ctx0" brushRef="#br0" timeOffset="-207961.386">1022 2140 7362,'0'0'1120,"0"0"-368,0 0-312,0 0-80,0 0-232,0 0-48,0 0 328,29 142 304,-23-52-263,-3 9-201,-3 6-96,0-6-96,0-14-56,0-8-88,-9-24-665,2-22-1703,-5-22-3809</inkml:trace>
  <inkml:trace contextRef="#ctx0" brushRef="#br0" timeOffset="-207681.767">305 2214 7466,'0'0'1216,"0"0"-232,0 0-928,0 0 272,170-17 224,-66 11-8,18-2-184,14-6-135,8 2-1,-2-2-224,34 14 0,-41 0-1025,-31 0-2015</inkml:trace>
  <inkml:trace contextRef="#ctx0" brushRef="#br0" timeOffset="-207309.222">1566 2562 6033,'0'0'452,"0"0"-82,0 0-153,0 0-5,0 0 114,0 0-12,-12-1 162,2 0-428,-4-1 78,0 1 1,0 0 0,0 1-1,0 1 1,1 0 0,-1 1-1,0 0 1,0 1 0,1 1-1,-1 0 1,-4 2-127,8-2 23,1 1 0,-1 0 1,1 0-1,0 1 0,1 0 0,-1 0 1,1 1-1,0 0 0,1 1 0,0-1 1,0 2-1,1-1 0,0 1 0,0-1 1,1 2-1,0-1 0,0 1 0,1-1 1,1 1-1,0 0 0,0 1 0,1-1 1,0 0-1,0 1 0,1-1-23,2-5 5,0 0 1,-1 0-1,2 0 0,-1 0 0,0-1 0,1 1 1,0 0-1,0-1 0,0 1 0,1-1 1,0 0-1,0 0 0,0 0 0,0 0 0,0-1 1,1 1-1,-1-1 0,1 0 0,0 0 0,0 0 1,0 0-1,1-1 0,-1 1 0,1-1 0,-1 0 1,1-1-1,0 1 0,-1-1 0,1 0 0,0 0 1,1 0-6,160 14-88,-157-14 94,0 0 0,-1-1 1,1-1-1,-1 1 0,1-1 1,-1-1-1,1 1 1,-1-1-1,0-1 0,1 0 1,-1 0-1,-1 0 0,1-1 1,0-1-1,-1 1 1,0-1-1,0 0 0,0 0 1,-1-1-1,0 0 0,0 0 1,0-1-1,-1 0 1,0 0-1,0 0 0,-1 0 1,0-1-1,0 0 1,0 0-1,-1 0 0,-1 0 1,2-5-7,-2 6-28,-1-1 1,0 0 0,0 1 0,-1-1-1,0 0 1,0 1 0,-1-1 0,0 0 0,0 1-1,-1-1 1,0 1 0,0-1 0,-1 1-1,0 0 1,0 0 0,-1 0 0,1 1-1,-1-1 1,-4-3 27,-99-57-3657,59 50-227</inkml:trace>
  <inkml:trace contextRef="#ctx0" brushRef="#br0" timeOffset="-206071.583">2117 2047 6697,'0'0'1193,"0"0"-49,0 0-416,0 0-320,0 0-56,-38 189 40,16-89 328,-6 4-327,-1 1-201,1 0-104,6-15 8,10-13-96,5-9-120,4-17-473,3-20-591,0-9-752,0-16-801</inkml:trace>
  <inkml:trace contextRef="#ctx0" brushRef="#br0" timeOffset="-205785.82">1834 2389 8066,'0'0'1256,"0"0"-520,0 0-544,0 0 88,0 0 200,0 0-192,226 0-280,-138 0-16,48-3-112,-26-8-2024,-19 3-3345</inkml:trace>
  <inkml:trace contextRef="#ctx0" brushRef="#br0" timeOffset="-205492.371">2639 2579 5361,'0'0'987,"0"0"-15,0 0-9,0 0-119,0 0-85,-30-6-173,-145-32 320,171 37-860,0 0-1,0 0 0,1 0 0,-1 1 1,0-1-1,0 1 0,0 0 1,0 0-1,0 0 0,0 1 0,0 0 1,0-1-1,0 1 0,0 1 0,1-1 1,-1 0-1,0 1 0,1 0 0,-1 0 1,1 0-1,0 0 0,-1 1 0,1-1 1,0 1-1,1 0 0,-1-1 0,0 2 1,1-1-1,-1 0 0,1 0 0,0 1 1,0-1-46,-3 11 50,1 0 1,0 0 0,0 0-1,2 0 1,0 0 0,0 1-1,1-1 1,1 1 0,1 8-51,-1-13 16,0-7-21,0-1 0,1 1 0,-1-1-1,0 1 1,1-1 0,0 1 0,-1-1 0,1 0 0,0 1 0,0-1 0,0 0 0,1 0 0,-1 0 0,0 0-1,1 0 1,0 0 0,-1 0 0,1 0 0,0 0 0,0-1 0,0 1 0,0-1 0,0 1 0,0-1 0,0 0-1,1 0 1,-1 0 0,0 0 0,1 0 0,-1-1 0,1 1 0,-1-1 0,1 0 0,-1 1 0,3-1 5,91-18-364,39-99-452,-80 57 800,-54 59 127,-2 6-74,1-1-1,-1 1 1,1-1 0,0 1 0,0-1-1,0 1 1,1-1 0,-1 1 0,1-1 0,0 0-1,0 1 1,1-1 0,-1 0 0,1 0-1,0 0 1,0 0 0,1 0 0,-1 0-1,1-1 1,0 1 0,0-1 0,0 0-1,0 1 1,0-1 0,1-1 0,-1 1 0,1 0-1,0-1 1,0 0 0,3 1-37,118 1-1918,-68-9-2085</inkml:trace>
  <inkml:trace contextRef="#ctx0" brushRef="#br0" timeOffset="-205242.494">3035 1888 9298,'0'0'1296,"0"0"-328,0 0-375,0 0-353,0 0-72,-6 196-8,-10-44 120,4-7 48,-1-1 8,-3-19-168,10-32-80,3 3-80,3-2-16,9-23 8,17-26-808,-4-28-2105</inkml:trace>
  <inkml:trace contextRef="#ctx0" brushRef="#br0" timeOffset="-175168.111">17840 2723 11274,'0'0'1457,"0"0"-1073,0 0 560,179 14-520,-90-14-240,2 0-80,-3-11 8,-13-6-48,-9-11-64,-22 11-1328,-28-3-3913</inkml:trace>
  <inkml:trace contextRef="#ctx0" brushRef="#br0" timeOffset="-174980.261">17950 2319 9770,'0'0'1520,"0"0"-863,0 0 71,0 0-256,0 0 24,173 36 40,-78-24-312,15 2-96,50 0-128,-25-3-416,-28 1-2161</inkml:trace>
  <inkml:trace contextRef="#ctx0" brushRef="#br0" timeOffset="-172863.805">25408 1985 7226,'0'0'952,"0"0"-512,0 161 888,0-65-112,0 14-239,-3 1-425,-7-4-96,7-10-168,0-15-168,3-14-64,0-20-56,0-14 0,0-29-80,0-5-936,0 0-1945</inkml:trace>
  <inkml:trace contextRef="#ctx0" brushRef="#br0" timeOffset="-172613.818">25395 1509 10602,'0'0'1361,"0"0"-1017,0 0-304,0 0-40,0 0-256,0 0-1081,129 178-1679</inkml:trace>
  <inkml:trace contextRef="#ctx0" brushRef="#br0" timeOffset="-169992.48">25508 3519 5321,'0'0'1386,"0"0"-122,0 0-184,0 0-164,0 0 54,0 0-51,-14 0-350,-27 0-98,65 0-109,118 0 63,56 0-117,85 0 61,1158 26 524,-48 32-291,-1358-56-593,-19-3 12,-1 2 0,0 0 0,0 0 1,1 1-1,-1 1 0,-1 1 0,1 0 0,0 1 0,-1 0 0,0 2-21,-5 4 1174,-34-2-641,-132 31-2190,65-23-1193</inkml:trace>
  <inkml:trace contextRef="#ctx0" brushRef="#br0" timeOffset="-172119.383">25936 2146 9378,'0'0'355,"0"0"-187,7 28 239,21 94 402,-19 66 1083,-8-181-1823,-1 0 0,1-1-1,-2 1 1,1 0 0,-1 0 0,0 0-1,0 0 1,-1 0 0,0-1-1,0 1 1,-1 0 0,0-1-1,0 0 1,0 0 0,-1 0-1,0 0 1,0 0 0,-4 3-69,8-9 11,-1 1 1,0-1-1,1 0 1,-1 1-1,0-1 1,1 0-1,-1 0 0,0 1 1,0-1-1,1 0 1,-1 0-1,0 0 1,0 0-1,1 0 1,-1 0-1,0 0 1,0-1-1,1 1 1,-1 0-1,0 0 1,1 0-1,-1-1 0,0 1 1,0 0-1,1-1 1,-1 1-1,1-1 1,-1 1-1,0-1 1,1 1-1,-1-1 1,1 1-1,-1-1 1,1 1-1,-1-1 1,1 0-1,0 1 0,-1-1 1,1 0-1,0 1 1,0-1-1,-1 0 1,1 0-1,0 1 1,0-1-1,0 0 1,0 0-1,0 1 1,0-1-1,0 0 1,0 0-1,0 1 0,0-1 1,0 0-1,0 0 1,1 1-1,-1-1 1,0 0-1,1 1 1,-1-1-1,0 0 1,1 1-1,-1-1 1,1 0-1,-1 1 1,1-1-1,-1 1 0,1-1 1,0 1-12,-1-6-56,4-13 29,0-1 0,1 1 0,1 0 0,1 1 0,1-1 0,0 1 0,1 1 0,1 0 0,1 0 0,6-6 27,5-12-167,93-126-630,-108 153 792,0 0-1,0 1 1,1 0 0,0 1-1,0 0 1,1 0 0,0 0-1,0 1 1,0 1 0,0 0-1,1 0 1,0 0 0,0 1-1,0 1 1,0 0 0,0 0-1,9 0 6,-15 2 14,0 1 0,0 0 0,0-1-1,0 1 1,0 0 0,-1 1 0,1-1-1,0 1 1,-1-1 0,1 1 0,-1 1 0,1-1-1,-1 0 1,0 1 0,0-1 0,0 1-1,0 0 1,0 0 0,-1 0 0,1 0-1,-1 1 1,0-1 0,0 1 0,0-1 0,-1 1-1,1 0 1,-1 0 0,0-1 0,0 3-14,20 120 334,-21-125-330,3 224 748,-3-217-720,3-6 68,7-17-215,22-24-131,2 2-1,2 1 1,1 1-1,1 3 1,26-16 246,-54 41-28,-6 3 24,0 0 0,0 1 1,1-1-1,0 1 0,0 0 0,0 1 1,0-1-1,0 1 0,0 0 1,0 0-1,1 0 0,-1 1 1,1 0-1,0 0 0,-1 1 1,1-1-1,-1 1 0,4 0 4,-8 1 7,1 0-1,0 0 0,-1 0 0,1 1 1,0-1-1,-1 0 0,0 1 1,1-1-1,-1 0 0,0 1 0,0 0 1,1-1-1,-1 1 0,-1 0 1,1 0-1,0-1 0,0 1 0,-1 0 1,1 0-1,-1 0 0,1 0 1,-1 0-1,0 0 0,0 0 0,0 0 1,0 1-7,1 3 24,7 161 764,10 48-3988,-12-191-4827</inkml:trace>
  <inkml:trace contextRef="#ctx0" brushRef="#br0" timeOffset="-171618.667">27534 2219 8250,'0'0'1103,"0"0"-313,0 0 133,0 0-289,0 0-294,0 0-121,-17-20 86,-58-63-25,73 80-222,-1 1 1,1 0-1,0 0 1,-1 0-1,1 1 0,-1-1 1,0 0-1,1 1 0,-1 0 1,0 0-1,0 0 1,0 0-1,0 0 0,0 0 1,0 1-1,0-1 0,0 1 1,0 0-1,-1 0 1,1 0-1,0 1 0,0-1 1,0 1-1,0-1 0,0 1 1,0 0-1,0 0 1,-1 1-59,3-1 43,-18 10 45,0 0 0,1 2-1,1 0 1,0 1 0,1 1 0,0 1 0,1 0 0,1 0 0,1 2 0,-3 4-88,8-12 1,0-1-1,1 1 1,0 1 0,1 0 0,0-1 0,1 2 0,0-1 0,1 1 0,0-1 0,0 1 0,2 0 0,-1 1 0,2-1-1,-1 0 1,2 1 0,0 5-1,3-13-8,0 1-1,1-1 1,-1 0-1,1 0 1,1-1-1,-1 1 1,1-1-1,-1 0 1,1 0 0,0 0-1,1-1 1,-1 0-1,1 0 1,-1 0-1,1-1 1,0 1-1,0-2 1,0 1-1,0 0 1,0-1-1,0 0 1,1-1-1,-1 0 1,0 1-1,0-2 1,1 1-1,-1-1 1,5-1 8,4 3-20,0-1 0,1-1 0,-1 0 0,0-1 0,0-1 1,0 0-1,-1-1 0,1-1 0,-1 0 0,0-1 0,0 0 0,4-4 20,-18 10-1,11-5-54,0-1-1,-1 0 0,1-1 0,-1 0 1,-1-1-1,1 1 0,-1-2 0,-1 0 1,1 0-1,-1 0 0,-1-1 0,0 0 0,-1 0 1,3-6 55,-8 14 253,-15 12 144,8-1-383,1 0-1,0 1 0,1-1 0,-1 1 0,2 0 0,-1 0 0,2 0 0,-1 1 0,1-1 1,1 0-1,0 1 0,0 0 0,1-1 0,1 1 0,0-1 0,0 1 0,1-1 0,0 1 0,1-1 1,0 0-1,0 0 0,1 0 0,2 3-13,1-7-150,-1 0 0,1 0 0,0-1 1,0 0-1,1-1 0,-1 0 0,1 0 0,0 0 0,0-1 1,0 0-1,1-1 0,-1 1 0,1-2 0,-1 1 0,1-1 1,0-1-1,3 1 150,33 0-4073</inkml:trace>
  <inkml:trace contextRef="#ctx0" brushRef="#br0" timeOffset="-170946.794">28201 2208 4433,'0'0'1716,"0"0"363,0 0-46,0 0 145,-25-25-1093,-81-77-729,104 99-344,0 1 0,0 0-1,0 0 1,-1 0-1,1 0 1,0 0 0,-1 0-1,1 1 1,-1-1-1,0 1 1,0-1 0,1 1-1,-1 0 1,0 0 0,0 1-1,0-1 1,0 1-1,0-1 1,0 1 0,0 0-1,0 0 1,0 0-1,0 0 1,0 1 0,0-1-1,-1 1-11,-4 1 45,3 2-30,0 0 1,0 0-1,1 0 0,-1 0 1,1 1-1,0 0 0,0 0 1,1 0-1,0 0 0,-1 1 1,2-1-1,-1 1 0,1 0 1,0 0-1,0 0 0,0 0 0,1 0 1,0 0-1,0 0 0,1 1 1,0-1-1,0 0 0,0 0 1,1 1-1,-1-1 0,2 0 1,-1 1-16,-1 3 9,0 35 23,2-1 0,1 1 0,3-1 0,9 34-32,6-2 20,-3 1 1,-3 1 0,-4 0-1,-3 0 1,-4 1-1,-3 0 1,-4 10-21,2-79 21,0 0 0,0 0 1,-2 0-1,1 0 0,-1 0 0,0-1 0,-1 0 1,0 1-1,-1-1 0,1 0 0,-2-1 1,1 1-1,-1-1 0,-1-1 0,0 1 1,0-1-1,0 0 0,-1 0 0,1-1 1,-2 0-1,1 0 0,-1-1 0,0 0 0,0-1 1,0 0-1,0 0 0,-1-1 0,0 0 1,0-1-1,0 0 0,0-1 0,0 0 1,0 0-1,0-1 0,0 0 0,0-1 0,0 0 1,-3-1-22,1-5-5,0 1 0,0-2 0,1 1 0,1-2 1,-1 1-1,1-2 0,0 1 0,1-1 0,0-1 0,1 1 1,0-1-1,1-1 0,0 0 0,1 0 0,0 0 0,1 0 1,0-1-1,1 0 0,1 0 0,0-1 0,0 1 0,2 0 1,-1-1-1,2 0 5,-3 2-1,1 0 0,1 0 0,0 0 0,0-1 1,1 1-1,1 0 0,0 0 0,1 0 0,0 0 1,1 0-1,0 0 0,1 1 0,0-1 0,1 1 0,0 0 1,1 0-1,0 1 0,6-8 1,18-7 14,0 1 1,2 2-1,0 1 1,1 2-1,1 1 0,1 2 1,0 1-1,1 2 0,12-2-14,-14 2 4,121-38 4,-103 37 2,-1-3 0,0-2-1,-1-2 1,-1-2 0,-1-2 0,28-21-10,-68 39-4,1 1 0,-1-1 1,-1-1-1,0 0 0,0 0 0,0 0 0,-1 0 0,0-1 0,0 0 1,-1-1-1,-1 1 0,0-1 0,0 0 0,0 0 0,-2 0 1,1-1-1,-1 1 0,-1 0 0,0-1 0,0 0 0,-1 1 1,0-1-1,-1 1 0,0-1 0,-1-1 4,1 7-7,-1-1 1,1 1-1,-1 0 0,0 0 0,0 1 0,-1-1 1,0 0-1,1 1 0,-1-1 0,-1 1 1,1 0-1,-1 0 0,0 1 0,1-1 1,-2 1-1,1-1 0,0 1 0,-1 0 1,1 1-1,-1-1 0,0 1 0,0 0 1,0 0-1,0 1 0,0-1 0,0 1 0,0 0 1,-1 1-1,1-1 0,0 1 0,-1 0 1,1 0-1,0 1 0,-1-1 0,1 1 1,0 0-1,0 1 0,0-1 0,0 1 1,0 0-1,0 1 0,0-1 0,0 1 7,-7 6 12,0 0-1,1 0 0,0 1 1,0 1-1,1 0 1,0 0-1,1 1 0,0 1 1,1-1-1,1 1 0,0 1 1,0-1-1,1 1 1,1 0-1,1 1-11,-3-2 27,2 1 0,0 0 0,0 0 0,2 0 0,0 1 0,0-1 0,1 1 0,1 0 0,1 0 0,0 0 1,0-1-1,2 1 0,0 0 0,0-1 0,2 1 0,0-1 0,0 0 0,1 0 0,1 0 0,0-1 0,1 0 0,1 0 0,0-1 0,1 0 0,1 2-27,3-3-24,0-1 1,1-1-1,0 0 0,0 0 1,1-2-1,0 0 0,1 0 1,-1-2-1,1 0 0,1 0 1,-1-2-1,0 0 0,1-1 0,9 0 24,81-17-3647,-56-11-4687</inkml:trace>
  <inkml:trace contextRef="#ctx0" brushRef="#br0" timeOffset="-170415.763">29135 2219 4241,'0'0'659,"0"0"369,0 0 254,0 0-389,0 0-293,0 0-152,16-16 122,51-54 773,-65 68-1317,1 0 0,-1 0 0,0 0 0,0-1 0,0 1 0,0-1 0,-1 1 0,1-1 0,-1 1 0,1-1 0,-1 0 0,0 0 0,0 1 0,0-1 0,0 0 0,-1 0 0,1 0 0,-1 0 0,0 0 0,1 0 0,-1 0 0,-1 0 0,1-1 0,0 1 1,-1 0-27,-9-3 412,1 6-359,-1 0 0,0 1 0,1 0 0,-1 0 0,1 1 0,0 0 0,-1 1 1,1 0-1,0 0 0,1 1 0,-1 0 0,1 1 0,-1 0 0,1 0 0,1 1 1,-1 0-1,1 0 0,0 1 0,0-1 0,1 2 0,0-1 0,0 1 0,1 0 1,-1 2-54,1-4 2,1 1 0,0-1 1,1 1-1,-1 0 0,1 0 1,1 0-1,-1 0 1,1 0-1,0 1 0,1-1 1,0 1-1,0-1 0,1 1 1,0 0-1,0-1 0,0 1 1,1-1-1,1 1 1,-1-1-1,1 1 0,0-1 1,1 0-1,-1 0 0,2 0 1,-1 0-1,1 0 0,0-1 1,0 0-1,1 1 1,-1-2-1,3 3-2,81 70-23,62 72 194,-146-144-130,0-1 1,-1 0 0,1 1-1,-1 0 1,0 0-1,-1 0 1,0 0 0,0 0-1,0 1 1,0-1-1,-1 1 1,0-1-1,-1 1 1,1-1 0,-1 1-1,0-1 1,-1 1-1,0-1 1,0 1-1,0-1 1,-1 1 0,0-1-1,-2 5-41,-5-3 114,-1-1-1,0 0 1,0 0-1,0-1 0,-1-1 1,0 1-1,0-2 1,0 0-1,-1 0 1,1-1-1,-1 0 1,-3-1-114,-196 16-243,138-21-1841,8-14-3472</inkml:trace>
  <inkml:trace contextRef="#ctx0" brushRef="#br0" timeOffset="-174281.917">20501 2001 7154,'0'0'828,"0"0"-508,34-19-19,115-61 173,-135 74-383,0 1 1,0 0-1,0 1 1,1 0-1,0 1 1,-1 1 0,1 0-1,0 1 1,0 0-1,0 2 1,0 0-1,11 2-91,-21-3 29,6 1 17,1-1 0,-1 2 0,0 0 0,0 0 0,0 1 0,0 0 0,0 1 0,-1 0 0,1 1 0,-1 0 0,0 1 0,-1 0 0,1 0 0,-1 1 0,0 0 0,-1 1 0,0 0 0,0 0 0,-1 1 0,0 0 0,0 0 0,-1 0 0,0 1 0,-1 0 0,0 1 0,0-1 0,-1 1 0,2 8-46,-4-6 88,-1 0 0,0-1 1,-1 1-1,0 0 0,-1 0 1,0-1-1,-1 1 0,0-1 0,-1 1 1,-1-1-1,0 0 0,0 0 1,-1-1-1,-1 1 0,0-1 0,-1 0 1,0 0-1,0-1 0,-1 0 0,-1 1-87,-37 34 122,-2-1 1,-2-2 0,-1-3 0,-3-2 0,0-2-1,-5-2-123,59-33-18,1 0 0,-1 0 0,0 1 0,1-1 0,-1 0 0,0 0 0,0 0 0,1 0 0,-1 1 0,0-1 0,1 0-1,-1 0 1,0 1 0,0-1 0,0 0 0,1 0 0,-1 1 0,0-1 0,0 0 0,0 1 0,0-1 0,0 0 0,0 1 0,1-1-1,-1 0 1,0 1 0,0-1 0,0 0 0,0 1 0,0-1 18,0 0-2,386-65-2081,-191 57 1922,-193 8 174,1-1 0,-1 0 0,1 1 1,0-1-1,-1 1 0,1 0 0,0 0 0,-1 0 1,1 0-1,0 0 0,-1 1 0,1-1 0,0 1 1,-1 0-1,1-1 0,-1 1 0,1 0 1,-1 1-1,0-1 0,1 0 0,-1 1 0,0-1 1,0 1-1,0 0 0,0 0 0,0 0 0,0 0 1,-1 0-1,1 0 0,0 0 0,-1 0 0,0 1 1,0-1-1,1 1 0,-1-1 0,-1 1 1,1-1-1,0 1 0,-1 0 0,1-1 0,-1 1 1,0 0-1,0-1 0,0 1 0,0 0 0,0-1 1,-1 1-1,1-1 0,-1 1 0,0 0 0,1-1 1,-1 1-1,-1 1-13,-7 9 186,1-1 0,-2 1 0,0-2 1,0 1-1,-1-1 0,-1-1 0,1 0 0,-2-1 0,1 0 1,-5 2-187,-64 43 617,-2-3 1,-3-4-1,-1-3 0,-79 26-617,92-50 54,83-34-409,143-127-4939,-58 61-1793</inkml:trace>
  <inkml:trace contextRef="#ctx0" brushRef="#br0" timeOffset="-173925.347">21998 2276 3457,'0'0'4258,"0"0"-2722,0 0-319,0 0-355,0 0-488,-27 6-99,-88 23 143,109-26-377,0 0 1,0 0-1,0 0 0,0 1 0,1-1 0,-1 2 0,1-1 0,0 0 0,0 1 0,1 0 1,0 0-1,-1 0 0,1 1 0,1-1 0,-1 1 0,-1 4-41,-2 3 60,0-3-39,0 1 0,1 1 0,1-1 1,0 1-1,0 0 0,2 1 0,-1-1 1,1 1-1,1-1 0,0 1 0,1 0 1,0 0-1,1 0 0,1 0 0,0-1 0,0 1 1,2 0-1,-1 0 0,2-1 0,-1 0 1,2 0-1,0 0 0,0 0 0,7 10-21,2-11-9,0-1-1,1 0 0,0 0 0,1-2 1,0 0-1,1-1 0,0 0 1,0-1-1,0-1 0,0-1 0,1-1 1,0 0-1,0-1 0,0-1 1,0 0-1,0-2 0,0 0 1,12-3 9,-15 4 45,1-1 1,-1-1 0,0 0-1,0-1 1,0-1 0,0 0-1,0-1 1,-1-1 0,0 0-1,0-1 1,0 0 0,-1-1-1,0-1 1,-1 0 0,0-1 0,0 0-1,-1-1 1,0 0 0,-1 0-1,-1-2 1,0 1 0,0-1-1,-1 0 1,-1-1 0,0 1-1,-1-2 1,0 1 0,-1-1-1,-1 1 1,0-1 0,-1 0-1,-1-1 1,0 1 0,-1 0 0,-1-3-46,-2 9 47,0 0 1,-1 1-1,0 0 1,0-1-1,-1 1 1,0 1-1,0-1 0,-1 0 1,0 1-1,-1 0 1,1 0-1,-1 1 1,-1 0-1,1 0 1,-1 0-1,0 1 1,0 0-1,-1 0 1,1 0-1,-3 0-47,-9-5 21,-1 1-1,0 1 0,0 0 0,0 1 0,-1 2 0,0 0 0,-17-1-20,33 5-59,-2-1-58,0 1-1,0 0 0,0 0 1,1 0-1,-1 1 1,0 0-1,0 0 1,0 1-1,0 0 0,0 0 1,0 1-1,1 0 1,-1 0-1,1 0 1,-1 1-1,-5 3 118,6 6-3565</inkml:trace>
  <inkml:trace contextRef="#ctx0" brushRef="#br0" timeOffset="-173500.566">22914 2336 4345,'0'0'2367,"0"0"-895,0 0-46,0 0-355,0 0-394,0 0-116,-27 0-29,-86 6-159,108-5-361,1 0 0,-1 0 1,1 1-1,-1 0 0,1 0 0,-1 0 0,1 0 0,0 1 1,0 0-1,0 0 0,1 0 0,-1 0 0,0 0 0,1 1 1,0 0-1,0-1 0,0 1 0,1 0 0,-1 1 1,1-1-1,-1 2-12,-5 8 24,1-5-11,1 0 1,0 1-1,0 0 0,1 0 0,0 0 1,0 1-1,2 0 0,-1 0 0,1 0 0,1 0 1,0 0-1,1 0 0,0 1 0,0-1 1,1 0-1,1 1 0,0-1 0,0 1 0,1-1 1,1 0-1,0 0 0,0 0 0,1-1 1,1 1-1,2 4-13,10-2-1,1 0 1,1-1-1,0-1 0,0-1 1,1 0-1,1-2 0,0 0 1,0-1-1,0-2 0,0 0 1,1-1-1,0-1 0,0-1 1,0-1-1,0-1 0,0-1 1,0 0-1,16-5 1,-22 6 41,1 0 1,-1-1-1,1-1 0,-1-1 1,0-1-1,0 0 1,0 0-1,0-2 0,-1 0 1,0-1-1,0 0 0,-1-2 1,0 1-1,0-2 1,-1 0-1,0 0 0,-1-1 1,0-1-1,-1 0 1,0 0-1,-1-1 0,0-1 1,-1 0-1,-1 0 0,0 0 1,-1-1-1,0-1 1,-1 1-1,-1-1 0,-1 0 1,0 0-1,0-3-41,-3 12 47,0 0 0,-1 0 0,0-1 1,0 1-1,0 0 0,-1 0 0,0 0 0,0 0 0,-1 0 0,0 0 0,0 0 0,-1 0 0,1 1 1,-2-1-1,1 1 0,-1 0 0,1 0 0,-2 0 0,1 1 0,-1-1 0,0 1 0,0 0 1,0 0-1,-1 1 0,-5-5-47,-6 2 28,-1 0 0,0 1 1,0 0-1,0 2 1,0 0-1,-1 1 0,1 1 1,-1 0-1,0 2 0,0 0 1,0 1-1,1 1 0,-1 1 1,1 0-1,-1 1 0,1 2 1,0-1-1,1 2 1,-11 6-29,-125 90-404,100-45-2867,30-26-5421</inkml:trace>
  <inkml:trace contextRef="#ctx0" brushRef="#br0" timeOffset="-175697.254">16126 2290 3721,'0'0'4298,"0"0"-2931,0 0-696,19-28-3,61-84-179,-80 110-477,1 1 0,-1-1 0,1 0 0,-1 0-1,1 1 1,0-1 0,0 1 0,-1-1 0,1 0-1,0 1 1,1 0 0,-1-1 0,0 1 0,0 0 0,0-1-1,1 1 1,-1 0 0,1 0 0,-1 0 0,1 0-1,-1 0 1,1 0 0,0 1 0,-1-1 0,1 1-1,0-1 1,-1 1 0,1-1 0,0 1 0,0 0-1,0 0 1,-1 0 0,1 0 0,0 0 0,0 0 0,0 1-1,-1-1 1,1 0 0,0 1 0,-1 0 0,1-1-1,0 1 1,-1 0 0,1 0 0,-1 0 0,1 0-1,-1 0 1,1 0 0,-1 0 0,0 0 0,1 1-1,-1-1 1,0 0 0,0 1 0,0-1 0,0 1 0,0 0-1,-1-1 1,1 1 0,0-1 0,-1 1 0,1 0-1,-1 0 1,0-1 0,1 1 0,-1 0 0,0 0-1,0 0 1,0 0-12,6 30 300,-1 0 1,-2 0-1,-1 1 0,-1-1 0,-4 31-300,2-31 189,-5 29 65,-2 0 1,-3-1-1,-3-1 1,-2 0-1,-7 10-254,-10 42 75,21-61-74,12-49-28,0 0-1,-1 0 1,1 0-1,0-1 1,-1 1-1,1 0 1,0 0-1,0 0 1,0 0-1,0 0 1,0 0-1,0 0 1,0 0-1,0 0 1,1 0-1,-1 0 1,0 0-1,0 0 1,1-1-1,-1 1 1,1 0-1,-1 0 1,1 0-1,-1 0 1,1-1-1,-1 1 1,1 0-1,0-1 1,-1 1-1,1 0 1,0-1-1,0 1 1,-1-1-1,1 1 1,0-1-1,0 1 1,0-1-1,0 0 1,0 1-1,0-1 1,-1 0-1,1 0 1,0 0-1,0 0 1,0 0-1,0 0 1,0 0-1,0 0 1,0 0-1,0 0 1,0 0-1,0 0 1,0-1-1,0 1 28,0 0-23,37 0-3390</inkml:trace>
  <inkml:trace contextRef="#ctx0" brushRef="#br0" timeOffset="-175369.142">16780 2304 6457,'0'0'2634,"0"0"-1087,0 0-186,0 0-587,-27 15-482,-86 50-120,108-61-166,0-1 0,0 1 0,1 1-1,0-1 1,0 1 0,0-1 0,0 1-1,1 0 1,0 1 0,0-1 0,0 0-1,0 1 1,1 0 0,0-1 0,0 1-1,1 0 1,0 0 0,0 0 0,0 0-1,0 4-5,0 3 18,-2-2-12,1 0 0,0 0 0,0 1 0,1-1 0,1 1 1,0-1-1,1 1 0,0-1 0,0 0 0,2 1 1,-1-1-1,1 0 0,1 0 0,0 0 0,0-1 0,1 1 1,1-1-1,-1 0 0,2-1 0,-1 1 0,1-1 1,4 3-7,3-1-8,0-1 0,1-1 0,0 0 0,1-1 0,0-1 0,0 0 0,1-1 0,-1-1 0,1-1 0,0 0 0,1-1 0,-1-1 0,0 0 0,1-2 0,-1 0 0,1-1 0,-1 0 0,1-2 0,-1 0 1,0-1-1,0 0 0,-1-2 0,1 0 0,-1 0 0,0-2 0,-1 0 0,7-5 8,-11 5 35,-1 0 0,0 0 0,0-1 0,-1 0 1,0-1-1,-1 0 0,0 0 0,-1-1 0,0 0 0,0 0 0,-1-1 1,-1 0-1,0 0 0,0 0 0,-1-1 0,-1 1 0,0-1 0,-1 0 1,0 0-1,-1-9-35,-1 15 38,-1 1 1,0-1 0,0 1-1,-1 0 1,0 0 0,0-1-1,0 1 1,-1 1 0,1-1-1,-2 0 1,1 1 0,-1-1-1,1 1 1,-1 0 0,-1 0-1,1 1 1,-1-1 0,0 1-1,0 0 1,0 0 0,0 1-1,-1-1 1,0 1 0,1 0 0,-1 1-1,0-1 1,0 1 0,-2 0-39,-182-62-61,116 43-4075,69 20-3311</inkml:trace>
  <inkml:trace contextRef="#ctx0" brushRef="#br0" timeOffset="-176165.17">14528 2013 5089,'0'0'2146,"0"0"-921,0 0-314,0 0-327,9 27 114,15 42 145,3-1 0,3 0-1,31 48-842,-18-54 213,2-2-1,4-3 1,1-1-1,3-3 1,3-2-1,1-3 0,39 24-212,31 4 51,-115-75-1350,-12-11-703</inkml:trace>
  <inkml:trace contextRef="#ctx0" brushRef="#br0" timeOffset="-175962.925">14446 2972 8498,'0'0'1392,"0"0"-1048,0 0 544,0 0 65,211-158-73,-72 53-24,-1-2-208,7-4-232,-4 6-288,-37 23-24,-7 6-104,-5 22-400,-33 20-1200,-27 17-2705</inkml:trace>
  <inkml:trace contextRef="#ctx0" brushRef="#br0" timeOffset="-177116.055">12154 2293 7346,'0'0'3408,"0"0"-2259,0 0-780,4-25-152,20-83-113,-22 102-95,0 1 0,1 0 0,0 0 0,0 0 0,0 1 0,0-1 0,1 1 0,-1 0 0,1 0-1,0 0 1,1 0 0,-1 0 0,1 1 0,0 0 0,-1 0 0,1 0 0,0 1 0,1 0 0,-1 0 0,5-1-9,-2 0 8,7-3 2,0 1 0,0 0-1,1 2 1,-1 0 0,1 0 0,0 2 0,0 0-1,0 1 1,14 1-10,-26-1 1,0 1 0,0 0 0,0 0 1,-1 0-1,1 0 0,0 1 0,-1-1 0,1 1 0,-1 0 0,1 0 1,-1 0-1,0 0 0,0 1 0,0-1 0,0 1 0,0 0 0,-1 0 0,1 0 1,-1 0-1,0 0 0,0 1 0,0-1 0,0 1 0,-1-1 0,1 1 1,-1 0-1,0 0 0,0-1 0,0 1 0,-1 0 0,1 0 0,-1 2-1,-16 131 600,-80 35 167,48-98-594,47-72-174,-1-1-2,1 1 0,0-1 0,-1 0-1,1 0 1,0 1 0,0-1 0,0 1 0,0-1-1,0 1 1,0 0 0,1-1 0,-1 1-1,0 0 1,1-1 0,-1 1 0,1 0 0,0 0-1,-1 0 1,1-1 0,0 1 0,0 0-1,0 0 1,1 0 0,-1 0 0,0-1 0,1 1-1,-1 0 1,1 0 0,-1-1 0,1 1-1,0 0 1,0-1 0,0 1 0,0-1 0,0 1-1,0-1 1,0 1 0,0-1 0,2 1 3,170 5-268,-129-8 216,97 12-16,-139-9 70,1 0 1,-1 0-1,1 0 1,-1 0-1,0 0 1,0 0 0,0 1-1,0-1 1,0 1-1,-1-1 1,1 1-1,-1 0 1,0-1-1,1 1 1,-1 0-1,0 0 1,-1 0 0,1 0-1,-1 0 1,1 0-1,-1 0 1,0 0-1,0 0 1,0 0-1,0 0 1,-1 1 0,1-1-1,-1 0 1,0-1-1,0 1 1,0 0-1,0 0 1,0 0-1,-1 0 1,-1 1-3,-100 105 870,53-65-600,-2-3 0,-1-2 0,-2-2 0,-22 9-270,115-93-2254,19-12-416,7-2-1574</inkml:trace>
  <inkml:trace contextRef="#ctx0" brushRef="#br0" timeOffset="-176791.128">13081 2480 4889,'0'0'2778,"0"0"-1138,0 0-230,0 0-431,0 0-383,0 0-141,-28 25-102,-88 85-117,112-106-227,0 0 0,0 0 0,0 0 0,1 0 0,-1 1 0,1 0 0,0-1 0,1 1 0,-1 0 1,1 1-1,0-1 0,0 0 0,0 0 0,1 1 0,0-1 0,0 1 0,0 0 0,1-1 0,0 6-9,0 5-2,-2-11 0,1 1 1,1-1 0,-1 1-1,1 0 1,0-1 0,0 1-1,1 0 1,-1-1 0,1 1-1,1 0 1,-1-1 0,1 0-1,0 1 1,0-1 0,0 0-1,1 0 1,0 0 0,0 0-1,0 0 1,1-1 0,-1 0-1,1 1 1,0-1 0,0-1-1,1 1 1,-1 0 0,2-1 1,14 7-22,2-2 1,-1 0 0,1-1-1,0-1 1,0-2 0,1 0-1,0-1 1,-1-1 0,1-1-1,0-2 1,0 0-1,0-1 1,15-4 21,-16 3 13,0-2-1,0-1 1,-1 0-1,1-1 1,-2-2-1,1 0 1,-1-1-1,-1-1 1,0-1 0,0-1-1,-1 0 1,-1-1-1,0-1 1,-1-1-1,6-8-12,-17 19 50,-1 1-1,0-1 1,0 1-1,0-1 1,-1 0-1,0-1 1,0 1-1,0 0 1,0-1-1,-1 0 1,0 1-1,0-1 1,-1 0-1,0 0 1,0 0-1,0 0 1,-1 0-1,1-1 1,-1 1-1,-1 0 1,1 0-1,-1 0 1,0 0-1,-1 0 1,0 0-1,0 0 1,0 1-1,0-1 1,-1 0-1,0 1 1,0 0-1,0 0 1,-1 0-1,-3-4-49,-15-4 105,-2 0 0,0 1-1,0 1 1,-1 1 0,0 2 0,-1 0-1,0 2 1,0 0 0,0 2 0,-1 1-1,-12 1-104,32 2-1,-2-3-6,-1 1 0,1 1-1,-1 0 1,1 0 0,-1 1-1,1 0 1,-1 1 0,0 0-1,1 0 1,-1 1 0,1 0 0,0 1-1,0 0 1,0 0 0,0 1-1,0 0 1,1 1 0,-1 0-1,1 0 1,1 1 0,-4 3 7,-29 48-1020,20-3-1274</inkml:trace>
  <inkml:trace contextRef="#ctx0" brushRef="#br0" timeOffset="-179070.652">11188 306 6089,'0'0'896,"0"0"-261,0 0-108,30-21-72,103-66 82,-121 80-464,0 0 1,1 0-1,0 1 0,0 1 0,1 0 0,0 1 1,-1 0-1,1 1 0,1 0 0,-1 2 0,0-1 0,0 2 1,14 1-74,-19-1 14,-5-1 15,0 0 1,0 0-1,0 0 1,0 1-1,0 0 1,0 0-1,0 0 1,0 0-1,0 1 1,0 0-1,0 0 0,-1 0 1,1 0-1,0 0 1,0 1-1,-1 0 1,1-1-1,-1 1 1,1 1-1,-1-1 1,0 0-1,0 1 1,0 0-1,0 0 1,0-1-1,0 2 1,-1-1-1,0 0 1,0 0-1,1 1 0,-2 0 1,1-1-1,0 1 1,-1 0-1,0 0 1,0-1-1,0 1 1,0 0-1,-1 0 1,1 1-30,0 2 94,0 1 1,0 0 0,-1 0-1,0 0 1,-1 0-1,1 0 1,-2 0 0,1-1-1,-1 1 1,0 0-1,0-1 1,-1 1 0,0-1-1,-1 0 1,1 0 0,-1 0-1,-1-1 1,-3 5-95,-7 7 106,-1-1 1,-1 0 0,-1-1-1,0-1 1,-2-1-1,1 0 1,-1-2-1,-1 0 1,0-2 0,-1 0-1,0-1 1,-1-1-1,-15 3-106,184-29-618,-124 17 641,-10-1-27,1 0 1,-1 1 0,0 1-1,0 0 1,1 0 0,-1 1-1,0 1 1,0 0 0,0 1-1,0 0 1,0 0-1,-1 2 1,1-1 0,-1 1-1,0 1 1,-1 0 0,1 1-1,-1 0 1,0 0 0,4 5 3,-11-7 39,-1 0 1,1 0 0,-1-1 0,0 1 0,0 1 0,0-1-1,-1 0 1,1 0 0,-1 1 0,-1-1 0,1 0-1,-1 1 1,0-1 0,0 1 0,0-1 0,-1 1 0,0-1-1,0 0 1,0 1 0,-1-1 0,0 0 0,0 0 0,0 0-1,-1 0 1,1 0 0,-1-1 0,0 1 0,-1-1-1,1 0 1,-1 0 0,0 0 0,1 0 0,-2-1 0,1 1-1,0-1 1,-1 0-40,-12 8 80,0 0-1,-1-2 1,0 0-1,0-1 1,-1 0-1,0-2 0,0 0 1,-1-1-1,0-1 1,0-1-1,0-1 1,-6-1-80,24-2-69,0 0 1,1 0-1,-1-1 1,0 1 0,0 0-1,1-1 1,-1 0-1,1 1 1,-1-1-1,1 0 1,0 0 0,0 0-1,0 0 1,0 0-1,0 0 1,0 0 0,0 0-1,1 0 1,-1-1-1,1 1 1,0 0-1,-1 0 1,1-1 0,0 1-1,0 0 1,0 0-1,1 0 1,-1-1-1,1 1 1,-1 0 0,1 0-1,0 0 1,-1 0-1,1-1 1,0 1-1,0 1 1,1-1 0,-1 0-1,0 0 1,1 0-1,-1 1 1,1-2 68,26-44-4429</inkml:trace>
  <inkml:trace contextRef="#ctx0" brushRef="#br0" timeOffset="-178681.292">12251 314 7970,'0'0'1291,"0"0"-220,0 0-219,0 0-113,-28 9-55,-88 33-174,112-41-484,0 1 0,-1 0-1,1 0 1,0 1 0,0-1-1,0 1 1,1 0 0,-1 0 0,0 0-1,1 0 1,0 0 0,0 1-1,0 0 1,0 0 0,1-1-1,-1 2 1,1-1 0,0 0-1,0 0 1,0 2-26,-2 4 47,-2 8 12,1 0 0,0 1 0,2 0-1,0 0 1,1 0 0,1 0 0,1 0 0,0 0 0,3 14-59,-2-25 3,0-1 0,1 0-1,-1 1 1,2-1 0,-1 0-1,1 0 1,0 0 0,0-1 0,1 1-1,0-1 1,0 0 0,1 0-1,-1 0 1,1 0 0,0-1-1,1 0 1,0 0 0,-1 0-1,2-1 1,-1 0 0,0 0-1,1 0 1,0-1 0,1 1-3,11 4-29,1-1-1,0 0 1,0-2 0,0 0 0,1-1-1,-1-1 1,1-1 0,4-1 29,-7 1 23,-1-2 1,1 0-1,-1-1 1,1-1-1,-1-1 1,1 0-1,-1-1 1,0-1-1,-1-1 1,1 0-1,-1-1 1,0-1-1,-1 0 0,0-1 1,0-1-1,-1 0 1,0-1-1,-1-1 1,0 0-1,-1 0 1,0-2-1,2-4-23,-7 10 41,0-1 1,-1-1-1,0 1 0,-1-1 1,0 0-1,-1-1 0,0 1 0,0-1 1,-1 0-1,0 0 0,-1 0 1,-1 0-1,0 0 0,0 0 0,-1 0 1,0 0-1,-1-1 0,0 1 1,-1 0-1,0 0 0,-1 0 0,0 1 1,-1-1-1,-2-4-41,-1 5 33,0 1-1,-1 1 1,0-1-1,-1 1 1,1 1 0,-1 0-1,-1 0 1,0 0 0,0 2-1,0-1 1,0 1-1,-1 0 1,0 1 0,0 1-1,0 0 1,-3-1-33,-189-20 215,174 22-225,-1 2-1,1 1 0,0 2 1,0 0-1,0 2 0,0 1 1,-6 3 10,-153 93-2822,127-60-1683</inkml:trace>
  <inkml:trace contextRef="#ctx0" brushRef="#br0" timeOffset="-218091.874">6558 433 6697,'0'0'918,"0"0"-451,0 0-110,-2-30-57,-2-101 147,4 125-383,1-1-1,0 1 1,0-1 0,0 1 0,1-1-1,0 1 1,1 0 0,-1 0 0,1 0-1,0 0 1,1 0 0,-1 0-1,1 1 1,0 0 0,1 0 0,-1 0-1,1 0 1,0 1 0,0 0 0,0 0-1,1 0 1,-1 0 0,6-1-64,-11 5 1,3-3 31,0 1 1,0 0-1,1 0 0,-1 0 1,1 0-1,0 1 0,0 0 1,-1-1-1,1 1 1,0 1-1,0-1 0,0 0 1,0 1-1,0 0 0,0 0 1,0 0-1,0 0 0,0 1 1,0 0-1,0 0 0,0 0 1,-1 0-1,1 0 1,0 1-1,-1-1 0,1 1 1,-1 0-1,1 0 0,-1 1 1,0-1-1,0 1 0,0-1 1,0 1-1,2 2-32,4 16 199,0 0 0,0 0 0,-2 1-1,-1 0 1,-1 0 0,-1 1 0,0-1 0,-2 1 0,-1 0-1,-1-1 1,-2 24-199,3-22 88,-2 1 1,-1-1-1,0 1 0,-2-1 0,-1 0 0,-1 0 0,-1-1 1,-1 0-1,-1 0 0,-3 6-88,-5 2 79,0 0 1,-2-1 0,-1-2-1,-1 0 1,-2-1 0,-22 21-80,36-39 8,-1 0-1,0 0 1,-1-1 0,0 0 0,0-1 0,0-1 0,-1 0 0,0 0 0,0-1 0,-1 0 0,0-1 0,1-1-1,-1 0 1,0-1 0,-1 0 0,1-1 0,0 0 0,0-1 0,-8-2-8,13 0-43,1-1 0,0 0 0,0 0 0,0 0 0,0-1 0,0 0 0,1-1 0,0 0 0,0 0 0,0 0 0,0 0 0,1-1 0,0 0 0,0 0 0,1 0 0,0-1 1,0 0-1,0 0 0,1 0 0,0 0 0,0 0 0,1-1 0,0 1 0,0-1 0,1 1 0,0-1 0,0 0 0,1 0 0,0 1 0,0-1 0,1 0 0,0-1 43,-1 5 3,0 0-1,0 0 1,1 1 0,0-1 0,0 0-1,0 1 1,0-1 0,0 0 0,1 1-1,-1-1 1,1 1 0,0 0 0,0 0-1,0 0 1,1 0 0,-1 0-1,1 0 1,0 0 0,-1 1 0,1-1-1,0 1 1,1 0 0,-1 0 0,0 0-1,0 0 1,1 1 0,-1-1 0,1 1-1,0 0 1,-1 0 0,1 0 0,0 1-1,0-1 1,-1 1 0,1 0-1,0 0 1,0 0 0,0 1 0,-1-1-1,2 1-2,22-2-11,1 2 0,0 0 1,0 2-1,-1 1 0,1 2 0,-1 0 0,-1 2 0,1 1 0,-1 1 0,19 10 11,35 38-1404,-41-5-2512,-21-23-1590</inkml:trace>
  <inkml:trace contextRef="#ctx0" brushRef="#br0" timeOffset="-217781.237">7178 411 9138,'0'0'1186,"0"0"-465,0 0-149,0 0-298,0 0-137,0 0 16,32-18 85,106-54-69,-127 67-145,0 1-1,0-1 1,0 2-1,1 0 1,-1 0-1,1 1 1,0 0-1,-1 1 1,1 0-1,0 1 1,0 0-1,2 1-23,20 1 67,-31-3-51,0 1 0,0 0-1,0 0 1,0 0-1,0 0 1,0 1-1,0-1 1,0 1-1,0 0 1,0 0 0,-1 0-1,1 0 1,0 0-1,0 1 1,-1-1-1,1 1 1,-1 0-1,0 0 1,1 0 0,-1 0-1,0 0 1,0 0-1,0 0 1,0 1-1,-1-1 1,1 1 0,-1-1-1,1 1 1,-1 0-1,0 0 1,0 0-1,0-1 1,0 1-1,-1 0 1,1 0 0,-1 3-16,1 24 135,-2-1 1,0 1 0,-3 0-1,0-1 1,-2 0 0,-1 0 0,-1 0-1,-2-1 1,0 0 0,-2-1 0,-1 0-1,-2-1 1,-15 22-136,-3 15 73,-39 107-487,70-160-198,2-9-2247,0-1-2054</inkml:trace>
  <inkml:trace contextRef="#ctx0" brushRef="#br0" timeOffset="-217533.901">7171 694 8698,'0'0'1240,"0"0"-544,0 0-256,0 0 16,0 0 145,0 0 111,221 14-328,-143-8-176,4-6-112,9 0-96,32 0 0,-23 0-888,-18-12-2265</inkml:trace>
  <inkml:trace contextRef="#ctx0" brushRef="#br0" timeOffset="-217269.301">7977 770 9138,'0'0'1368,"0"0"-176,0 0-551,0 0-177,169-25 64,-81 8-88,7 5-168,-1 4-216,-6 5-56,-12 3 0,-20 0-192,-15 3-480,-19 14-168,-9 0-513,-13-6-1711</inkml:trace>
  <inkml:trace contextRef="#ctx0" brushRef="#br0" timeOffset="-217004.95">8508 300 7866,'0'0'1176,"0"0"552,0 0-287,0 0-929,0 0-328,-22 164-64,13-87 64,-1 8-40,7-3-96,0-9 8,3-5-56,0-17-136,12-19-912,11-18-1777,-5-14-3816</inkml:trace>
  <inkml:trace contextRef="#ctx0" brushRef="#br0" timeOffset="-212524.346">9911 798 6353,'0'0'1273,"0"0"-857,0 0 336,0 0-128,0 0 272,0 0 160,207 3-399,-147-3-201,3-8-80,-3-4-224,-3 4-72,-10-1-24,-10 1-56,-5-9-328,-13 6-1033,-16-6-1527</inkml:trace>
  <inkml:trace contextRef="#ctx0" brushRef="#br0" timeOffset="-212289.312">10056 436 8714,'0'0'1264,"0"0"-328,0 0-392,0 0-271,0 0 279,0 0 136,0 0-208,188 48-296,-131-45-56,9 0 16,-6-3-144,18 0-376,-12-11-1184,-18-15-3041</inkml:trace>
  <inkml:trace contextRef="#ctx0" brushRef="#br0" timeOffset="-181095.626">7401 728 424,'0'0'802,"0"0"-366,0 0-188,0 0-80,0 0 133,-16-4 251,-20-43 5001,28 42-5316,0 0 0,0 1 0,-1 0 0,0 1-1,1 0 1,-1 0 0,0 1 0,0 0-1,-1 0 1,1 1 0,0 1 0,0-1-1,-5 2-236,0 0 45,0 2-1,-1 0 0,1 0 0,1 2 0,-1-1 0,0 2 0,1 0 0,0 0 0,1 1 0,-1 1 0,1 0 0,1 1 0,0 0 0,0 1 0,1 0 0,0 0 1,0 1-1,1 0 0,1 1 0,0 0 0,1 1 0,0 0 0,1 0 0,0 0 0,0 3-44,3-10-6,1 0 1,0-1-1,0 1 0,0 0 0,1 0 1,0 0-1,0 0 0,0 0 1,1 0-1,0 1 0,0-1 0,1 0 1,0 0-1,0 0 0,0 0 0,1 0 1,0 0-1,0-1 0,0 1 1,1 0-1,-1-1 0,1 0 0,1 0 1,-1 0-1,1 0 0,0 0 1,0 0-1,0-1 0,1 0 0,0 0 1,4 3 5,6 0-14,1-1 1,0 0-1,0-2 1,0 1-1,0-2 1,1 0 0,-1-1-1,1-1 1,0 0-1,0-2 1,14-1 13,3 2 70,-26-2-47,0 1 0,0-1 0,0 0 0,0-1-1,0 0 1,-1 0 0,1-1 0,-1 0 0,0 0 0,0-1-1,0 1 1,0-2 0,-1 1 0,0-1 0,0 0-1,-1 0 1,1 0 0,-1-1 0,-1 0 0,1 0 0,-1 0-1,-1-1 1,1 1 0,-1-1 0,0 0 0,-1 0-1,0 0 1,0 0 0,-1 0 0,0-1 0,0 1 0,-1 0-1,0-1 1,-1 1 0,0 0 0,0-3-23,1-92-94,0 101-774,0 2-1514,0 0-1920</inkml:trace>
  <inkml:trace contextRef="#ctx0" brushRef="#br0" timeOffset="-180428.478">7467 272 3873,'0'0'1001,"0"0"-60,0 0-233,0 0 96,0 0 129,0 0-103,-8-7-218,-29-21-90,34 26-485,0 1 1,0 0 0,0 0 0,0 0 0,-1 1-1,1-1 1,0 1 0,-1-1 0,1 1 0,-1 1-1,1-1 1,0 0 0,-1 1 0,1-1 0,0 1 0,0 0-1,0 0 1,-1 0 0,1 1 0,0-1 0,0 1-1,0 0 1,1-1 0,-1 1 0,0 1 0,1-1 0,-1 0-1,0 2-37,0-2 43,-10 6 10,1 1 1,1 0-1,-1 0 0,2 1 0,-1 1 1,1-1-1,1 2 0,0-1 1,1 2-1,0-1 0,1 1 0,0 0 1,1 0-1,0 1 0,1 0 0,1 0 1,0 0-1,-1 12-53,4-18 4,0-1 0,0 0 0,1 1 0,0-1 0,1 1 0,-1-1 1,1 0-1,1 1 0,0-1 0,0 0 0,0 0 0,1 0 0,-1 0 0,2 0 0,-1-1 0,1 0 0,2 3-4,2 1-11,0-1 0,1 1 1,0-2-1,1 1 0,-1-1 0,2-1 0,-1 0 0,1 0 0,0-1 0,1-1 0,-1 0 0,1 0 0,0-1 1,0 0-1,1-1 0,-1-1 0,1 0 0,-1-1 0,1 0 0,0 0 0,-1-2 0,11-1 11,-14-2 36,-1-1 0,0 0 0,0-1 0,0 0 1,0 0-1,-1-1 0,0 0 0,-1 0 0,1 0 0,-1-1 0,-1 0 0,0 0 0,0-1 0,0 1 0,-1-1 0,0 0 0,-1-1 0,0 1 0,0 0 0,-1-1 1,-1 1-1,1-1 0,-1 0 0,-1 0 0,0-6-36,1 11 29,1-1 0,-1 1 0,-1 0 0,1-1 0,-1 1 0,0-1 0,0 1 0,0-1 0,-1 1 0,0-1 1,0 1-1,0 0 0,-1-1 0,0 1 0,0 0 0,0 0 0,0 0 0,-1 0 0,0 1 0,0-1 0,0 1 0,-1-1 0,1 1 0,-1 0 0,0 1 0,0-1 1,-1 1-1,1-1 0,-1 1 0,1 1 0,-1-1 0,0 0 0,0 1 0,0 0-29,-109-7-385,109 19-3696,5-9 225</inkml:trace>
  <inkml:trace contextRef="#ctx0" brushRef="#br0" timeOffset="-179726.342">9307 527 5361,'0'0'846,"0"0"-321,0 0-288,0 0-46,0 0 168,0 0 93,5-25-111,17-74-60,-22 98-268,0-1 1,0 1 0,0 0-1,0-1 1,1 1 0,-1 0-1,0-1 1,1 1 0,-1 0-1,1 0 1,0-1 0,-1 1 0,1 0-1,0 0 1,0 0 0,0 0-1,-1 0 1,1 0 0,0 0-1,1 0 1,-1 0 0,0 1 0,0-1-1,0 0 1,0 1 0,0-1-1,1 0 1,-1 1 0,0 0-1,1-1 1,-1 1 0,0 0 0,1 0-1,-1-1 1,0 1 0,1 0-1,-1 0 1,0 1 0,1-1-1,-1 0 1,0 0 0,1 1 0,0-1-15,3 1-10,-1 2 87,-1 1 0,0-1 0,0 0 1,0 1-1,0 0 0,-1-1 0,1 1 0,-1 0 0,0 1 0,-1-1 0,1 0 1,-1 0-1,1 1 0,-1-1 0,0 1 0,-1-1 0,1 1 0,-1-1 1,0 1-1,0-1 0,0 1 0,-1 2-76,2 9 184,0-1 1,-1 1-1,-1 0 0,-1-1 1,0 1-1,0-1 1,-2 0-1,0 0 0,-1 0 1,0 0-1,-1-1 0,-3 5-184,-1-1 110,-1 0 0,-1-1 0,0-1 0,-2 0 0,1 0 0,-2-2 0,0 0 0,-1 0 0,0-1 0,-1-2 0,-7 5-110,20-13-2,0 0 0,0-1 0,0 1 0,-1-1 0,1 0 0,0 0 0,-1-1 0,0 1 0,1-1 0,-1 0 0,0 0 0,1 0 0,-1-1 0,0 0 0,0 0 0,0 0 0,1-1-1,-1 1 1,0-1 0,0 0 0,1 0 0,-1-1 0,1 1 0,-1-1 0,1 0 0,-1-1 0,1 1 0,0-1 0,0 1 0,1-1 0,-1 0 0,0-1 0,1 1 0,0-1 0,0 1 0,0-1 0,0 0 0,0 0 0,1 0 0,0-1 0,0 1 0,0 0 0,0-1 0,0-4 2,1 6-3,0 0 0,1 0 1,0 0-1,-1 0 0,1-1 0,1 1 1,-1 0-1,0 0 0,1 0 1,-1 0-1,1 0 0,0 0 1,0 0-1,0 0 0,1 0 0,-1 0 1,1 1-1,-1-1 0,1 0 1,0 1-1,0-1 0,0 1 1,0 0-1,1 0 0,-1 0 0,0 0 1,1 0-1,0 0 0,-1 1 1,1-1-1,0 1 0,0-1 1,0 1-1,0 0 0,0 1 0,0-1 1,0 0-1,0 1 0,2-1 3,7-1-3,0-1-1,1 2 0,-1 0 0,1 0 0,-1 1 1,0 0-1,1 1 0,-1 1 0,0 0 1,0 1-1,0 0 0,0 0 0,0 2 1,0-1-1,-1 1 0,0 1 0,0 0 0,-1 1 1,0 0-1,0 0 0,0 1 0,-1 1 1,0-1-1,-1 1 0,0 1 0,0 0 1,-1 0-1,0 0 0,-1 1 4,6 7 45,-1 0 0,-1 0-1,-1 1 1,0 1 0,-2-1 0,0 1-1,-1 0 1,-1 1 0,-1 0 0,-1-1 0,-1 1-1,0 12-44,9-27-110,29-55-3458,-19 11-2429</inkml:trace>
  <inkml:trace contextRef="#ctx0" brushRef="#br0" timeOffset="-101920.994">11773 5557 424,'0'0'776,"0"0"-432,0 0-216,0 0-56,0 0-72,0 0-552</inkml:trace>
  <inkml:trace contextRef="#ctx0" brushRef="#br0" timeOffset="-101388.626">11710 5243 4129,'0'0'1165,"0"0"-154,0 0 144,0 0-22,0 0-347,0 0-163,0-16 1,0-49-70,-3 58 154,0 22-679,-25 161 540,-8-1 0,-7-2 1,-7-3-1,-66 146-569,110-302 105,7-14-113,-1 0 1,1 0-1,-1 0 0,0 0 1,1 0-1,-1 0 1,1 0-1,-1 0 0,0 0 1,1 1-1,-1-1 1,1 0-1,-1 0 0,0 0 1,1 1-1,-1-1 1,0 0-1,1 0 0,-1 1 1,0-1-1,1 0 1,-1 1-1,0-1 0,0 0 1,1 1-1,-1-1 1,0 1-1,0-1 0,0 0 1,0 1-1,0-1 1,1 1-1,-1-1 0,0 0 1,0 1-1,0-1 1,0 1-1,0-1 0,0 1 1,0-1-1,0 0 1,0 1-1,-1-1 0,1 1 1,0-1-1,0 0 1,0 1 7,22-10 63,1 1-1,0 2 1,0 0 0,1 1 0,0 2 0,-1 0 0,1 2 0,0 0 0,0 2-1,0 0 1,19 5-63,-9-4-11,65-23-2929,-60-8-2693</inkml:trace>
  <inkml:trace contextRef="#ctx0" brushRef="#br0" timeOffset="-101029.076">12254 5823 5297,'0'0'850,"0"0"-408,0 0-123,0 0 280,0 0-16,0 0-34,-19-5 105,-59-14 86,75 19-710,1-1-1,-1 1 1,1 1 0,-1-1 0,1 0 0,-1 1-1,1-1 1,0 1 0,-1-1 0,1 1 0,0 0-1,-1 0 1,1 0 0,0 1 0,0-1 0,0 0-1,0 1 1,0-1 0,0 1 0,1 0 0,-1 0-1,0 0 1,1 0 0,-1 0 0,1 0-1,0 0 1,0 0 0,0 0 0,0 0 0,0 1-1,0-1 1,0 1 0,1-1 0,-1 0 0,1 2-30,-2 1 81,-6 98 256,9-100-340,-1 1 0,1-1 0,-1 0 0,1 0-1,0 0 1,0 0 0,0 0 0,1 0 0,-1 0-1,1-1 1,0 1 0,-1 0 0,1-1-1,0 1 1,0-1 0,1 0 0,-1 0 0,1 0-1,-1 0 1,1 0 0,-1 0 0,1-1-1,0 1 1,0-1 0,0 0 0,0 1 0,0-2-1,0 1 1,0 0 0,0 0 0,0-1 3,104 4-271,-99-7 298,-1 0-1,0-1 1,-1 0 0,1 0 0,-1 0 0,1-1 0,-1 0 0,-1-1-1,1 1 1,-1-1 0,0 0 0,0 0 0,0-1 0,-1 0-1,0 1 1,-1-1 0,0-1 0,0 1 0,0 0 0,-1-1 0,0 1-1,0-1 1,-1 0 0,0 0 0,0 1 0,-1-1 0,0 0 0,0 0-1,-1 0 1,-1-7-27,2 12 23,-1-1 1,1 0-1,-1 1 0,1-1 1,-1 1-1,0-1 0,-1 1 0,1-1 1,0 1-1,-1 0 0,0 0 1,0 0-1,0 0 0,0 0 0,0 0 1,-1 0-1,1 1 0,-1-1 0,0 1 1,0 0-1,1-1 0,-2 1 1,1 1-1,0-1 0,0 0 0,0 1 1,-1 0-1,1 0 0,-1 0 0,0 0-23,-72-11-2545,62 9-1064</inkml:trace>
  <inkml:trace contextRef="#ctx0" brushRef="#br0" timeOffset="-100564.454">12789 5662 5953,'0'0'930,"0"0"-449,0 0-111,0 0 87,-27 0 61,-86 4-70,108-3-414,0 0 1,0 0 0,0 0 0,0 0 0,1 1 0,-1 0 0,0 0-1,1 0 1,0 0 0,-1 1 0,1 0 0,0 0 0,0 0-1,1 0 1,-1 1 0,0-1 0,1 1 0,-2 2-35,-5 6 146,2-4-77,0 1 0,1 1-1,0-1 1,0 1 0,1 0 0,1 1-1,-1-1 1,2 1 0,-1 0 0,2 1 0,-1-1-1,2 1 1,-1-1 0,2 1 0,-1 0-1,1 6-68,3-14-1,0 1 0,1-1 0,-1 0 0,1 0 0,-1 0 0,1-1 0,0 1 0,1-1-1,-1 1 1,0-1 0,1 0 0,0 0 0,0-1 0,0 1 0,0-1 0,0 0 0,0 0 0,1 0 0,-1-1-1,1 1 1,-1-1 0,1 0 0,0 0 0,-1-1 0,1 0 0,0 1 0,-1-1 0,1-1 0,0 1-1,3-2 2,24 6 16,-26-3-7,0-1 1,1 1-1,-1 0 1,0 0-1,0 1 0,0-1 1,-1 1-1,1 1 1,0-1-1,-1 1 0,1 0 1,-1 0-1,0 1 0,0 0 1,0 0-1,-1 0 1,1 0-1,-1 0 0,0 1 1,0 0-1,-1 0 1,1 0-1,-1 1 0,0-1 1,-1 1-1,1 0-9,0 7 73,-1 1 1,0-1-1,-1 0 0,-1 1 0,0-1 1,-1 1-1,0-1 0,-1 1 0,-1-1 1,0 0-1,-1 0 0,0 0 0,-1 0 1,0-1-1,-1 0 0,0 0 0,-1 0 1,-8 9-74,-2 2 206,-1-1 0,0-2 0,-2 1 0,0-2 0,-1-1 0,-1-1 0,-1 0 0,-19 9-206,30-18 103,-1-1-1,1-1 0,-1 0 0,-1-1 0,1 0 0,-1-1 1,0-1-1,1 0 0,-2-1 0,1 0 0,0-1 0,0-1 1,-8 0-103,19-2 12,0 0-1,-1-1 1,1 1 0,0-1 0,0 0 0,1 1 0,-1-1-1,0-1 1,1 1 0,0 0 0,0 0 0,0-1 0,0 1 0,1-1-1,-1 0 1,1 1 0,0-1 0,0 0 0,0 0 0,0 0 0,1 0-1,0 0 1,0 0 0,0 0 0,0 0 0,0 0 0,1 0-1,0 1 1,0-1 0,0 0 0,0 0 0,0 0 0,1 1 0,0-1-1,0 0-11,8-15-140,1 1-1,0 0 0,1 1 0,1 0 1,1 1-1,1 1 0,0 0 0,0 1 1,7-4 140,-6 4-303,153-133-4900,-99 88-535</inkml:trace>
  <inkml:trace contextRef="#ctx0" brushRef="#br0" timeOffset="-100315.465">13050 5670 8258,'0'0'1760,"0"0"-944,0 0 729,0 0-593,0 0-528,0 0-272,0 0-96,-10 110 176,4-47-168,-3 2 40,6-3-96,-1-2 48,4-15-56,0-14-408,0-31-896,13 0-1593,0-28-5401</inkml:trace>
  <inkml:trace contextRef="#ctx0" brushRef="#br0" timeOffset="-100079.489">13160 5361 9602,'0'0'1368,"0"0"-968,0 0-400,0 0-1568,0 0 96,0 0-1673</inkml:trace>
  <inkml:trace contextRef="#ctx0" brushRef="#br0" timeOffset="-99890.461">13550 5591 3633,'0'0'1516,"0"0"-201,0 0 24,0 0-313,0 0-385,-32 21-197,-104 67 55,104-68-232,28-19-222,0 1-1,1 0 1,-1 0 0,0 0-1,1 0 1,0 1 0,-1-1-1,1 1 1,0 0 0,0 0 0,0 0-1,1 0 1,-1 0 0,1 1-1,0-1 1,0 1 0,0 0-1,0-1 1,0 4-45,1 1 13,0 0 0,1 1 0,0-1 0,1 0 0,-1 1 0,2-1 0,-1 0 0,1 0 0,1 0 0,-1 0 0,1 0 0,1 0 1,-1-1-1,1 0 0,1 1 0,-1-1 0,1-1 0,0 1 0,1-1 0,0 0 0,0 0 0,6 4-13,30 44 371,-39-51-317,0 0 0,-1 0 1,0 0-1,0 0 0,0 0 1,0 1-1,0-1 1,-1 0-1,1 1 0,-1 0 1,0-1-1,0 1 0,0 0 1,-1-1-1,1 1 1,-1 0-1,0 0 0,0-1 1,0 1-1,-1 0 0,1 0 1,-1-1-1,0 1 1,0 0-1,0-1 0,-1 1 1,1-1-1,-1 1 0,0-1 1,0 0-1,0 1 1,0-1-1,0 0 0,-1-1 1,1 1-1,-1 0 0,0-1 1,0 1-1,0-1 1,0 0-1,0 0 0,-1 0 1,1 0-1,-4 0-54,6-2-56,-1 0 0,0 0-1,0-1 1,0 1 0,0 0 0,1-1-1,-1 0 1,0 1 0,0-1 0,1 0-1,-1 0 1,1 0 0,-1 0 0,1 0-1,-1 0 1,1-1 0,-1 1-1,1 0 1,0-1 0,0 1 0,0-1-1,0 1 1,0-1 0,0 1 0,0-1-1,0 0 1,1 0 0,-1 1 0,1-1-1,-1 0 1,1 0 0,0 0 0,0 0-1,-1 1 1,1-1 0,0 0 0,1 0-1,-1-1 57,-4-38-4615</inkml:trace>
  <inkml:trace contextRef="#ctx0" brushRef="#br0" timeOffset="-99223.511">13987 5076 5585,'0'0'1179,"0"0"65,0 0 463,0 0-25,0 0-696,0 0-500,-8 39 92,-46 285 341,25 256-923,36-535-875,-1-27-2185,-4-12 1446,-1-5-3686</inkml:trace>
  <inkml:trace contextRef="#ctx0" brushRef="#br0" timeOffset="-98942.677">13792 5712 1208,'0'0'4400,"0"0"-2070,0 0-678,0 0-502,0 0-461,0 0-161,34-25-97,111-77-56,-136 96-341,0 1 0,0 0 0,0 0 0,1 1 0,0 0 0,0 1 1,0 0-1,0 0 0,0 1 0,0 0 0,1 1 0,-1 1 0,1-1 0,9 2-34,3 0 56,-20-2-50,0 1 0,0-1 1,0 1-1,0 0 0,0 0 0,0 0 0,0 0 0,0 1 0,-1-1 0,1 1 0,0 0 1,0 0-1,0 0 0,0 0 0,-1 0 0,1 1 0,-1-1 0,1 1 0,-1 0 0,1-1 0,-1 1 1,0 0-1,0 1 0,0-1 0,0 0 0,0 1 0,0-1 0,-1 1 0,1-1 0,-1 1 1,0 0-1,0-1 0,0 1 0,0 0 0,0 0 0,0 0 0,-1 0 0,0 0 0,1 0 1,-1 0-1,0 0 0,-1 0 0,1 0-6,-2 204 1343,-2-68-4567,4-122-1348</inkml:trace>
  <inkml:trace contextRef="#ctx0" brushRef="#br0" timeOffset="-98675.499">14299 5228 10930,'0'0'1793,"0"0"-881,0 0 56,0 0-536,0 0-432,0 0-136,0 0-520,113-2-1304,-75 19-2393</inkml:trace>
  <inkml:trace contextRef="#ctx0" brushRef="#br0" timeOffset="-98413.929">14739 5554 5425,'0'0'1088,"0"0"-151,0 0 567,0 0-736,0 0-264,0 0-200,-211 88 112,155-26 304,-1 12 97,13 2-201,16-2-184,18-9-80,10-14-304,38-15-48,28-16-8,60-20-312,-13-14-560,-9-20-2297</inkml:trace>
  <inkml:trace contextRef="#ctx0" brushRef="#br0" timeOffset="-96899.021">15535 6236 5249,'0'0'1628,"0"0"314,0 0-95,0 0-450,0 0-451,-3-27-331,-9-186 72,18 111-628,6 1 1,4 0-1,4 1 0,11-25-59,-27 111-2,2-15 8,1 0 0,1 1 0,2 0 1,1 0-1,1 1 0,1 1 0,1 0 0,14-17-6,-23 38-1,1 1 0,-1 0 0,1 1 0,0-1 0,0 1 0,1 0 0,-1 1 0,1-1 0,-1 1 0,1 1 0,0-1 0,0 1 0,0 0 0,0 1 0,-1 0 0,1 0 0,0 0 0,0 1-1,0 0 1,0 0 0,0 0 0,-1 1 0,1 0 0,-1 1 0,1 0 0,-1 0 0,0 0 0,0 0 0,0 1 0,0 0 0,-1 1 0,0-1 0,0 1 0,0 0 0,0 0 0,-1 0 0,0 1 0,0 0 0,0-1 0,-1 2 1,5 0 12,-1 1 0,0 0 0,-1 0 1,0 1-1,0 0 0,-1 0 0,0 0 1,-1 0-1,0 1 0,0 0 0,-1 0 1,0 0-1,-1 0 0,0 1 0,-1-1 1,0 0-1,-1 1 0,0-1 0,0 1 1,-1-1-1,0 1 0,-1-1 0,0 0 1,-1 0-1,0 0 0,-1 0 0,0 0 1,-3 5-13,-11 4 55,-1 0 0,-1-2 0,0 0 0,-2-1 0,0-1 0,0-1 0,-19 9-55,23-14 7,1 0 0,-2-2 0,1 0 0,-1-1 0,1 0 0,-2-2-1,1 0 1,0-1 0,-1-1 0,-14-1-7,32-1-18,1 1 0,0-1 0,-1 0-1,1 0 1,-1 0 0,1 0 0,0-1 0,-1 1-1,1 0 1,0 0 0,-1-1 0,1 1-1,0-1 1,-1 1 0,1-1 0,0 0 0,0 1-1,0-1 1,-1 0 0,1 0 0,0 0 0,0 0-1,0 0 1,0 0 0,1 0 0,-1 0-1,0 0 1,0-1 0,1 1 0,-1 0 0,0 0-1,1-1 1,0 1 0,-1 0 0,1-1-1,0 1 1,-1-1 0,1 1 0,0 0 0,0-1-1,0 1 1,0-1 0,0 1 0,1 0 0,-1-1-1,0 1 1,1 0 0,-1-1 0,1 1-1,0-1 19,11-2-29,6 7 76,-1 1 0,0 1-1,0 1 1,0 1 0,-1 0 0,0 1-1,0 0 1,-1 2 0,0 0 0,-1 0 0,0 1-1,0 1 1,-1 0 0,-1 1 0,0 1-1,-1 0 1,-1 0 0,6 11-47,17 12 77,78 85 59,-108-119-229,0-1 0,1 1-1,-1-1 1,1 1 0,-1-1 0,1 0 0,0 0-1,0-1 1,0 1 0,0-1 0,0 0 0,0 0-1,0 0 1,0 0 0,1-1 0,-1 0 0,0 0-1,0 0 1,1 0 0,-1-1 0,0 1 0,0-1-1,0 0 1,0 0 0,0-1 0,2 0 93,21-24-5033</inkml:trace>
  <inkml:trace contextRef="#ctx0" brushRef="#br0" timeOffset="-96440.28">16384 5642 7682,'0'0'1021,"0"0"-106,0 0 143,0 0-272,0 0-313,0 0-217,15 7-135,48 23-97,-61-28-36,0 0-1,1-1 1,-1 0 0,1 1 0,0-1 0,0 0-1,-1 0 1,1-1 0,0 1 0,0 0-1,0-1 1,0 0 0,0 0 0,-1 0-1,1 0 1,0 0 0,0-1 0,0 1-1,0-1 1,0 1 0,-1-1 0,1 0-1,0 0 1,-1-1 0,1 1 0,0 0-1,-1-1 1,0 0 0,1 0 0,-1 1-1,0-1 1,0 0 0,0-1 0,0 1 0,0 0-1,-1-1 1,1 1 0,-1-1 0,1 0 12,13-105-758,-15 105 724,0 0-1,0 0 1,0 0-1,0 0 1,0 0-1,-1 0 1,1 0 0,-1 1-1,0-1 1,0 0-1,0 0 1,0 1 0,-1-1-1,1 0 1,-1 1-1,1-1 1,-1 1-1,0 0 1,0 0 0,0-1-1,0 1 1,0 1-1,-1-1 1,1 0-1,0 0 1,-1 1 0,0-1-1,1 1 1,-1 0-1,0 0 1,0 0-1,1 0 1,-1 1 0,0-1-1,0 1 1,0-1-1,0 1 1,0 0-1,0 0 1,0 0 0,0 1-1,0-1 1,0 1 34,-12 2 121,-1 0 0,1 2 0,1-1 1,-1 2-1,1 0 0,-1 1 0,2 0 0,-1 1 1,1 1-1,0 0 0,1 1 0,0 0 0,1 1 1,0 0-1,1 0 0,0 2 0,0-1 0,2 1 1,-1 0-1,2 1 0,0 0 0,0 0 0,1 1 1,1-1-1,1 1-121,-1-1 105,0-1 1,1 0 0,0 1-1,1 0 1,1 0 0,1 0 0,-1 0-1,2 0 1,0 0 0,1 0-1,0 0 1,2 5-106,2-12-19,-1 1 0,1-1 1,0 0-1,1-1 0,0 0 0,0 1 0,0-2 0,1 1 1,0-1-1,0 0 0,0 0 0,1-1 0,-1 0 1,1-1-1,0 1 0,0-1 0,0-1 0,1 0 1,-1 0-1,1 0 0,-1-1 0,1 0 0,-1-1 0,1 0 1,0 0-1,-1-1 0,1 0 0,0-1 19,16 2-717,0-1 0,1-2 1,-1 0-1,0-2 0,-1 0 0,1-2 0,-1-1 0,0 0 0,18-11 717,24-15-6300</inkml:trace>
  <inkml:trace contextRef="#ctx0" brushRef="#br0" timeOffset="-96098.801">16903 5653 4433,'0'0'1550,"0"0"150,0 0-125,0 0-299,0 0-398,0 0-287,-14-20-154,-43-59-84,57 78-347,-1 0-1,0 0 0,1 1 0,-1-1 0,0 1 0,0-1 1,1 0-1,-1 1 0,0-1 0,0 1 0,0 0 0,1-1 1,-1 1-1,0 0 0,0 0 0,0-1 0,0 1 0,0 0 1,0 0-1,0 0 0,0 0 0,0 0 0,0 0 1,1 0-1,-1 0 0,0 1 0,0-1 0,0 0 0,0 1 1,0-1-1,0 0 0,1 1 0,-1-1 0,0 1 0,0-1 1,0 1-1,1-1 0,-1 1 0,0 0 0,1-1 0,-1 1 1,1 0-1,-1 0 0,1-1 0,-1 1 0,1 0 0,-1 0 1,1 0-1,0 0 0,-1 0 0,1-1 0,0 1 1,0 0-1,0 0 0,0 0 0,0 0 0,0 0 0,0 0 1,0 0-1,0 0 0,0 0 0,0 0 0,1 0 0,-1-1 1,0 1-1,1 0 0,-1 0 0,0 0 0,1 0-5,-2 3 18,-6 64 156,3 0 0,2 0 0,6 42-174,-3-72 130,29 561 761,-28-579-835,-1 0 0,-1 0 0,-1 0 0,-1 0 0,-1 0 0,0-1 0,-1 1 0,-2-1 0,0 0 0,0 0 0,-2-1 0,-1 0 0,0 0 0,-1-1 0,0 0 0,-2-1 0,0 0 0,-1 0 0,0-2 0,-1 0 0,-1 0 0,0-1 0,-12 6-56,-93 21 355,115-39-337,1 0 0,-1-1 1,0 1-1,1-1 0,-1 0 1,0 0-1,0-1 1,1 1-1,-1-1 0,1 0 1,-1 0-1,1-1 0,-1 1 1,1-1-1,0 0 0,-1 0 1,1-1-1,0 1 0,1-1 1,-1 0-1,0 0 1,1 0-1,-1 0 0,-1-3-18,1-5 17,1 1 0,0-1 0,1 1 0,0-1 0,1 0 0,0 0 0,0 0 0,1 0 0,1 0 0,0 1 0,0-1 0,1 0 0,0 0 0,1 1 1,1-1-1,-1 1 0,2 0 0,-1 0 0,1 0 0,1 1 0,0 0 0,0 0 0,1 0 0,0 1 0,1-1-17,7-12-1,1 1-1,1 1 1,1 0 0,0 1 0,2 1 0,0 1 0,1 1 0,16-10 1,63-5-3584,-72 29-3314</inkml:trace>
  <inkml:trace contextRef="#ctx0" brushRef="#br0" timeOffset="-86436.89">8024 8600 7154,'0'0'1408,"0"0"-411,0 0-458,0 0-76,36-2 313,356-23 811,759-30 342,-885 65-894,253 44-1035,-408-40 141,94 7 366,146-7-507,-271-14 48,-78-1-48,-1-1 1,1 1-1,-1-1 0,1 1 1,-1-1-1,0 0 1,0 0-1,0 1 1,0-1-1,0 0 1,0 0-1,0 0 1,0 0-1,-1 0 1,1 0-1,-1 0 1,0 0-1,1 0 1,-1-1-1,0 1 1,0 0-1,0 0 1,-1 0-1,1 0 1,0 0-1,-1 0 1,1 0-1,-1 0 1,0 0-1,0 0 0,0-1 0,0 0-30,-17-49-1057,-11-4-1687</inkml:trace>
  <inkml:trace contextRef="#ctx0" brushRef="#br0" timeOffset="-86153.095">10719 7728 7058,'0'0'866,"31"21"-366,211 162 869,-214-159-1113,-1 2 0,-2 0 0,-1 2 0,0 1-1,-3 1 1,0 0 0,-2 2 0,-1 0 0,-2 1 0,-1 1 0,-2 0 0,9 36-256,-16-46 110,-2 1-1,0-1 1,-2 1 0,-1 0-1,-1 0 1,0 0-1,-2 0 1,-1-1 0,-1 1-1,-2-1 1,0 0 0,-1 0-1,-1 0 1,-2-1-1,-1 2-109,-11 13 182,-2-2 0,0-1 0,-3-1 0,-1-1 0,-1-1-1,-2-2 1,-1 0 0,-1-3 0,-1-1 0,-2-1-1,0-2 1,-19 8-182,-22-8 46,77-41-378,28-23-1357,14-13-1864</inkml:trace>
  <inkml:trace contextRef="#ctx0" brushRef="#br0" timeOffset="-77203.774">20441 10946 5705,'0'0'1755,"0"0"159,0 0-106,0 0-457,0 0-324,0 0-244,-11 2-171,7-1-569,1-1-23,0 0 0,0 0-1,0 1 1,0-1 0,0 1 0,0 0 0,0 0 0,1 0 0,-1 0 0,0 1 0,0-1 0,1 1 0,-1-1 0,1 1 0,0 0-1,-1 0 1,1 0 0,0 0 0,0 1 0,0-1 0,0 0 0,1 1 0,-1-1 0,0 1 0,1 0 0,0 0 0,0-1 0,0 1-1,0 0 1,0 0 0,1 1-20,-7 34 57,2 0-1,1 1 1,3-1 0,1 1-1,2 7-56,0-30 3,0-1 0,2 0 0,0 0-1,0 0 1,1-1 0,1 0 0,1 0 0,0 0 0,0-1 0,2 0-1,-1 0 1,2-1 0,0 0 0,0-1 0,1 0 0,0 0 0,1-1-1,0-1 1,1 0 0,0-1 0,0 0 0,0-1 0,1 0-1,1-2 1,-1 1 0,1-2 0,0 1 0,0-2 0,8 1-3,-9 0-2,1-1 1,-1 0 0,1-1-1,0-1 1,0 0-1,0-1 1,0-1 0,-1 0-1,1-1 1,0 0-1,-1-1 1,1-1 0,-1 0-1,0-1 1,0-1-1,-1 0 1,1-1 0,-1 0-1,-1-1 1,0-1-1,0 0 1,8-8 1,-11 7 3,-1-2-1,0 1 1,-1-1-1,0 0 1,-1 0 0,0-1-1,-1 0 1,0 0-1,-1 0 1,-1-1 0,0 1-1,-1-1 1,0 0-1,-1 0 1,-1 0-1,0 0 1,-1 0-3,1 5 9,-1 0 0,0 0 0,0 0 0,-1 0-1,0 0 1,-1 1 0,0-1 0,0 1 0,-1-1 0,0 1 0,0 0 0,-1 1-1,0-1 1,0 1 0,-1 0 0,0 0 0,0 1 0,-1-1 0,0 1 0,0 1-1,0 0 1,-1 0 0,1 0 0,-1 1 0,0 0 0,-9-3-9,-3-1 57,-1 1 1,0 2 0,0 0-1,0 1 1,0 1 0,-1 0-1,0 2 1,1 1 0,-19 2-58,39-2-1,-2-1-1,1 1-1,-1 0 1,0 0 0,0 0 0,0 0-1,1 0 1,-1 1 0,0-1-1,0 1 1,1-1 0,-1 1-1,0 0 1,1 0 0,-1 0-1,1 1 1,-1-1 0,1 1-1,-1-1 1,1 1 0,0 0 0,0 0-1,0 0 1,0 0 0,-1 1 2,4-1-76,-1 0 1,1-1 0,0 1 0,0-1-1,0 1 1,0-1 0,0 1 0,0-1-1,0 0 1,0 1 0,0-1 0,1 0-1,-1 0 1,0 0 0,1 0 0,-1 0-1,1 0 1,-1 0 0,1-1 0,0 1-1,-1 0 1,1-1 0,0 1 0,-1-1-1,1 0 1,0 0 0,0 0 0,-1 0-1,1 0 1,0 0 0,0 0 0,-1 0-1,2-1 76,48 3-4874</inkml:trace>
  <inkml:trace contextRef="#ctx0" brushRef="#br0" timeOffset="-76879.109">21637 11513 10658,'0'0'1993,"0"0"-377,0 0-568,0 0-528,0 0-416,0 0-104,0 0-72,15 0 56,23 0-512,-3-12-888,-4-2-3849</inkml:trace>
  <inkml:trace contextRef="#ctx0" brushRef="#br0" timeOffset="-76628.384">22395 11453 11803,'0'0'1688,"0"0"-1248,0 0-208,0 0-144,0 0 16,0 0-104,160-57-192,-116 29-1904</inkml:trace>
  <inkml:trace contextRef="#ctx0" brushRef="#br0" timeOffset="-76390.408">23090 11513 12411,'0'0'1592,"0"0"-696,0 0-608,0 0-288,0 0-504,0 0-928,0 0-5314</inkml:trace>
  <inkml:trace contextRef="#ctx0" brushRef="#br0" timeOffset="-75716.886">24263 10969 6329,'0'0'1507,"0"0"-328,0 0 256,0 0-264,0 0-432,0 0-126,-17-25 104,-58-75-84,73 97-604,0 1 1,0 0-1,0-1 1,0 1-1,0 0 0,0 0 1,-1 1-1,1-1 1,0 0-1,-1 1 1,0-1-1,1 1 0,-1 0 1,0 0-1,0 0 1,1 0-1,-1 1 0,0-1 1,0 1-1,0 0 1,0-1-1,0 1 0,0 1 1,0-1-1,0 0 1,-2 1-30,-8 1 182,-3 3-112,1 0 0,0 2 0,1 0 0,0 1 0,0 0 0,0 1 1,1 0-1,1 1 0,-1 1 0,2 0 0,-1 0 0,2 1 0,-1 1 0,2 0 0,0 0 0,0 1 0,1 0 0,1 1 0,0-1 1,1 4-71,-5 2 45,2 0 1,1 1-1,0 0 1,1 1 0,2 0-1,0 0 1,1 0 0,2 1-1,-1 10-45,3-28-1,0-1-1,-1 1 1,1 0-1,1 0 0,-1-1 1,1 1-1,0 0 1,0-1-1,0 1 0,1-1 1,0 1-1,-1-1 1,2 0-1,-1 1 1,0-1-1,1 0 0,0-1 1,0 1-1,0 0 1,0-1-1,0 0 0,1 0 1,0 0-1,-1 0 1,1 0-1,0-1 1,1 1-1,-1-1 0,0 0 1,1-1-1,-1 1 1,5 0 1,3 2-22,1-2 0,-1 0 0,1 0 0,0-1 0,-1-1 1,1 0-1,0 0 0,0-2 0,-1 1 0,1-2 0,-1 0 1,1 0-1,-1-1 0,0 0 0,0-1 0,-1-1 0,0 0 0,0 0 1,0-1-1,0-1 0,7-7 22,133-126-97,-151 140 95,1 1 1,-1-1-1,0 0 1,1 0-1,-1 1 1,1-1-1,0 1 1,-1-1-1,1 0 1,-1 1-1,1-1 1,0 1-1,0-1 1,-1 1-1,1 0 1,0-1 0,0 1-1,-1 0 1,1 0-1,0-1 1,0 1-1,0 0 1,-1 0-1,1 0 1,0 0-1,0 0 1,0 0-1,0 0 1,-1 0-1,1 0 1,0 0 0,0 1-1,0-1 1,-1 0-1,1 1 1,0-1-1,0 0 1,-1 1-1,1-1 1,0 1-1,-1-1 1,1 1-1,0-1 1,-1 1-1,1 0 1,-1-1-1,1 1 1,-1 0 0,1-1-1,-1 1 1,0 0-1,1 0 1,-1-1-1,0 1 1,1 0-1,-1 0 1,0-1-1,0 1 1,0 0-1,0 0 1,0 0-1,0 0 1,0-1 0,0 1-1,0 0 1,0 0-1,0 0 1,-1 0-1,1 0 2,0 369 926,-15 67-225,5-319-1873,-2-110-1294</inkml:trace>
  <inkml:trace contextRef="#ctx0" brushRef="#br0" timeOffset="-80845.142">20209 10142 4481,'0'0'2878,"0"0"-772,0 0-435,0 0-270,0 0-480,0 0-280,-20-29-222,-61-104-177,73 118-219,1 0 0,1-1 0,0 0 0,1 0 0,1 0 0,0 0 0,1-1 0,1 1 0,0-1 0,2-5-23,-2 2 17,-3-15-8,2 1-1,1-1 0,2 0 1,1 1-1,1-1 1,2 0-1,2 1 0,1 0 1,2 1-1,1-1 1,1 1-1,2 1 0,2 1 1,0 0-1,2 0 1,2 2-1,3-4-8,-17 26-1,1 0 1,0 0 0,0 1-1,0-1 1,1 1-1,0 1 1,0-1 0,1 1-1,-1 1 1,1-1-1,0 1 1,0 1-1,0-1 1,1 2 0,-1-1-1,1 1 1,0 0-1,0 1 1,0 0-1,0 0 1,-1 1 0,2 0 0,-4 4 5,0 0 0,0 0 0,-1 0 1,0 1-1,0 0 0,0 0 0,-1 1 1,1-1-1,-1 1 0,-1 0 0,1 0 1,-1 0-1,0 0 0,0 1 0,-1 0 1,0-1-1,0 1 0,0 0 1,-1 0-1,0 0 0,-1 0 0,1 6-5,-1-10 6,13 289 378,-14-198-236,-10 70 167,36-224-361,2 1 0,2 2 0,4 1 1,1 1-1,6-2 46,-35 50-17,-2 2 10,4-9-10,0 0 1,1 1 0,0 0 0,1 1 0,1 0-1,0 0 1,0 1 0,1 0 0,0 0-1,1 2 1,1-1 0,-1 2 0,1 0-1,1 0 1,-1 1 0,1 1 0,0 0 0,1 1-1,12-3 17,-24 9 12,0 1 0,0-1 0,0 1 0,0 0 0,0 0-1,0 0 1,0 0 0,-1 0 0,1 1 0,-1-1 0,0 1-1,0 0 1,0 0 0,0-1 0,0 1 0,0 0 0,-1 1-1,1-1 1,-1 0 0,0 0 0,0 1 0,0-1 0,0 1-1,-1-1 1,0 0 0,1 1 0,-1-1 0,0 1 0,-1-1-1,1 1 1,-1-1 0,1 1-12,0 7 31,5 378 566,-6-382-734,0 0-1,0 0 1,1 0-1,0 0 1,1 0-1,-1 0 1,1 0-1,1 0 1,-1 0-1,1-1 1,0 1-1,1-1 1,0 1-1,0-1 1,0 0-1,1 0 1,-1 0-1,2 0 1,-1-1-1,0 0 1,6 5 137,27 5-4993</inkml:trace>
  <inkml:trace contextRef="#ctx0" brushRef="#br0" timeOffset="-80473.961">21297 9508 9562,'0'0'1227,"0"0"-422,0 0 44,-8 36-93,-23 121-99,28-143-602,2 0 0,-1 0 0,2 0 0,0 0 1,1 0-1,0 0 0,1 0 0,1 0 0,0 0 0,1-1 0,0 1 0,1-1 0,0 0 0,1-1 0,1 1 0,0-1 0,1 0 0,0-1 0,1 0 0,0 0 0,1-1 0,5 5-55,-12-10 16,0 0-1,0-1 0,0 0 1,0 1-1,1-1 0,0-1 1,0 1-1,0 0 0,0-1 1,0 0-1,1 0 0,-1 0 1,1-1-1,0 1 0,0-1 1,0 0-1,0-1 0,0 1 1,0-1-1,1 0 0,-1 0 1,0-1-1,1 1 0,-1-1 1,0 0-1,1-1 0,-1 1 1,0-1-1,1 0 0,-1-1 1,0 1-1,0-1 0,0 0 1,0 0-1,0 0 0,-1-1 1,1 0-1,3-2-15,14-29-9,-1 0 1,-1 0-1,-2-2 1,-2-1-1,-1 0 1,2-14 8,-3 14-49,40-136-488,-48 160 607,-5 34 93,-7 90-36,2-87-101,0 0-1,3 0 1,0 0-1,1 0 1,1 1-1,1-1 1,1 0-1,2-1 1,0 1-1,1-1 1,2 0-1,0 0 1,3 3-26,-5-19-119,1 1 1,0-1 0,0-1-1,0 1 1,1-1 0,0 0-1,0-1 1,1 0 0,-1 0-1,1-1 1,0 0 0,0-1-1,1 0 1,-1 0 0,1-1-1,-1 0 1,1 0 0,0-1-1,0-1 1,0 0 0,-1 0-1,1-1 1,0 0 0,0 0-1,-1-1 1,1-1 118,46-6-5338</inkml:trace>
  <inkml:trace contextRef="#ctx0" brushRef="#br0" timeOffset="-80148.212">22483 9089 9786,'0'0'1856,"0"0"-455,0 0-16,0 0-471,0 0-495,-4 40-247,-54 566 425,54-565-561,-21 432 832,24-471-885,0 1 0,1-1 0,-1 1 0,0-1-1,1 1 1,0-1 0,0 1 0,0 0 0,0-1 0,0 1-1,0-1 1,1 1 0,-1 0 0,1-1 0,0 1-1,-1-1 1,1 1 0,0-1 0,1 0 0,-1 1 0,0-1-1,1 0 1,-1 0 0,1 0 0,0 0 0,0 0-1,-1 0 1,1-1 0,0 1 0,1 0 0,-1-1 0,0 0-1,0 1 1,1-1 0,-1 0 0,1 0 0,-1 0 0,1-1-1,-1 1 1,1-1 0,-1 1 0,1-1 0,2 0 17,26-23-1703,-2-24-1976</inkml:trace>
  <inkml:trace contextRef="#ctx0" brushRef="#br0" timeOffset="-79895.409">22907 9160 10202,'0'0'1601,"0"0"-689,0 0 192,0 0-600,0 0-344,7 187 440,-4-28-120,-3 44 0,0-13 105,0-43-273,6-45-176,3-42-64,10-7-72,0-2-80,3-11-280,-9-40-769,-1 0-1479,-12-34-4810</inkml:trace>
  <inkml:trace contextRef="#ctx0" brushRef="#br0" timeOffset="-79614.152">22860 9882 9226,'0'0'1950,"0"0"-954,0 0-272,0 0 60,37-16-28,125-48-26,-144 57-593,1 1 0,-1 1-1,1 0 1,0 2 0,1 0 0,-1 1-1,0 1 1,1 1 0,3 1-137,12 0 145,-31-2-129,0 0-1,-1 1 0,1-1 1,0 1-1,0 0 0,-1 0 1,1 1-1,0-1 1,0 1-1,-1 0 0,1 0 1,-1 0-1,1 0 0,-1 1 1,1-1-1,-1 1 1,0 0-1,1 0 0,-1 0 1,0 0-1,0 1 1,-1-1-1,1 1 0,-1 0 1,1-1-1,-1 1 0,0 0 1,0 1-1,0-1 1,0 0-1,-1 1 0,1-1-15,7 174 1179,-36 40-1335,26-194-3074,1-22-2267</inkml:trace>
  <inkml:trace contextRef="#ctx0" brushRef="#br0" timeOffset="-79367.181">23398 9463 10794,'0'0'2609,"0"0"-1121,0 0-376,0 0-655,0 0-457,0 0-121,0 0-711,85-79-1960</inkml:trace>
  <inkml:trace contextRef="#ctx0" brushRef="#br0" timeOffset="-79183.378">24077 9715 8370,'0'0'1717,"0"0"-55,0 0-388,0 0-446,0 0-235,0 0-104,-30-5-4,11 1-403,12 2-60,-1 0 0,1 0 0,0 0 0,-1 1-1,1 0 1,0 1 0,-1 0 0,1 0 0,-1 0 0,1 1 0,-1 0 0,1 0 0,0 1 0,0 0-1,-1 0 1,1 1 0,1 0 0,-1 0 0,0 1 0,1 0 0,0 0 0,0 0 0,0 1 0,0-1-1,-3 5-21,-5 6 104,1 1 0,1 0 1,0 1-1,1 0 0,1 0 0,1 1 0,0 1 0,2 0 0,0 0 0,1 0 0,0 1 0,2 0 0,0 0 0,0 20-104,4-35 2,0 1 1,0 0 0,1 0-1,0 0 1,0-1 0,0 1-1,1 0 1,-1-1 0,1 1-1,1-1 1,-1 0 0,1 0-1,0 0 1,0 0 0,1 0-1,-1-1 1,1 1 0,0-1-1,0 0 1,0 0 0,1 0-1,-1-1 1,1 0 0,0 1-1,0-2 1,0 1 0,1-1-1,-1 1 1,1-1 0,-1-1-1,1 1 1,2-1-3,16 4-177,1-2 0,0-1-1,0 0 1,0-2 0,0-1 0,0-1 0,0-2-1,0 0 1,-1-1 0,1-2 0,-1 0 0,-1-2-1,0 0 1,0-2 0,-1 0 0,16-12 177,60-33-4016</inkml:trace>
  <inkml:trace contextRef="#ctx0" brushRef="#br0" timeOffset="-78886.842">24603 9064 8578,'0'0'2376,"0"0"-991,0 0-217,0 0-448,0 0 512,-7 198-472,-5-68-239,2-5-33,-5 8-296,2 3 56,7-31-144,6-4-88,0-21-16,0-27-208,41-41-696,-7-12-1369,4-6-5633</inkml:trace>
  <inkml:trace contextRef="#ctx0" brushRef="#br0" timeOffset="-78463.842">25112 9709 7042,'0'0'1941,"0"0"-528,0 0 70,0 0-458,0 0-270,0 0-287,-20-10-107,-67-26-23,84 36-322,0-1 0,0 1 0,0-1 0,-1 1 0,1 0 0,0 1 0,0-1 1,0 0-1,0 1 0,0 0 0,0 0 0,0 0 0,1 0 0,-1 0 0,0 0 0,0 1 0,1-1 1,-1 1-1,1 0 0,-1 0 0,1 0 0,0 0 0,0 0 0,-1 0 0,2 1 0,-1-1 0,-1 3-16,-6 5 81,-13 12 63,1 2 1,1 0 0,1 2 0,2 0 0,0 1-1,2 0 1,1 2-145,10-22 16,1 0-1,1-1 1,-1 1 0,1 0-1,0 1 1,1-1 0,0 0-1,0 0 1,0 1-1,1-1 1,0 0 0,1 1-1,0-1 1,0 4-16,2-9-3,-1 0 0,0-1 0,1 1 0,-1 0 0,1-1 0,-1 1-1,1-1 1,0 0 0,0 0 0,0 0 0,0 0 0,-1 0 0,1-1 0,0 0 0,0 1 0,0-1 0,0 0 0,0 0 0,0-1 0,0 1 0,0 0 0,0-1-1,0 0 1,0 0 0,0 0 0,0 0 0,0-1 3,13-5-43,-1 0 0,1-2 0,-1 0-1,-1 0 1,0-2 0,0 0 0,-1 0 0,-1-1-1,0-1 1,0 0 0,3-7 43,50-47-120,-65 67 122,1-1-1,-1 1 1,1-1-1,0 0 0,-1 1 1,1-1-1,0 1 1,-1-1-1,1 1 0,0 0 1,0-1-1,0 1 1,-1 0-1,1 0 0,0-1 1,0 1-1,0 0 0,-1 0 1,1 0-1,0 0 1,0 0-1,0 0 0,0 0 1,0 0-1,-1 1 1,1-1-1,0 0 0,0 0 1,0 1-1,-1-1 1,1 0-1,0 1 0,0-1 1,-1 1-1,1-1 1,0 1-1,-1-1 0,1 1 1,-1-1-1,1 1 1,-1 0-1,1-1 0,-1 1 1,1 0-1,-1 0 1,1-1-1,-1 1 0,0 0 1,0 0-1,1 0 1,-1-1-1,0 1 0,0 0 1,0 0-1,0 0 0,0 0 1,0-1-1,0 1 1,0 0-1,0 0 0,0 0 1,0 0-1,-1-1 1,1 1-1,0 0 0,-1 0-1,12 106 12,12 80 330,11-66-5447,-29-107-1866</inkml:trace>
  <inkml:trace contextRef="#ctx0" brushRef="#br0" timeOffset="-78141.034">25644 9520 7650,'0'0'1715,"0"0"44,0 0-322,0 0-484,-27 7-289,-83 27-272,108-34-381,0 1 0,-1 0 0,1 0 0,0 0 1,-1 1-1,1-1 0,0 0 0,0 1 0,0-1 1,0 1-1,0 0 0,1 0 0,-1 0 0,0 0 0,1 0 1,-1 0-1,1 0 0,0 0 0,0 0 0,0 1 0,0-1 1,0 0-1,0 1 0,1-1 0,-1 1 0,1-1 1,-1 1-1,1-1 0,0 1 0,0-1 0,0 1 0,1 1-11,-1 7 24,-1 3 12,1 0 0,1 0 0,0-1-1,0 1 1,2 0 0,0 0 0,0-1 0,1 0-1,1 1 1,0-1 0,1-1 0,0 1 0,4 3-36,1 3 107,-2-6 61,-1 0 0,-1 0 0,0 0 1,-1 1-1,0 0 0,-1 0 0,-1 0 1,0 1-1,-1 0 0,2 13-168,-5-17 79,1-5-27,0 0-1,-1 0 1,1 0 0,-2 0 0,1 0-1,0 0 1,-1-1 0,0 1-1,-1 0 1,1 0 0,-1 0 0,0-1-1,0 1 1,-1-1 0,0 0 0,0 0-1,0 0 1,0 0 0,-1 0-52,-8 7-6,-1 0 1,0-1 0,-1-1-1,0 0 1,0-1-1,-1-1 1,0 0-1,-1-1 1,0-1-1,-4 1 6,19-7-124,0 1-1,0-1 0,0-1 1,0 1-1,0 0 1,0 0-1,0 0 0,-1 0 1,1-1-1,0 1 1,0-1-1,0 1 0,0-1 1,0 1-1,0-1 1,1 1-1,-1-1 0,0 0 1,0 1-1,0-1 1,0 0-1,1 0 0,-1 0 1,0 0-1,1 0 1,-1 1-1,1-1 0,-1 0 1,1 0-1,0-1 1,-1 1-1,1 0 1,0 0-1,-1 0 0,1 0 1,0 0-1,0 0 1,0 0-1,0 0 0,0 0 1,0-1-1,1 1 1,-1 0-1,0 0 0,0 0 1,1 0-1,-1 0 1,1 0-1,-1 0 0,1 0 1,-1 0-1,1 0 1,0 0-1,-1 1 0,1-1 1,0 0 124,17-35-7707</inkml:trace>
  <inkml:trace contextRef="#ctx0" brushRef="#br0" timeOffset="-77860.824">26062 9590 7218,'0'0'1505,"0"0"50,0 0 31,0 0-591,0 0-386,0 0-262,-25 5-160,-81 23-31,101-25-142,0 0 1,0 1-1,0 0 0,1 0 1,-1 0-1,1 1 1,0 0-1,1-1 1,-1 1-1,1 1 1,0-1-1,0 0 1,0 1-1,1-1 0,0 1 1,0 0-1,1 0 1,-1 0-1,1 0 1,0 0-1,1 0 1,0 0-1,0 0 0,0 0 1,0 0-1,1 0 1,1 4-15,-2 5 32,0-4 2,0 0-1,0 0 1,1-1 0,0 1-1,1 0 1,0-1-1,1 1 1,0-1-1,1 0 1,0 0-1,1 0 1,0-1-1,0 1 1,1-1-1,3 4-33,19 20 146,-22-27-97,1 0 1,-1 1-1,-1 0 0,1 0 1,-1 1-1,0 0 1,-1 0-1,0 0 1,0 0-1,0 0 0,-1 1 1,-1 0-1,1-1 1,0 9-50,-5-11 46,1-1 1,-1 1-1,0 0 0,0-1 1,-1 1-1,1-1 1,-1 0-1,-1 0 1,1 0-1,-1 0 0,1 0 1,-1-1-1,-1 0 1,1 0-1,-1 0 1,1 0-1,-1-1 0,0 1 1,0-1-1,-1-1 1,1 1-1,-1-1 1,-3 1-47,-1 3 9,-155 69-362,48-39-3069,31-17-4944</inkml:trace>
  <inkml:trace contextRef="#ctx0" brushRef="#br0" timeOffset="-83372.894">20910 8600 2913,'0'0'6001,"0"0"-3793,0 0-711,0 0-257,0 0-429,0 0-298,-14-24-205,7 12-277,-2-1-11,1-1-1,1 0 0,0-1 1,0 1-1,2-1 1,0-1-1,0 1 1,2-1-1,0 0 0,1 0 1,0 0-1,1-2-19,4-40 35,1 0 0,4 0-1,2 1 1,2 0 0,3 1-1,21-51-34,-35 104 1,35-70-52,-35 71 50,0 1-1,0-1 1,0 1 0,0-1-1,0 1 1,0 0-1,1 0 1,-1-1 0,0 1-1,1 0 1,-1 0 0,1 0-1,-1 0 1,1 1-1,-1-1 1,1 0 0,0 1-1,-1-1 1,1 1 0,0-1-1,0 1 1,-1 0-1,1 0 1,0 0 0,0 0-1,-1 0 1,1 0 0,0 0-1,0 1 1,-1-1 0,1 0-1,0 1 1,-1 0-1,1-1 1,-1 1 0,1 0-1,0 0 1,-1 0 0,0 0-1,1 0 1,-1 0-1,0 0 1,1 1 1,52 95 33,-42-60 20,-1 1 0,-2 0 0,-1 0 0,-2 1 0,-2 0 0,-2 0 0,-1 0 0,-3 21-53,16-92 79,4-5-130,0 1-1,3 1 0,0 1 1,3 1-1,0 1 1,2 1-1,2 1 1,1 1-1,11-7 52,-38 33 2,1 1 0,-1-1 1,1 1-1,0 0 0,-1 0 0,1 0 0,0 0 0,0 1 0,0-1 1,1 1-1,-1 0 0,0 0 0,1 0 0,-1 0 0,0 0 1,1 1-1,-1-1 0,1 1 0,-1 0 0,1 0 0,-1 0 1,0 1-1,1-1 0,-1 1 0,1 0 0,-1 0 0,0 0 0,0 0 1,1 1-1,-1-1 0,0 1 0,0 0 0,0 0 0,1 1-2,4 15 54,0 1 0,-1 0-1,0 1 1,-2-1 0,0 1 0,-2 0-1,0 0 1,-1 1 0,-1-1-1,-1 13-53,10 78-143,17-25-3622,-12-69-2774</inkml:trace>
  <inkml:trace contextRef="#ctx0" brushRef="#br0" timeOffset="-83075.652">21961 8002 8090,'0'0'1684,"0"0"-574,0 0 161,0 0-422,-31 19-363,-93 63-148,120-80-320,1 0-1,0 0 0,0 1 1,0 0-1,0-1 0,0 1 1,1 1-1,-1-1 0,1 0 1,0 0-1,-1 1 1,2-1-1,-1 1 0,0 0 1,1 0-1,0-1 0,0 1 1,0 0-1,0 0 0,0 0 1,1 0-1,0 0 0,0 0 1,0 0-1,0 0 0,1 1-16,-1 11 33,0-10-27,1 0 0,-1 0 0,1 0 1,0 0-1,0 0 0,1 0 0,0-1 0,0 1 1,0 0-1,1-1 0,-1 1 0,1-1 0,1 0 1,-1 0-1,1 0 0,0-1 0,0 1 0,0-1 1,1 0-1,-1 0 0,1 0 0,0-1 0,0 0 1,0 0-1,1 0-7,6 4 16,0-2 0,0 1 1,0-2-1,1 0 0,-1 0 0,1-1 1,0 0-1,0-2 0,1 1 0,-1-1 1,0-1-1,0-1 0,0 0 0,1 0 1,-1-1-1,0-1 0,-1 0 0,5-3-16,-8 4 44,-1-1-1,0-1 1,-1 0-1,1 0 1,-1 0-1,1-1 1,-1 0-1,-1 0 1,1-1-1,-1 0 1,0 0-1,0-1 1,0 1-1,-1-1 1,0 0-1,-1-1 1,0 1-1,0-1 1,0 0-1,-1 0 1,0 0-1,-1 0 1,0-1-1,0 1 1,0-1-1,-1 1 1,-1-8-44,1 12 32,-1-1-1,0 1 1,0 0 0,0-1 0,0 1 0,-1 0-1,0 0 1,0-1 0,0 1 0,0 0 0,-1 0-1,1 0 1,-1 0 0,0 0 0,-1 0 0,1 1 0,0-1-1,-1 1 1,0-1 0,0 1 0,0 0 0,0 0-1,-1 1 1,1-1 0,-1 1 0,1-1 0,-1 1-1,0 0 1,0 0 0,0 1 0,0-1 0,0 1 0,-1 0-1,0 0-31,-187-12-2208,177 13-2376</inkml:trace>
  <inkml:trace contextRef="#ctx0" brushRef="#br0" timeOffset="-82236.993">22986 8181 10074,'0'0'1334,"0"0"-310,0 0-209,0 0-383,0 0-121,-29-22-67,-95-65-54,120 85-178,0-1-1,0 1 0,0 0 0,0 0 0,-1 0 0,1 0 0,0 1 0,-1-1 1,1 1-1,-1 1 0,0-1 0,1 1 0,-1-1 0,0 1 0,1 0 0,-1 1 1,0-1-1,1 1 0,-1 0 0,1 0 0,-1 1 0,1-1 0,-1 1 0,1 0 0,0 0 1,0 0-1,0 1 0,0 0-11,-5 2 20,-11 7 22,2 0-1,-1 2 0,2 0 0,0 1 1,1 1-1,0 0 0,1 1 0,1 1 1,1 0-1,1 1 0,0 0 0,1 1 1,-6 17-42,0 86 174,18-119-173,0 0 0,0 0-1,0-1 1,1 1-1,0 0 1,0 0 0,0-1-1,0 0 1,0 1-1,1-1 1,-1 0 0,1 0-1,0 0 1,0 0 0,0-1-1,0 1 1,1-1-1,-1 0 1,1 0 0,-1 0-1,1 0 1,0-1-1,0 1 1,-1-1 0,1 0-1,0 0 1,0 0-1,0-1 1,4 1-1,125-6 5,-106-4-1,-1-2-1,0 0 1,-1-2 0,0-1 0,-1 0-1,-1-2 1,0-1 0,-1-1-1,-1 0 1,-1-2 0,-1 0 0,0-2-1,-2 0 1,11-18-4,8-19 8,-3-2 0,-3-2-1,-3 0 1,-2-2 0,-3-1 0,-3-1 0,-3 0 0,-2-11-8,1 0 24,-3 0 0,-3-1 0,-3-66-24,-5 144 4,-1-1 1,1 1 0,-1 0-1,0-1 1,1 1-1,-1-1 1,0 1 0,0 0-1,0-1 1,0 1-1,0-1 1,0 1 0,-1-1-1,1 1 1,0 0-1,-1-1 1,1 1 0,-1 0-1,1-1 1,-1 1 0,0 0-1,0 0 1,1-1-1,-1 1 1,0 0 0,0 0-1,0 0 1,0 0-1,0 0 1,0 0 0,-1 1-1,1-1 1,0 0 0,0 0-1,-1 1 1,1-1-1,0 1 1,-1-1 0,1 1-1,0 0 1,-1-1-1,1 1 1,-1 0 0,1 0-1,-1 0 1,1 0 0,0 0-1,-1 0 1,1 1-1,-1-1 1,1 0 0,0 1-1,-1-1 1,1 1-1,0-1 1,-1 1 0,1 0-1,0-1 1,0 1-1,0 0 1,-1 0-5,-6 7 19,0 0 0,0 1 0,1 0 0,0 0 0,1 1 1,0-1-1,0 1 0,1 1 0,0-1 0,-2 10-19,-16 40 116,3 1 0,3 1-1,3 1 1,2 0 0,3 1 0,3 0 0,3 1 0,3 27-116,-1-58 19,0 7-12,1 0 0,2 0 0,1 0 0,3 0 1,1-1-1,2 0 0,5 12-7,-10-37-5,0 0 0,1 0 1,1 0-1,1-1 0,0 1 0,0-2 1,2 1-1,-1-1 0,2 0 0,0-1 0,0 0 1,1-1-1,1 0 0,0 0 0,0-2 1,1 1-1,0-2 0,1 1 0,0-2 0,0 0 1,0-1-1,1 0 0,0-1 0,0-1 1,1 0-1,-1-1 0,1-1 0,0 0 1,-1-1-1,1-1 0,14-1 5,-13-6-3,0 0 1,-1-1-1,0-1 0,0-1 0,-1 0 1,0-1-1,-1-1 0,0 0 0,-1-1 1,0 0-1,-1-1 0,0 0 1,-1-1-1,-1 0 0,-1-1 0,0 0 1,-1-1-1,0 0 0,-2 0 1,0 0-1,-1-1 0,-1 0 0,0 0 1,0-14 2,-1 24 0,-1 0 1,-1 0 0,1 1 0,-1-1-1,-1 0 1,1 0 0,-1-1 0,-1 1-1,1 0 1,-2 0 0,1 1 0,-1-1-1,0 0 1,0 0 0,-1 1 0,0-1-1,-1 1 1,1 0 0,-1 0 0,-1 0-1,0 1 1,1-1 0,-2 1 0,1 0 0,-1 1-1,0-1 1,0 1 0,0 0 0,-1 1-1,-2-2 0,2 3-2,0 1 1,0 0-1,0 0 0,0 1 0,-1 0 0,1 0 1,0 0-1,-1 1 0,1 0 0,0 1 0,0-1 1,-1 2-1,1-1 0,0 1 0,0 0 0,0 0 0,0 1 1,1 0-1,-1 0 0,1 0 0,-1 1 0,1 0 1,0 1-1,1-1 0,-1 1 0,1 0 0,0 0 0,0 1 1,-3 4 1,-3 4 7,1 1 1,1 0 0,0 0 0,1 0-1,1 1 1,0 1 0,1-1-1,1 1 1,0 0 0,2 0 0,0 0-1,0 2-7,2-8 13,-1-1 0,2 0-1,-1 1 1,2-1 0,-1 0-1,1 1 1,1-1 0,0 0 0,0 0-1,1 0 1,0 0 0,1 0-1,0-1 1,1 0 0,-1 1-1,2-2 1,-1 1 0,2-1 0,-1 1-1,1-2 1,0 1 0,0-1-1,7 5-12,9 2-28,1-2 0,0-1 0,1-1 0,0 0 0,1-2 0,-1-1 0,2-2 0,-1 0 0,0-1 0,1-2 0,0-1 0,-1-1 0,1-1 0,0-1 0,-1-2 0,1 0 0,20-8 28,89-32-1191,-24-9-1601</inkml:trace>
  <inkml:trace contextRef="#ctx0" brushRef="#br0" timeOffset="-81799.665">24452 6986 1672,'0'0'7218,"0"0"-4611,0 0-1204,0 0-303,0 0-545,0 42-213,-13 659 1290,0-127-363,14-538-1326,2 0-1,1 0 0,1-1 0,2 0 0,2 0 0,1-1 0,2 0 0,1-1 0,9 17 58,-16-38-1706</inkml:trace>
  <inkml:trace contextRef="#ctx0" brushRef="#br0" timeOffset="-84980.746">12295 7518 6249,'0'0'1111,"0"0"-31,0 0-170,0 0-307,0 0-54,6 37 287,74 619 2114,-64-300-1607,-18 92-1343,-57-84 1153,59-363-1153,-1 1 0,1-1 0,-1 1 0,1-1 0,0 1 1,0-1-1,0 1 0,-1 0 0,1-1 0,1 1 0,-1-1 1,0 1-1,0-1 0,1 1 0,-1-1 0,0 1 0,1-1 1,0 1-1,-1-1 0,1 1 0,0-1 0,0 0 0,0 1 1,0-1-1,0 0 0,0 0 0,0 0 0,0 1 0,0-1 1,0 0-1,1-1 0,-1 1 0,0 0 0,1 0 0,-1-1 0,1 1 1,-1 0-1,1-1 0,-1 0 0,1 1 0,-1-1 0,1 0 1,0 0-1,-1 0 0,1 0 0,-1 0 0,1 0 0,-1 0 1,1 0-1,203 10 241,0-8 0,39-12-241,9-2-15,816-12 45,-873 39-15,-1 9 0,169 44-15,-21-4 37,-1-45-79,-329-18 38,-1-1 0,1 0 0,-1 0 0,1-1 0,-1-1-1,0 0 1,0-1 0,1 0 0,-2-1 0,1 0 0,0-1-1,-1 0 1,0-1 0,0 0 0,0-1 0,6-6 4,-3-5 9,0 0 0,-2 0 1,0-1-1,-1-1 0,-1 0 1,-1-1-1,0 0 0,-2 0 1,-1-1-1,0 1 0,-2-2 1,0 0-10,3-6 14,70-318 80,-15-4-1,-4-111-93,-49 373-50,-3 0 0,-5 0-1,-5-41 51,3 118 1,1 0-1,-2 0 0,1 0 0,-2 1 1,1-1-1,-2 1 0,0-1 0,0 1 1,-1 0-1,0 1 0,-1-1 0,0 1 1,0 0-1,-1 1 0,-1-1 0,0 1 1,0 1-1,0-1 0,-1 2 0,-1-1 1,1 1-1,-1 0 0,0 1 0,-1 0 1,1 1-1,-1 0 0,-5-1 0,-25-1 20,0 1-1,1 2 1,-2 2 0,1 2 0,-8 2-20,-23 0 10,-636 13 92,-498 35-142,-204-100 220,1117 29-111,284 7-357,41 2-100,132-16-2677,-85 11-2229</inkml:trace>
  <inkml:trace contextRef="#ctx0" brushRef="#br0" timeOffset="-83938.58">16503 8331 5345,'0'0'1104,"0"0"-51,0 0 303,0 0 175,0 0-204,0 0-530,-6 9-189,5-9-591,0 1-1,0-1 1,0 1-1,0 0 1,1-1-1,-1 1 1,0 0-1,0 0 1,1-1-1,-1 1 1,1 0-1,-1 0 1,0 0-1,1 0 1,0 0-1,-1 0 1,1 0-1,0 0 1,-1 0-1,1 0 1,0 0-1,0 0 1,0 0-1,0 0 1,0 0-1,0 0 1,0 0-1,0 0 1,0 0-1,1 0 1,-1 0-1,0 0 1,1 0-1,-1 0 1,0 0-1,1 0 1,-1 0-1,1-1 1,0 1-1,-1 0 1,1 0-1,0 0 1,-1-1-1,1 1 1,0 0-1,0-1-16,76 14 434,1423 120 1275,-268-87-1335,-916-26-289,-271-21 138,-77-21-244,1 0-1,1-2 1,1-1 0,1-2-1,1 0 1,1-2 0,2-1-1,0-1 1,3-1 0,0-1-1,2 0 1,1-2 0,-11-30 21,11-29-40,18 91 36,0 0 0,1 1 1,-1-1-1,0 0 0,1 1 1,-1-1-1,1 1 1,0-1-1,-1 1 0,1-1 1,0 1-1,0-1 0,0 1 1,0 0-1,0-1 1,0 1-1,1 0 0,-1 0 1,0 0-1,1 0 1,-1 0-1,0 0 0,1 0 1,-1 0-1,1 1 0,0-1 1,-1 0-1,1 1 1,-1 0-1,1-1 0,0 1 1,-1 0-1,1 0 1,0 0-1,0 0 0,-1 0 1,1 0-1,0 0 0,-1 1 1,2-1 3,74 23-62,-56-9 59,-2 2 1,0 1-1,-1 0 1,-1 2 0,-1 0-1,0 0 1,-1 2-1,-2 0 1,0 0-1,-1 1 1,-1 1-1,-1 0 1,-1 0-1,-1 1 1,-1 0-1,-1 0 1,-2 1 0,0 0-1,-1 5 3,1-1 46,-1-1 0,-1 1 0,-2 0 1,-1 0-1,-1 0 0,-2 0 0,-1-1 0,-1 1 0,-1-1 0,-1-1 0,-2 1 0,-1-2 0,-1 1 1,-10 15-47,20-38 10,-6 11 9,-1 1 0,0-2-1,-1 0 1,-1 0 0,0 0-1,-1-2 1,0 1 0,-1-2-1,-1 1 1,0-2-19,0-13-16,40-94-2027,-22 88 1587,33-70-4652</inkml:trace>
  <inkml:trace contextRef="#ctx0" brushRef="#br0" timeOffset="-64011.404">3825 3598 7930,'0'0'1071,"0"0"-502,0 0-140,0 0 117,-15 19-182,3-5-306,3-5-21,2 0 0,-1 0-1,2 1 1,-1 0 0,1 0-1,0 1 1,1-1-1,1 1 1,0 0 0,0 1-1,1-1 1,0 1 0,1 2-37,-145 1145 2656,125-967-2209,7 2 0,11 170-447,33-228 205,-83-234 165,-30-37-376,-80-102 4,144 216-30,16 39-144,18 20 174,2-1 0,1-1 0,2 0 1,1-1-1,22 27 2,-37-54 2,10 15-5,77 99 144,-88-118-120,1 1 0,-1-1 0,1 0 0,0 0 1,0-1-1,1 1 0,-1-1 0,1 0 0,-1-1 0,1 0 0,0 1 0,0-2 0,0 1 0,0-1 0,0 0 0,1 0 0,-1 0 0,0-1 0,0 0 0,1 0 0,-1-1 0,3 0-21,1-3 48,0-1-1,-1 1 0,0-2 0,0 1 0,0-1 0,0-1 0,-1 1 0,0-1 0,0-1 0,-1 0 1,0 0-1,0 0 0,-1-1 0,2-3-47,13-14 59,8-9-48,108-107-342,-75 126-3980,-52 23-2203</inkml:trace>
  <inkml:trace contextRef="#ctx0" brushRef="#br0" timeOffset="-91466.094">4775 7346 8778,'0'0'1392,"0"0"-189,0 0-489,0 0-442,0 0-22,8 31-27,64 199 125,-58-199-161,-2 2 0,-1 0 0,-1 0 0,-2 1 0,-2 0 0,-1 0-1,0 8-186,-5-39 371,-13-8 19,9-4-403,0 0 0,1 0 0,0 0 0,0-1 0,1 1 0,0-1 0,1 0 0,0 1 0,1-1 0,0 0 0,0 0 0,1 0 0,1-4 13,-1-19 65,-1 23-60,1 1 1,0 0 0,0 0-1,1 0 1,0 0 0,0 0 0,1 0-1,0 1 1,1-1 0,0 1-1,0 0 1,1 0 0,0 0 0,0 1-1,1-1 1,0 1 0,0 1-1,1-1 1,-1 1 0,2 0 0,4-3-6,17-9-275,0 1 1,1 1 0,1 2 0,0 1-1,1 2 1,0 1 0,1 1 0,28-4 274,45-6-2626,-15 6-1594</inkml:trace>
  <inkml:trace contextRef="#ctx0" brushRef="#br0" timeOffset="-90294.552">5747 7479 6049,'0'0'2067,"0"0"-282,0 0-506,0 0-386,0 0-330,-28-10-126,-90-31 8,3 23 509,89 19-807,19-1-122,-1 0 0,1 1 0,-1 0 1,1 0-1,-1 1 0,1 0 0,0 0 0,0 0 0,0 1 0,0 1 0,0-1 0,1 1 0,0 0 0,-1 0 1,1 1-1,1-1 0,-1 2 0,1-1 0,0 0 0,0 1 0,0 0 0,-2 5-25,-2 4 21,0-1 0,2 2 0,-1-1 0,2 1 0,0 0-1,1 1 1,1-1 0,0 1 0,1 0 0,1 0 0,1 0 0,0 0-1,1 0 1,2 13-21,0-25-12,0 0 0,1 0 0,-1 0 0,1-1 0,0 1 0,0 0 0,0-1 0,0 0 0,1 0 0,0 0 0,0 0 0,0-1 0,0 1 0,1-1 0,-1 0 0,1-1 0,0 1 0,0-1 0,0 0 0,0 0 0,0 0-1,0 0 1,1-1 0,-1 0 0,0-1 0,1 1 0,-1-1 0,1 0 0,-1 0 0,1 0 0,-1-1 0,0 0 0,1 0 0,-1 0 0,0-1 0,0 0 0,0 0 0,0 0 0,4-3 12,8-5-62,-1-1 0,0 0 0,-1-2 0,-1 1 0,0-2 1,-1 0-1,0-1 0,-1 0 0,-1 0 0,0-2 0,4-8 62,33-43-726,-6 18 458,-41 66 339,-1 297 1530,-1-311-1600,0-1-1,0 1 0,1 0 0,-1 0 1,0 0-1,1 0 0,0 0 1,-1 0-1,1 0 0,0 0 1,0-1-1,0 1 0,0 0 1,1 0-1,-1 0 0,0 0 1,1 0-1,-1 0 0,1 0 1,0 0-1,0 0 0,-1-1 1,1 1-1,1 0 0,-1-1 1,0 1-1,0-1 0,0 1 0,1-1 1,-1 1-1,1-1 0,-1 0 1,1 0-1,0 0 0,-1 0 1,1 0-1,0 0 0,0 0 1,-1 0-1,1-1 0,0 1 1,0-1-1,0 0 0,0 1 1,0-1-1,0 0 0,0 0 1,0 0-1,0 0 0,1-1 0,51-89 165,-46 70-154,13-29-21,-11 20-36,2 0 0,1 1 0,2 0 0,0 1 1,2 1-1,16-19 46,-32 43-4,1 1 0,-1-1 1,1 1-1,0 0 0,0 0 1,0-1-1,0 1 0,0 0 1,0 1-1,0-1 0,0 0 0,0 0 1,0 1-1,1 0 0,-1-1 1,0 1-1,0 0 0,1 0 0,-1 0 1,0 0-1,0 0 0,0 1 1,1-1-1,-1 1 0,0-1 1,0 1-1,0 0 0,0 0 0,0 0 1,0 0-1,0 0 0,0 1 1,0-1-1,-1 0 0,1 1 0,0-1 1,-1 1-1,1 0 0,-1-1 1,0 1-1,0 0 0,1 0 1,-1 0-1,0 0 0,0 1 4,10 21 115,-1 0-1,-1 0 0,-1 1 1,-1 0-1,-1 0 0,-1 1 1,-2-1-1,1 21-114,2-48-7,58-160-255,34-25-355,-98 186 615,1 0-1,-1 0 0,1-1 1,-1 1-1,1 0 0,-1 0 1,1 0-1,0 0 0,0-1 1,-1 1-1,1 0 0,0 0 1,0 1-1,0-1 0,0 0 1,0 0-1,0 0 0,0 1 1,1-1-1,-1 0 0,0 1 1,0-1-1,0 1 0,1-1 1,-1 1-1,0 0 0,1 0 1,-1 0-1,0-1 0,1 1 1,-1 0-1,0 0 0,1 1 1,-1-1-1,0 0 0,0 0 1,1 1-1,-1-1 0,0 1 1,0-1-1,1 1 0,-1-1 1,0 1-1,0 0 0,0-1 1,0 1-1,0 0 0,0 0 1,0 0-1,0 0 0,0 0 1,-1 0-1,1 0 0,0 0 1,0 0-1,-1 1 0,1-1 1,-1 1 2,63 204 685,-61-205-687,-1 0 0,1 0 1,0 0-1,-1 0 0,1 0 0,0 0 0,0 0 0,0-1 0,-1 1 0,1 0 1,0-1-1,0 0 0,0 1 0,0-1 0,0 0 0,0 0 0,0 0 0,0 0 0,0-1 1,0 1-1,0-1 0,0 1 0,0-1 0,-1 1 0,1-1 0,0 0 0,0 0 0,-1 0 1,1 0-1,0 0 0,-1 0 0,1 0 0,-1-1 0,1 1 0,-1-1 0,0 1 1,0-1-1,0 1 0,0-1 0,0 0 0,0 1 0,0-1 0,0 0 0,0 0 0,-1 0 1,1 0-1,-1 0 0,1-1 2,0 1 16,119-128-867,-106 119 807,-8 13-26,-4 136 1033,-1-127-952,0 0-1,1 0 0,0 0 1,0 0-1,1 0 1,0-1-1,1 1 0,1-1 1,-1 0-1,2 0 1,-1-1-1,1 0 0,1 1 1,0-2-1,0 1 1,0-1-1,1 0 0,0-1 1,1 0-1,0 0 1,0-1-1,0 0 0,1-1 1,0 0-1,0 0 0,0-1 1,1 0-1,-1-1 1,9 2-11,-5-4-2,0 1 1,0-2-1,-1 0 0,1 0 1,0-2-1,0 0 1,-1 0-1,1-1 1,-1-1-1,0 0 0,0-1 1,0 0-1,0-1 1,-1 0-1,0-1 0,0-1 1,-1 0-1,0 0 1,-1-1-1,1 0 1,-2-1-1,1 0 0,-1-1 1,-1 0-1,0 0 1,-1-1-1,0 0 1,2-6 1,-1 2-46,-2 0-1,0-1 1,-1 0 0,0 0 0,-2 0 0,0 0 0,0 0 0,-2-1 0,0 1-1,-1-1 1,-1 1 0,-1-2 46,1 14-2,0 0-1,0-1 1,0 1-1,-1 0 0,0 0 1,0 0-1,0 0 1,-1 0-1,1 0 1,-1 0-1,0 1 1,-1 0-1,1-1 1,-1 1-1,0 1 1,0-1-1,0 0 0,0 1 1,-1 0-1,1 0 1,-1 0-1,0 1 1,0-1-1,0 1 1,0 0-1,0 1 1,0-1-1,-1 1 1,1 0-1,0 0 0,-1 1 1,1 0-1,-1 0 1,1 0-1,0 0 1,-1 1-1,1 0 1,-1 0-1,1 1 1,0-1-1,0 1 1,-4 2 1,1 1 43,-1 2 0,1-1 0,0 1 0,0 0 0,1 1 0,0-1 0,1 1 0,-1 1 0,2-1 0,-1 1-1,1 0 1,0 1 0,1-1 0,0 1 0,1 0 0,0 0 0,0 0 0,1 0 0,0 8-42,-3 0 58,1 1-1,0 0 1,2 0 0,0 0 0,2 0 0,0 0 0,1 0-1,0 1 1,2-1 0,0-1 0,2 1 0,0 0 0,0-1-1,2 0 1,1 0 0,0-1 0,1 0 0,0 0 0,3 1-58,1-4-22,1 1 1,1-2 0,0 0 0,0-1 0,1 0-1,1-1 1,0-1 0,1-1 0,-1 0 0,2-2-1,-1 0 1,1 0 0,0-2 0,1-1 0,-1 0-1,1-1 1,-1-1 0,1-1 0,4-1 21,20-2-2402,-20-10-4988</inkml:trace>
  <inkml:trace contextRef="#ctx0" brushRef="#br0" timeOffset="-93723.324">1695 7835 5545,'0'0'1282,"0"0"-78,0 0-213,0 0-56,-26-24-62,-89-78-413,102 87-348,-2 1 0,0 1 0,0 0 0,-2 1 0,1 1 0,-1 1 0,-1 0-1,0 1 1,0 1 0,-1 0 0,0 2 0,0 0 0,0 1 0,-1 1 0,0 1-1,0 1 1,0 0 0,-15 2-112,21 0 2,3-2 38,0 1 1,0 1 0,0-1-1,0 2 1,0-1-1,0 1 1,0 1 0,1 0-1,-1 1 1,0 0 0,1 1-1,0 0 1,0 0 0,0 1-1,0 0 1,1 1-1,0 0 1,0 1 0,0-1-1,1 2 1,-4 4-41,8-5 4,1 1 0,0 0 0,0 0 0,1 0 0,0 0 0,1 1 0,-1-1 0,2 0 0,-1 1 0,1-1 0,0 1 0,1-1 0,0 1 0,0-1 0,1 0 0,0 0 0,0 0 0,1 0 0,0 0 0,1 0 0,0-1 0,0 1 0,0-1 0,1 0 0,0 0 0,0-1 0,5 5-4,2 1-14,0 0-1,1-1 0,0-1 1,1 0-1,0 0 1,1-1-1,0-1 1,0-1-1,1 0 1,0-1-1,0-1 1,0 0-1,1-1 1,0-1-1,-1 0 1,1-2-1,0 1 0,0-2 1,0-1-1,0 0 1,0-1-1,0 0 1,0-2-1,-1 0 1,1-1-1,-1 0 1,-1-2-1,1 0 1,3-2 14,7-15 13,-1-1 1,-2-1 0,-1-1 0,-1 0 0,-1-2 0,-1-1-1,-2 0 1,-1-1 0,-1-1 0,-2 0 0,-1-1-1,-2 0 1,-1-1 0,3-26-14,3-2-228,-2-1-1,-3 0 1,-3-1-1,-3 1 1,-3-1-1,-4-37 229,4 94-13,0-1-1,-1 1 1,0 0 0,0 0-1,-1 0 1,0 0 0,0 0-1,0 0 1,-1 0 0,0 0-1,0 0 1,-1 1 0,0-1-1,0 1 1,-1 0 0,0 0-1,0 0 1,0 0 0,-1 1-1,1-1 1,-1 1 0,-1 0-1,1 1 1,-1-1 0,1 1-1,-1 0 1,-1 1 0,1-1-1,0 1 1,-1 0 13,5 3 12,0 0 0,0 0 1,-1 1-1,1-1 0,0 0 0,0 1 1,0-1-1,0 1 0,0 0 1,0 0-1,0 0 0,1 0 0,-1 0 1,0 0-1,0 0 0,1 1 0,-1-1 1,1 0-1,-1 1 0,1-1 0,-1 1 1,1 0-1,0 0 0,0-1 0,0 1 1,0 0-1,0 0 0,0 0 0,1 0 1,-1 0-1,1 0 0,-1 0 0,1 0 1,0 0-1,0 0 0,0 1 0,0-1-12,-8 35 100,2 0 0,1 1-1,2-1 1,2 1-1,2 9-99,-1-27 51,-4 88 259,5 0 1,5 1 0,4-1-1,5-1 1,22 73-311,-32-161 17,0-1 0,2 0 0,0-1 0,1 1-1,1-1 1,1-1 0,0 0 0,1 0 0,1-1 0,0-1-1,1 0 1,1 0 0,0-1 0,0-1 0,1-1 0,4 2-17,-13-11-196,0 0 0,0 0 0,0-1 0,0 0 0,0 0 0,0-1 0,0 0 0,1 0 0,-1 0 0,0-1 1,0 0-1,0 0 0,0-1 0,0 1 0,0-1 0,0 0 0,-1-1 0,1 0 0,-1 1 0,1-2 0,-1 1 0,0-1 1,0 1-1,-1-2 0,1 1 0,-1 0 0,0-1 0,0 0 0,0 0 0,-1 0 0,2-2 196,46-59-7571</inkml:trace>
  <inkml:trace contextRef="#ctx0" brushRef="#br0" timeOffset="-93334.455">2504 7640 7770,'0'0'1352,"0"0"-181,0 0-362,0 0-51,0 0-13,0 0-357,-17-4-225,10 3-155,-15-6 66,-1 1 0,0 1 0,-1 0 0,1 2 0,-1 1 0,0 2 0,1 0 0,-1 1 0,1 1 0,-1 1 0,1 1 0,0 1 0,-9 4-74,23-3 29,-1 0 1,1 0-1,0 1 1,1 0-1,0 1 1,0-1 0,1 2-1,0-1 1,0 1-1,0 0 1,2 0-1,-1 1 1,1 0 0,0 0-1,1 0 1,0 1-1,1-1 1,0 1-1,1 0 1,0 0-1,1 0 1,0 0 0,0 0-1,2 8-29,-1-15-4,1 0 1,1 0-1,-1 0 0,0 0 0,1 0 0,0-1 0,0 1 1,0 0-1,0-1 0,1 1 0,-1-1 0,1 0 0,0 0 1,0 0-1,0-1 0,0 1 0,1 0 0,-1-1 0,1 0 1,-1 0-1,1 0 0,0 0 0,0-1 0,0 0 0,0 1 1,0-1-1,3 0 4,117 13-310,-84-16 302,0-2 0,0-1 0,0-2 0,-1-2 0,0-1 0,0-2 0,-2-2 0,1-2 0,27-15 8,12 3-416,-76 36 317,-59 218 227,57-215-141,0-9-14,0-1 1,1 0-1,-1 0 1,1 1-1,-1-1 1,1 0-1,-1 1 1,1-1-1,0 0 1,0 1-1,0-1 1,0 0-1,0 1 1,0-1-1,0 0 1,0 1 0,1-1-1,-1 1 1,0-1-1,1 0 1,-1 0-1,1 1 1,-1-1-1,1 0 1,0 0-1,-1 0 1,1 0-1,0 1 1,0-1-1,0 0 1,0 0-1,0-1 1,0 1-1,0 0 1,0 0-1,1 0 1,-1-1 0,0 1-1,0-1 1,1 1-1,-1-1 1,0 1-1,0-1 1,1 0-1,-1 0 1,1 1-1,-1-1 1,1 0 26,4-1-284,1-1 1,-1 1 0,0-1-1,0 0 1,0-1 0,0 1-1,-1-1 1,1 0 0,-1-1-1,0 1 1,1-1 0,-1 0-1,-1-1 1,1 1-1,3-6 284,36-39-3059</inkml:trace>
  <inkml:trace contextRef="#ctx0" brushRef="#br0" timeOffset="-92869.308">3114 6644 1744,'0'0'3606,"0"0"-2067,0 0-566,0 0-60,0 0 2,0 0-412,-8 1-320,-23 6-27,22 28 4836,10-28-5733,-1 50 730,1 100 270,-7 1-1,-21 124-258,-69 219 650,85-383-704,12-117 4,-1 0 0,0 0 0,0 0 1,1 0-1,-1 0 0,1 0 0,-1 0 1,1 0-1,0 0 0,-1 0 0,1 0 1,0 0-1,-1 0 0,1-1 0,0 1 0,0 0 1,0-1-1,0 1 0,0 0 0,0-1 1,0 1-1,0-1 0,0 0 0,0 1 1,0-1-1,0 0 0,0 1 0,0-1 1,0 0-1,0 0 0,0 0 0,1 0 0,-1 0 1,0 0-1,0 0 0,0-1 0,0 1 1,0 0-1,0-1 0,0 1 0,0 0 1,0-1-1,0 0 0,0 1 0,0-1 0,0 1 1,0-1-1,0 0 0,-1 0 0,1 1 1,0-1-1,0 0 0,-1 0 0,1 0 1,-1 0-1,1 0 0,-1 0 0,1 0 1,-1 0-1,1 0 50,27-39-3630,-5-12-718</inkml:trace>
  <inkml:trace contextRef="#ctx0" brushRef="#br0" timeOffset="-92653.493">2677 7250 10026,'0'0'1512,"0"0"-1167,0 0-217,0 0 152,204-34 360,-87 22-256,18 1-80,6-3-240,7 2-64,-6 7 0,15 5-64,-38 0-1136,-40 0-2753</inkml:trace>
  <inkml:trace contextRef="#ctx0" brushRef="#br0" timeOffset="-91794.716">3885 7697 7282,'0'0'1009,"0"0"-445,0 0-72,0 0 235,0 0 120,0 0-336,1-13-112,2-40 134,-3 51-516,0 1 1,-1-1-1,1 1 1,-1 0-1,1-1 0,-1 1 1,1-1-1,-1 1 1,0 0-1,0 0 0,0-1 1,1 1-1,-1 0 1,0 0-1,-1 0 1,1 0-1,0 0 0,0 0 1,0 0-1,0 1 1,-1-1-1,1 0 0,0 1 1,-1-1-1,1 1 1,-1-1-1,1 1 0,-1 0 1,1-1-1,-1 1 1,1 0-1,0 0 0,-1 0 1,1 0-1,-1 0-17,-5 0 66,-5-3-6,0 1 0,-1 1 0,1 0 0,0 1 1,-1 0-1,1 1 0,-1 0 0,1 1 0,0 0 0,0 1 1,0 1-1,0 0 0,1 0 0,-1 1 0,1 1 0,0-1 1,0 2-1,-2 2-60,2-2 34,0 0 0,1 1 0,0 0 0,1 1 0,0 0 1,0 1-1,1-1 0,0 2 0,1-1 0,0 1 0,1 0 0,0 0 1,0 1-1,1 0 0,1 0 0,0 0 0,1 0 0,0 1 0,1-1 0,0 3-34,5-11-12,0-1 0,0 1 0,1-1 0,-1 0 0,1 0 0,0-1 0,0 1 0,0-1-1,0 1 1,0-1 0,0 0 0,1-1 0,-1 1 0,0-1 0,1 0 0,0 0-1,-1 0 1,1-1 0,0 1 0,-1-1 0,1 0 0,0-1 0,-1 1 0,1-1 0,-1 0-1,1 0 1,2-1 12,8 1-15,11-2 41,-1-1 0,-1-2 0,1 0 0,-1-2 0,0 0 0,0-2 0,-1 0 0,-1-2 0,18-11-26,-32 18 11,35-10-59,-42 47 163,-1-29-143,1 0 0,-1 0 0,1 0 0,0 0 0,0 0 0,1 0 1,-1 0-1,1-1 0,-1 1 0,1 0 0,0-1 0,0 1 0,0-1 0,0 0 0,0 1 1,1-1-1,-1 0 0,1 0 0,-1-1 0,1 1 0,0-1 0,0 1 0,0-1 0,0 0 0,0 0 1,0 0-1,0 0 0,0 0 0,0-1 0,3 1 28,98-3-3081,-89-2 2655,-1 0 1,0-1-1,0-1 1,0 0-1,-1-1 1,0 0-1,0-1 1,0 0-1,-1-1 1,-1-1-1,0 0 1,0 0-1,-1-1 1,0-1-1,3-4 426,4-7 271,-1-1 0,-2 0-1,0-1 1,-2-1 0,0 0-1,-2-1 1,5-20-271,10-56 1116,-4-1-1,-5-2 1,-5 1 0,-4-2 0,-5-23-1116,-2 127 9,-10-93 640,9 93-606,0 1 1,0-1 0,0 1 0,-1 0-1,1-1 1,-1 1 0,1 0 0,-1 0-1,0 0 1,0 0 0,0 0 0,0 0-1,0 1 1,0-1 0,0 1 0,0-1-1,-1 1 1,1 0 0,-1 0 0,1 0-1,-1 0 1,1 0 0,-1 1 0,0-1-1,1 1 1,-1-1 0,0 1 0,1 0-1,-1 0 1,0 0 0,1 1 0,-1-1-1,0 1-43,-4 2 31,0 0 0,0 0 0,0 1-1,1 0 1,0 0 0,-1 0-1,2 1 1,-1 0 0,0 0 0,1 1-1,0 0 1,0 0 0,1 0 0,0 0-1,0 1 1,0-1 0,1 1-1,0 0 1,0 0 0,1 0 0,-1 1-1,2-1 1,-1 1 0,1 2-31,-14 49 43,3 0-1,3 0 1,2 1 0,3 0-1,2 1 1,5 38-43,-2-45 21,2 72 171,5 1-1,18 77-191,7-34 121,-13-76-85,-4 0 0,-4 2 0,-2 63-36,-10-133 1,2-17 12,0 0 0,-1 0 0,-1 0 0,1 0 0,-1 0 0,-1 0-1,0 0 1,0 0 0,-1 0 0,0 0 0,0 0 0,-1-1 0,0 1 0,-1-1 0,0 1 0,0-1 0,0-1 0,-1 1-1,-1-1 1,1 1 0,-1-1 0,0-1 0,-1 1 0,-5 3-13,5-7 10,-1-1-1,0 1 0,1-1 1,-1-1-1,0 0 1,0 0-1,0 0 1,0-1-1,0 0 0,0-1 1,0 1-1,0-2 1,0 1-1,0-1 1,0 0-1,1-1 0,-1 0 1,1 0-1,-1-1 1,1 1-1,1-2 1,-1 1-1,-3-4-9,-11-7-15,1-2 0,1-1 0,0 0 0,1-1 0,2-1 0,-10-14 15,17 24-1,0 1 0,1-1 0,1-1 1,0 1-1,0-1 0,1-1 0,0 1 1,1-1-1,1 0 0,-1 0 0,2 0 1,0-1-1,0 0 0,1 1 0,1-1 1,0 0-1,1 0 0,0 1 0,1-1 1,1 0-1,0 0 0,0 1 0,1-1 0,1 1 1,0 0-1,1 0 0,0 0 0,5-8 1,12-3-68,0 0-1,1 2 0,2 1 0,0 1 0,24-14 69,221-139-3875,-154 100-675</inkml:trace>
  <inkml:trace contextRef="#ctx0" brushRef="#br0" timeOffset="-89447.211">2230 9223 7122,'0'0'1298,"0"0"-31,0 0 84,0 0 11,0 0-311,0 0-447,-7 41-221,-27 341 313,35 255-20,26-505-787,-25-130 37,-1-1 0,0 1 0,0-1 0,1 1-1,-1-1 1,1 0 0,-1 1 0,1-1-1,-1 0 1,1 0 0,0 0 0,0 0 0,0 0-1,-1-1 1,1 1 0,0-1 0,0 1 0,0-1-1,0 1 1,0-1 0,0 0 0,0 0 0,0 0-1,0 0 1,0-1 0,0 1 0,0 0 0,0-1-1,0 1 1,-1-1 0,1 0 0,0 1 0,0-1-1,0 0 1,-1 0 0,1 0 0,-1-1-1,1 1 1,-1 0 0,1-1 0,-1 1 0,1-1-1,-1 1 1,0-1 0,0 1 0,0-1 0,0 0-1,0 0 1,0 1 0,-1-1 0,1 0 0,0 0-1,-1 0 1,0 0 0,1 0 0,-1 0 0,0 0-1,0 0 1,0-1 74,20-55-3999</inkml:trace>
  <inkml:trace contextRef="#ctx0" brushRef="#br0" timeOffset="-89120.615">2048 9160 8066,'0'0'1001,"0"0"-606,0 0-282,33-24 22,112-77 141,-135 96-250,0-1 0,-1 2 0,2-1-1,-1 1 1,0 1 0,1 0 0,-1 0-1,1 1 1,0 0 0,0 1 0,0 1 0,0 0-1,0 0 1,4 1-26,16 0 50,-5 0 10,0 2 1,-1 0-1,1 2 1,-1 1-1,0 0 0,-1 2 1,0 1-1,0 1 1,-1 1-1,0 2 0,-1 0 1,0 1-1,-1 1 1,0 0-1,-2 2 0,0 1 1,14 16-61,-27-28 102,0 0 0,0 1 0,-1 0 0,1 0 0,-1 1 0,-1-1 0,0 1 0,0 0 0,0 0 0,-1 1 0,0-1 0,-1 1 0,0-1 0,0 1 0,-1 0 0,0 0 0,0 0 0,-1-1 0,0 1 0,-1 0 0,0 0 0,0 0 0,-1-1 0,0 1 0,-1 0 0,0-1 0,0 1-102,-9 5 119,-1 0-1,0-1 1,-1 0 0,0-1 0,-1-1 0,0 0 0,-1-1 0,0-1-1,-1 0 1,0-2 0,0 1 0,-1-2 0,0 0 0,0-2 0,0 0-1,-10 1-118,8-2 43,0 0 0,-1-1 0,1-2 0,-1 0-1,1-1 1,-1-1 0,1 0 0,0-2-1,0-1 1,-3-1-43,16 4-36,-1-1 1,1 0-1,0-1 0,-1 1 1,1-1-1,1-1 0,-1 1 1,1-1-1,0 0 0,0-1 0,0 1 1,1-1-1,0 0 0,0-1 1,0 1-1,1-1 0,0 0 1,0 0-1,1-1 0,0 1 1,0 0-1,1-1 0,0 0 0,0 0 1,1 0-1,0 0 0,0 0 36,1-1-316,0 0-1,1 0 0,0 0 1,1 0-1,0 0 0,0 1 1,1-1-1,0 0 0,0 1 1,1 0-1,0 0 0,0 0 1,1 0-1,0 1 0,1-1 1,0 2-1,0-1 0,0 0 1,1 1-1,3-2 317,37-34-6193</inkml:trace>
  <inkml:trace contextRef="#ctx0" brushRef="#br0" timeOffset="-88311.689">3655 9194 7362,'0'0'1261,"0"0"-473,0 0-316,0 0-101,0 0 103,0 0-80,-24-15-163,-75-50 22,95 62-220,-1 0-1,0 0 0,1 0 0,-1 1 1,0-1-1,-1 1 0,1 0 0,0 1 1,-1-1-1,1 1 0,-1 0 0,1 0 1,-1 1-1,1 0 0,-1 0 0,1 0 1,-5 1-33,-14 0 128,12-1-82,4 0-17,0-1-1,-1 1 1,1 1-1,-1-1 1,1 2-1,-1-1 1,1 1-1,0 0 1,0 1-1,0 0 1,0 0 0,0 0-1,-2 3-28,-6 5 92,0 0 1,1 1-1,1 1 0,0 0 0,1 1 1,0 0-1,1 1 0,1 1 0,1 0 0,0 0 1,1 1-1,0 0 0,1 1 0,2-1 1,-1 2-1,2-1 0,1 1 0,0-1 1,1 1-1,1 0 0,1 0 0,0 1 1,2-1-1,1 7-92,-2-21-2,1-1 0,0 0 0,0 1 0,1-1 0,-1 0 1,1 0-1,0 0 0,0 0 0,0 0 0,1 0 0,-1-1 0,1 1 0,0-1 1,0 1-1,0-1 0,0 0 0,1 0 0,-1-1 0,1 1 0,0-1 0,-1 1 1,1-1-1,0-1 0,1 1 0,-1 0 0,0-1 0,0 0 0,1 0 0,-1 0 1,1 0 1,6 0-6,0 0 0,0 0 0,-1-1 1,1 0-1,0-1 0,0 0 0,-1-1 1,1 0-1,0 0 0,-1-1 0,0-1 0,6-2 6,11-10 41,0-2-1,0 0 0,-2-2 0,0 0 0,19-22-40,-20 19 14,65-68-55,83-66-193,-171 157 234,1 0 0,-1 0 0,0 0 0,1 0 0,-1 0 0,0 0-1,0 1 1,1-1 0,-1 0 0,0 1 0,1-1 0,-1 1 0,0-1-1,0 1 1,0 0 0,0-1 0,0 1 0,0 0 0,0 0 0,0 0-1,0 0 1,0 0 0,0 0 0,0 0 0,0 0 0,-1 0 0,1 0-1,0 0 1,-1 0 0,1 0 0,-1 1 0,0-1 0,1 0 0,-1 1-1,0-1 1,0 0 0,1 0 0,-1 1 0,0-1 0,0 0 0,-1 1-1,1-1 1,0 0 0,0 1 0,-1-1 0,1 0 0,-1 0 0,1 1-1,-1-1 1,1 0 0,-1 0 0,0 0 0,1 0 0,-2 1 0,2 7 29,0 276 983,8-288-1197,111-152-138,-118 153 316,11-15-91,0 0 0,1 1 0,1 1 0,1 0 0,0 1 0,0 1 1,2 0-1,0 1 0,13-7 98,-28 18-1,-1 1 0,1 0 0,-1-1 0,1 1 0,0 0 0,-1-1 0,1 1 0,0 0 0,-1 0 0,1 1 0,0-1 0,-1 0 1,1 0-1,-1 1 0,1-1 0,0 1 0,-1 0 0,1-1 0,-1 1 0,0 0 0,1 0 0,-1 0 0,1 0 0,-1 0 0,0 0 0,0 0 0,0 0 0,0 1 1,0-1-1,0 0 0,0 1 0,0-1 0,0 1 0,0-1 0,-1 1 0,1-1 0,-1 1 0,1-1 0,-1 1 0,0 0 0,1-1 0,-1 1 0,0-1 0,0 1 1,0 0-1,0-1 0,-1 1 0,1 0 0,0-1 0,-1 1 0,1-1 0,-1 1 0,1 0 0,-1-1 0,0 1 0,0-1 0,0 1 1,1 6 75,-3 274 868,3-281-944,0-1 0,-1 0-1,1 1 1,0-1 0,0 1 0,0-1 0,0 1 0,0-1 0,-1 0-1,1 1 1,0-1 0,0 1 0,0-1 0,0 1 0,1-1-1,-1 1 1,0-1 0,0 0 0,0 1 0,0-1 0,0 1 0,0-1-1,1 1 1,-1-1 0,0 0 0,0 1 0,1-1 0,-1 0-1,0 1 1,1-1 0,-1 0 0,0 1 0,1-1 0,-1 0-1,0 0 1,1 1 0,-1-1 0,1 0 0,-1 0 0,0 0 0,1 1-1,-1-1 1,1 0 0,-1 0 0,1 0 0,-1 0 0,0 0-1,1 0 1,-1 0 0,1 0 0,-1 0 0,1 0 0,-1 0 0,1 0-1,-1 0 1,0-1 0,1 1 0,-1 0 0,1 0 0,-1 0-1,0-1 1,1 1 0,-1 0 0,1 0 0,-1-1 0,0 1-1,0 0 1,1-1 1,0 1-6,76-84 95,-59 58-97,7-8-20,81-88-165,-104 121 193,0 0 1,0 0 0,1 1 0,-1-1 0,0 1 0,0-1 0,0 1 0,0 0 0,1 0 0,-1-1 0,0 2 0,0-1 0,1 0 0,-1 0 0,0 1 0,0-1 0,0 1-1,0 0 1,0 0 0,0 0 0,0 0 0,0 0 0,0 0 0,0 0 0,0 0 0,0 1 0,-1-1 0,1 1 0,-1 0 0,1-1 0,-1 1 0,0 0 0,1 0-1,-1 0 1,0 0 0,0 0 0,0 0 0,-1 0 0,1 0 0,0 0 0,-1 0 0,1 0 0,-1 1 0,0-1 0,0 0 0,0 0 0,0 0 0,0 1 0,0-1 0,-1 0-1,1 0 1,-1 0 0,1 1-1,1 5 37,7 28-250,1-1 0,2 0 0,1-1 0,2 0 0,11 19 213,-3-16-3396</inkml:trace>
  <inkml:trace contextRef="#ctx0" brushRef="#br0" timeOffset="-87828.432">4976 9251 8410,'0'0'1348,"0"0"-105,0 0-283,0 0-232,-27-6-153,-84-19-272,107 24-271,0 0-1,0 0 1,0 0 0,0 1-1,0 0 1,0-1 0,0 2 0,0-1-1,0 0 1,0 1 0,0-1 0,0 1-1,0 0 1,1 1 0,-1-1-1,0 1 1,1-1 0,-1 1 0,1 0-1,-1 0 1,1 1 0,0-1-1,0 1 1,0-1 0,0 1 0,0 0-1,1 0 1,-1 0 0,1 1-1,0-1 1,0 1 0,0-1 0,1 1-1,-1-1 1,1 1 0,-1 2-32,-6 9 15,4-9-6,1 0 0,-1 0 0,1 0-1,0 0 1,1 0 0,-1 1-1,1-1 1,0 1 0,1 0 0,0-1-1,0 1 1,0 0 0,1 0-1,0 0 1,0-1 0,1 1 0,0 0-1,0 0 1,1-1 0,-1 1-1,1-1 1,1 1 0,-1-1-1,1 0 1,0 0 0,1 0 0,-1 0-1,1 0 1,1-1 0,-1 0-1,1 0 1,-1 0 0,1 0 0,5 2-9,1-3-7,1 0 0,0-1 0,0-1 0,0 0 0,0 0 1,0-1-1,1-1 0,-1 0 0,0-1 0,0 0 1,0-1-1,0 0 0,0-1 0,0 0 0,0-1 0,-1 0 1,1-1-1,0-1 7,5-9-69,0-2 0,-1 0 0,0 0 0,-2-2 0,0 0 0,-1 0 0,-1-1 0,-1-1 0,-1 0 0,0 0 0,-2-1 0,0-1 0,-2 1 0,0-1 0,1-18 69,6-25-286,-3 0-1,-3-1 1,-1-58 286,-5 123 19,-1 1-1,1-1 1,0 0 0,-1 1-1,0-1 1,1 1 0,-1-1-1,0 0 1,0 0 0,0 1-1,0-1 1,0 0 0,0 1-1,0-1 1,0 0-1,-1 1 1,1-1 0,-1 0-1,1 1 1,-1-1 0,0 1-1,0-1 1,1 1 0,-1-1-1,0 1 1,0 0 0,-1-1-1,1 1 1,0 0-1,0 0 1,-1 0 0,1 0-1,0 0 1,-1 0 0,1 0-1,-1 0 1,1 1 0,-1-1-1,0 0 1,1 1 0,-1-1-1,1 1 1,-1 0 0,0 0-1,0 0 1,1-1-1,-1 2 1,0-1 0,1 0-1,-1 0 1,0 0 0,1 1-1,-1-1 1,0 1-19,-8 5 68,1 1-1,1 0 1,-1 0 0,1 1-1,1 0 1,-1 0 0,1 0-1,1 1 1,-1 1 0,1-1-1,1 1 1,0 0 0,1 0-1,-1 0 1,-1 11-68,1-10 36,-10 28 91,2-1 1,2 2-1,1 0 1,3 0 0,0 0-1,3 1 1,2 0-1,1 19-127,1-48 11,0 0 0,0-1 0,1 1 0,0 0 0,1-1 0,1 0 0,0 1 0,0-1 0,1 0 0,0 0 0,1-1 0,1 1-1,-1-1 1,2 0 0,-1-1 0,1 1 0,1-1 0,0-1 0,5 6-11,-3-6-77,0-1 0,0 1 1,0-2-1,1 1 0,0-2 0,1 1 0,-1-2 0,1 1 0,0-2 0,0 1 0,0-2 1,0 1-1,1-2 0,-1 0 0,1 0 0,-1-1 0,9-1 77,59-6-1987,-12-20-2367</inkml:trace>
  <inkml:trace contextRef="#ctx0" brushRef="#br0" timeOffset="-87470.096">5706 9276 7810,'0'0'1783,"0"0"101,0 0-697,0 0-387,0 0-198,0 0-116,-25-10-57,-79-24-36,101 34-383,-1 0 0,1 1 0,0-1 1,-1 1-1,1-1 0,0 1 0,-1 0 0,1 0 0,0 1 1,0-1-1,0 1 0,0-1 0,0 1 0,0 0 0,0 0 1,1 0-1,-1 1 0,1-1 0,-1 0 0,1 1 0,0 0 1,0-1-1,0 1 0,1 0 0,-1 0 0,0 0 1,1 0-1,0 1 0,-1 0-10,-6 11 21,-6 5 36,1 1-1,0 0 1,2 1 0,0 0-1,2 1 1,0 0 0,2 0-1,1 1 1,0 0 0,2 0-1,0 0 1,2 1 0,1 0 0,1 8-57,1-30-6,0 1 1,0-1-1,0 1 1,0-1-1,1 1 1,-1-1 0,1 0-1,0 0 1,0 0-1,0 0 1,0 0-1,1-1 1,-1 1 0,1 0-1,-1-1 1,1 0-1,0 0 1,0 0-1,0 0 1,0 0 0,1 0-1,-1-1 1,0 0-1,1 0 1,-1 0-1,1 0 1,-1 0 0,1 0-1,2-1 6,109-4-277,-95-2 242,-1-1 0,1-1 0,-1 0 0,-1-2 0,0 0 0,0-1 0,-1-1 0,-1-1 0,0 0 0,0-1 0,-1 0 0,-1-1 0,4-8 35,-16 22 92,-2 146-641,0-143 394,-1 0 1,1 0 0,0 0 0,0 0 0,0 0 0,1 0 0,-1 0 0,0 0-1,1 0 1,-1 0 0,1 0 0,0 0 0,0-1 0,-1 1 0,1 0 0,0 0-1,1-1 1,-1 1 0,0-1 0,0 1 0,1-1 0,-1 1 0,1-1 0,-1 0 0,1 0-1,-1 0 1,1 0 0,0 0 0,0 0 0,0 0 154,26 7-4616</inkml:trace>
  <inkml:trace contextRef="#ctx0" brushRef="#br0" timeOffset="-87174.015">6275 9121 1672,'0'0'5040,"0"0"-2239,0 0-925,-27-4-693,-87-9-351,113 12-815,0 0 0,-1 0 0,1 0 0,-1 1 0,1-1 0,-1 0 0,1 1 0,-1-1-1,1 1 1,-1-1 0,0 1 0,1 0 0,-1 0 0,0 0 0,1 0 0,-1 0 0,0 0 0,1 0 0,-1 0 0,1 1-1,-1-1 1,0 0 0,1 1 0,-1 0 0,1-1 0,-1 1 0,1 0 0,-1 0 0,1 0 0,0 0 0,-1 0-1,1 0 1,0 0 0,0 0 0,0 1 0,0-1 0,0 0 0,0 1 0,0-1 0,0 1 0,1-1 0,-1 1 0,0-1-1,1 1 1,-1-1 0,1 1 0,0 0 0,0-1 0,-1 1 0,1 0 0,0-1 0,0 1 0,0 0 0,1-1 0,-1 1-1,0 0-16,1 9 29,2 7-12,1 0-1,1-1 1,1 1-1,0-1 1,1 0-1,1-1 0,1 0 1,0 0-1,1-1 1,1 0-1,0-1 1,1 0-1,12 11-16,11 17 52,-33-39-47,91 142 348,-90-140-303,-1 1 1,1-1 0,-1 1 0,-1-1 0,1 1-1,-1 0 1,0-1 0,0 1 0,-1 0-1,1 0 1,-1 0 0,-1 0 0,1-1-1,-1 1 1,0 0 0,0 0 0,-1-1-1,0 1 1,0 0 0,0-1 0,0 0-1,-1 0 1,0 1 0,0-1 0,-1-1-1,1 1 1,-4 3-51,-4 2 31,-1-1-1,0 0 0,-1 0 1,0-1-1,0-1 0,-1 0 1,1-1-1,-2-1 0,1 0 1,0-1-1,-1 0 0,0-1 1,0-1-1,0 0 0,0-1 1,0-1-31,-24-15-2393,26-7-2560</inkml:trace>
  <inkml:trace contextRef="#ctx0" brushRef="#br0" timeOffset="-60160.455">755 8489 5521,'0'0'1018,"0"0"-282,0 0 109,0 0 233,0 0-52,0 0-153,-5-2-154,4 1-704,0 1 1,1 0-1,-1 0 0,0 0 1,1 0-1,-1 0 0,0-1 1,1 1-1,-1 0 0,1-1 1,-1 1-1,1 0 0,-1-1 1,1 1-1,-1-1 0,1 1 1,-1-1-1,1 1 0,-1-1 1,1 1-1,0-1 0,-1 1 1,1-1-1,0 0 0,-1 1 1,1-1-1,0 1 0,0-1 1,0 0-1,-1 1 0,1-1 1,0 0-1,0 1 0,0-1 1,0 0-1,0 1 1,0-1-1,1 0 0,-1 1 1,0-1-1,0 0 0,0 1 1,1-1-1,-1 0 0,0 1 1,1-1-1,-1 1 0,0-1 1,1 1-1,-1-1-15,43-27 494,-40 26-468,51-18 84,0 2 0,0 2 1,2 2-1,0 3 0,0 3 1,1 2-1,0 2 0,0 3 1,34 4-111,-52-3 54,1180-55 24,-789 53 4,-328 14-100,-1 5-1,-1 3 1,-1 5 0,9 8 18,275 60 21,103-41-178,2-22 0,371-28 157,-429-5-22,-311 2 26,295 16-71,-185 8 2637,-230-19-2470,-28 46-966,-4-22-1730</inkml:trace>
  <inkml:trace contextRef="#ctx0" brushRef="#br0" timeOffset="-52381.281">1837 11538 6513,'0'0'1507,"0"0"-514,0 0-119,0 0 221,0 0-73,-6-12-379,-17-35-163,23 47-460,0 1-1,0-1 1,0 0 0,1 0-1,-1 1 1,0-1 0,0 0 0,0 1-1,0-1 1,1 0 0,-1 1-1,0-1 1,0 1 0,0-1 0,0 0-1,0 1 1,0-1 0,0 0 0,0 1-1,0-1 1,0 0 0,0 1-1,0-1 1,-1 0 0,1 1 0,0-1-1,0 0 1,0 1 0,0-1-1,0 0 1,-1 1 0,1-1 0,0 0-1,0 1 1,-1-1 0,1 0-1,0 0 1,0 1 0,-1-1 0,1 0-1,0 0 1,-1 0 0,1 0 0,0 1-1,-1-1 1,1 0 0,0 0-1,-1 0 1,1 0 0,0 0 0,-1 0-1,1 0 1,-1 0 0,1 0-1,0 0 1,-1 0 0,1 0 0,0 0-1,-1 0-19,1 2 98,24 223 164,-23 366-125,19-113-97,2-296 40,-1 174-80,-6 77-8,-9-90 138,-42-15-98,36 13 65,-6-302 206,10-77-477,49-165-2234,-29 95-1965</inkml:trace>
  <inkml:trace contextRef="#ctx0" brushRef="#br0" timeOffset="-50294.592">208 12979 3329,'0'0'687,"0"0"-150,0 0 192,0 0 232,0 0-81,0 0-323,-5 0-153,-19 0 1387,24-1-1655,2-8-103,1-1-1,-1 1 0,2-1 0,-1 1 0,1 0 0,1 0 0,-1 1 0,2-1 0,-1 1 0,1 0 0,0 1 0,1-1 0,-1 1 0,2 1 0,2-3-32,-5 4 14,0-1 5,-2 2-9,0-1 1,1 1-1,-1 0 1,1 0-1,0 1 0,0-1 1,0 1-1,0 0 0,1 0 1,-1 0-1,1 0 1,0 1-1,0 0 0,0 0 1,0 0-1,0 1 0,0-1 1,0 1-1,0 0 1,1 1-1,-1-1 0,0 1 1,2 0-11,-3 52 552,-4-37-466,-1 0-1,-1 0 1,0 0 0,-1 0 0,0 0 0,-2-1 0,1 1 0,-2-1 0,0 0-1,0-1 1,-1 1 0,-1-1 0,-2 1-86,-62 60 493,88-90-503,95 0 14,-108 17-2,-1 0 1,0-1-1,0 1 1,0 0-1,0 0 1,0 0 0,0 1-1,0-1 1,0 0-1,0 1 1,-1-1-1,1 1 1,0-1-1,-1 1 1,1 0-1,-1 0 1,0 0 0,0 0-1,0 0 1,0 0-1,0 0 1,0 0-1,0 0 1,-1 1-1,1-1 1,-1 0-1,1 0 1,-1 1 0,0-1-1,0 0 1,0 0-1,0 1 1,0-1-1,-1 0 1,1 1-1,-1-1 1,0 1-3,-25 86 127,16-74-48,-1 1 0,0-2-1,-1 0 1,0 0 0,-1-1 0,-1 0-1,0-1 1,-1-1 0,0-1 0,0 0-1,-1 0 1,-1-2 0,1 0 0,-2-1-1,1-1 1,-1 0 0,1-1 0,-1-1-1,-1-1 1,1-1 0,0 0 0,-2-1-79,18-1-15,1 0 0,0 0 0,0 0 0,0 1 0,0-1 0,0 0 0,-1-1 0,1 1 1,0 0-1,0 0 0,0 0 0,0-1 0,0 1 0,-1-1 0,1 1 0,0-1 0,0 1 1,0-1-1,0 1 0,0-1 0,1 0 0,-1 0 0,0 1 0,0-1 0,0 0 0,1 0 1,-1 0-1,0 0 0,1 0 0,-1 0 0,1 0 0,-1 0 0,1 0 0,-1 0 0,1-1 1,0 1-1,0 0 0,-1 0 0,1 0 0,0 0 0,0 0 0,0-1 0,0 1 0,1 0 1,-1 0-1,0 0 0,0 0 0,1 0 0,-1-1 0,0 1 0,1 0 0,-1 0 0,1 0 1,0 0-1,-1 0 15,45-122-4356,-10 58-1061</inkml:trace>
  <inkml:trace contextRef="#ctx0" brushRef="#br0" timeOffset="-49830.185">679 12846 4265,'0'0'903,"0"0"-115,0 0-251,0 0 233,0 0 157,0 0-243,-9 2-228,3 0-405,0 0-1,0 0 1,0 0-1,1 1 1,-1 0-1,1 0 1,-1 0-1,1 1 1,0 0-1,0 0 1,1 0-1,-1 1 1,1-1-1,0 1 1,0 0-1,1 0 1,-4 6-51,-2 5 89,0 1 1,1 0-1,0 0 1,2 0-1,0 1 1,1 0 0,0 1-1,2-1 1,0 1-1,1 0 1,1-1-1,1 1 1,1 0-1,0 0 1,4 13-90,-3-24 9,1-1 1,1 1 0,-1-1-1,1 0 1,1 0 0,-1 0-1,1-1 1,0 1 0,1-1-1,-1 0 1,1-1 0,1 1-1,-1-1 1,1-1 0,-1 1-1,1-1 1,1 0 0,-1-1-1,0 1 1,1-1 0,0-1-1,0 0 1,0 0 0,0 0-1,0-1 1,0 0 0,0-1-1,0 0 1,8 0-10,-13 0 28,0-1 1,-1 1-1,1-1 0,0 1 1,-1-1-1,1 0 1,-1 0-1,1 0 0,-1 0 1,1 0-1,-1 0 1,0-1-1,1 1 0,-1-1 1,0 0-1,0 0 0,0 1 1,0-1-1,-1-1 1,1 1-1,0 0 0,-1 0 1,0-1-1,1 1 1,-1 0-1,0-1 0,0 0 1,0 1-1,-1-1 0,1 1 1,0-3-29,6-91 645,-7 82-615,1-20 79,1 25-87,-1 0 0,0 0-1,0 0 1,-1 0 0,0 0 0,0 0 0,-1 0 0,0 0 0,-1 0 0,0 1-1,0-1 1,-1 0 0,0 1 0,-1 0 0,1 0 0,-2 0 0,1 0 0,-1 0-1,0 1 1,-1 0 0,0 0 0,0 0 0,0 1-22,1 3 24,7-4-5871,1 5 5283,14-8-6940</inkml:trace>
  <inkml:trace contextRef="#ctx0" brushRef="#br0" timeOffset="-49457.838">1038 12959 1184,'0'0'3542,"0"0"-2297,0 0-779,0 0-64,0 0 301,0 0-123,-16 10-231,-49 38-127,63-46-203,0 0 0,0 1 0,0-1 0,0 1 0,1 0 0,-1-1 0,1 1 0,0 0 0,0 0 0,0 0 0,0 0 0,0 0 0,1 0 0,0 0 0,-1 0 0,1 1 0,0-1 0,0 0 0,1 0 1,-1 0-1,1 3-19,0 10 92,-2-6-29,0 0 1,1 1-1,0-1 1,0 1 0,1-1-1,1 1 1,0-1-1,0 0 1,1 0 0,0 0-1,1 0 1,0 0 0,0-1-1,1 0 1,0 0-1,1 0 1,0 0 0,0-1-1,1 0 1,0-1-1,1 1 1,-1-1 0,7 4-64,-6-5 38,0-1 1,0 1 0,1-1 0,-1-1 0,1 0 0,0 0 0,0-1 0,1 0-1,-1 0 1,0-1 0,1-1 0,0 1 0,-1-2 0,1 1 0,0-1 0,-1-1-1,1 0 1,0 0 0,-1-1 0,1 0 0,-1 0 0,0-1 0,1-1 0,-1 1-1,-1-1 1,1-1 0,-1 0 0,1 0 0,-1-1 0,-1 0 0,1 0 0,-1 0-1,0-1 1,-1 0 0,0-1 0,0 0 0,0 0 0,-1 0 0,0 0 0,1-4-39,-2 3 38,0 1 0,-1-1 1,0 0-1,-1 0 0,0 0 1,0 0-1,-1-1 0,0 1 1,-1 0-1,1-1 1,-2 1-1,0 0 0,0-1 1,0 1-1,-1 0 0,-1 0 1,0 0-1,0 0 0,0 1 1,-1-1-1,-1 1 1,1 0-1,-1 0 0,0 0 1,-1 1-1,0-1 0,0 1 1,-1 1-1,0-1 0,0 1 1,0 1-1,-1-1 1,0 1-1,-8-4-38,-82-2-1111,59 11-1307</inkml:trace>
  <inkml:trace contextRef="#ctx0" brushRef="#br0" timeOffset="-44719.359">1664 11609 1808,'0'0'1021,"0"0"-216,0 0 233,0 0-23,0 0 249,-14 0-107,-34 0-348,9 0 3726,107 19-4151,-21-11-191,0-3 1,1-1-1,-1-2 0,38-5-193,2 2 135,-62 1-92,77 1 83,-1-5-1,1-4 0,20-7-125,-46 1 29,38-9 9,1 5 1,1 6-1,31 3-38,418-5-24,-235-6 42,-177 0-11,0 5 0,30 7-7,731 8 83,-538-34-142,426 37 83,-503 17-29,12-20 132,-310 0-119,-1 0 12,0 0 5,0 0-40,0 0 66,-29 1049 697,-30-193-149,37 12-427,23-727-124,2-13-37,-6 0-1,-17 107-10,-66 214-38,81-408-817,4-123-3890,-4 17-2642</inkml:trace>
  <inkml:trace contextRef="#ctx0" brushRef="#br0" timeOffset="-43472.128">1214 14584 6433,'0'0'1063,"0"0"-279,0 0-411,0 0-167,0 0 253,0 0 221,25-6 187,163-25 579,1170 21 1290,-335-2-2551,-363 11-86,-158-17-43,-147-29-12,-253 29-24,1 3-1,0 5 1,3 5-20,11 7-9,-41 0 12,1-2 0,0-5 0,44-8-3,155 2 11,-172 13-3,22 2 23,0 6 0,92 19-31,-65 20 623,-142-45-748,1-1-1,0 0 1,0 0 0,0-1-1,0-1 1,1 0 0,-1 0-1,0-1 1,1-1 0,-1 0-1,0-1 1,0 0-1,5-2 126,3-13-5058</inkml:trace>
  <inkml:trace contextRef="#ctx0" brushRef="#br0" timeOffset="-40561.204">2189 11532 1176,'0'0'684,"0"0"-376,0 0-57,0 0 332,0 0 317,-3-13-108,-10-41-33,11 39 6352,9 30-6698,5 8-289,-1-1-1,-2 2 0,0-1 0,-1 1 0,-2 1 0,0-1 1,-1 1-1,-2 0 0,-1 0 0,-1 0 0,-1 24-123,2 2 160,15 1087 661,4 87 76,-5-1085-790,-2-160-358,-1-204-2872,-12 96-3803</inkml:trace>
  <inkml:trace contextRef="#ctx0" brushRef="#br0" timeOffset="-39953.151">2787 11493 6393,'0'0'1317,"0"0"-369,0 0-295,0 0 170,0 0 273,0 0-387,-1 2-393,-5 68 469,28 250 566,3 1473-81,-34-1049-409,8-736-859,1 0-1,-1 1 0,1-1 1,1 0-1,0 1 1,0-1-1,0 0 0,1 0 1,0 0-1,1 0 1,0 0-1,0-1 1,1 1-1,0-1 0,0 0 1,0 0-1,1 0 1,3 2-2,-6-8-19,0-1 1,0 0 0,0 0 0,0 0 0,0 0-1,0 0 1,0-1 0,0 1 0,0-1 0,0 1-1,0-1 1,0 0 0,-1 1 0,1-1 0,0 0-1,0 0 1,-1-1 0,1 1 0,-1 0 0,1 0-1,-1-1 1,1 1 0,-1-1 0,0 1 0,1-1-1,-1 0 1,0 1 0,0-1 0,0 0 0,-1 0-1,1 0 1,0 0 0,-1 0 0,1 0 0,-1 0-1,0 0 1,1 0 0,-1 0 0,0 0 0,0 0-1,0 0 1,-1 0 0,1 0 0,0 0 0,-1 0-1,0 0 19,3-9-144,12-73-1471,-8-10-2062</inkml:trace>
  <inkml:trace contextRef="#ctx0" brushRef="#br0" timeOffset="-39408.589">3400 11289 6273,'0'0'1006,"0"0"-203,0 0-63,0 0 16,0 0 155,0 0-330,7-24-237,21-71-51,-28 96-266,0 0 0,1-1 0,-1 1 0,1-1 1,-1 1-1,1-1 0,-1 1 0,1-1 1,-1 1-1,1-1 0,0 0 0,-1 1 1,1-1-1,0 0 0,-1 1 0,1-1 1,0 0-1,-1 0 0,1 0 0,0 0 0,-1 0 1,1 0-1,0 0 0,-1 0 0,1 0 1,0 0-1,0 0 0,-1 0 0,1 0 1,0 0-1,-1-1 0,1 1 0,0 0 1,-1 0-1,1-1 0,-1 1 0,1-1 0,0 1 1,-1 0-1,1-1 0,-1 1 0,1-1 1,-1 1-1,1-1 0,-1 0-27,58 520 2579,-24 716-2055,-116 162 13,81-1313-525,-1-38 1,2 0 1,1 0-1,3 0 1,2 0-1,1 0 1,7 14-14,-14-58 31,5 9-183,-1-35-405,-4-185-2477,0 84-1933</inkml:trace>
  <inkml:trace contextRef="#ctx0" brushRef="#br0" timeOffset="-38939.941">3828 11139 7650,'0'0'1757,"0"0"-220,0 0-465,0 0-87,0 0-294,0 0-413,5 15-77,18 89 166,-5 1 1,-4 1-1,-5 0 1,-4 56-368,2 489 895,-47 291-895,-17 312 208,57-1254-208,-1 15-15,0-1 1,1 1 0,1-1 0,0 0 0,1 1 0,1-1 0,0 0 0,1 0 0,0 0-1,1-1 1,0 1 0,7 10 14,-10-23-27,-1-1-1,0 1 1,0-1-1,0 1 0,0-1 1,1 0-1,-1 0 1,0 1-1,0-1 1,1 0-1,-1 0 1,0 0-1,0 0 0,1 0 1,-1-1-1,0 1 1,0 0-1,1-1 1,-1 1-1,0 0 1,0-1-1,0 1 1,0-1-1,0 0 0,0 1 1,0-1-1,0 0 1,0 0-1,0 0 1,0 0-1,0 0 1,0 0-1,-1 0 0,1 0 1,0 0-1,-1 0 1,1 0-1,-1 0 1,1 0-1,-1 0 1,1-1-1,-1 1 0,0 0 1,0 0-1,0-1 1,0 1-1,0-1 28,22-56-2000,-5-18-2341</inkml:trace>
  <inkml:trace contextRef="#ctx0" brushRef="#br0" timeOffset="-38488.535">4495 11476 7322,'0'0'1040,"0"0"-103,0 0-229,0 0 149,0 0-105,0 0-172,8 29 292,43 289 619,-27 1289 387,-26-1129-1822,-26 712 175,33-1110-231,-5-79-9,0-1 1,0 1 0,0 0 0,0 0 0,0 0 0,1-1-1,-1 1 1,0 0 0,0 0 0,1-1 0,-1 1 0,0 0 0,1-1-1,-1 1 1,1 0 0,-1-1 0,1 1 0,-1-1 0,1 1-1,0-1 1,-1 1 0,1-1 0,0 1 0,-1-1 0,1 1-1,0-1 1,-1 0 0,1 1 0,0-1 0,0 0 0,0 0 0,-1 0-1,1 0 1,0 1 0,0-1 0,-1 0 0,1 0 0,0-1-1,0 1 1,0 0 0,-1 0 0,1 0 0,0 0 0,0-1-1,-1 1 1,1 0 0,0-1 0,0 1 0,-1 0 0,1-1 0,0 1-1,-1-1 1,1 1 0,-1-1 0,1 0 0,-1 1 0,1-1-1,-1 1 1,1-1 0,-1 0 8,54-147-2690,-34 44-1796</inkml:trace>
  <inkml:trace contextRef="#ctx0" brushRef="#br0" timeOffset="-38068.982">5099 11507 7138,'0'0'1435,"0"0"21,0 0-469,0 0-252,0 0-50,0 0-134,12 38-96,-6-22-404,12 41 129,-1 0-1,-3 1 1,-3 0-1,1 33-179,7 282 850,-18 37-850,-1-229 113,-29 621 338,21-706-419,-50 981 570,65-948-762,-1-134-338,9-122-2674,-14 31-951</inkml:trace>
  <inkml:trace contextRef="#ctx0" brushRef="#br0" timeOffset="-37663.258">5567 11479 9362,'0'0'1426,"0"0"-379,0 0-497,0 0-195,0 0 187,12 34-85,73 270 343,-62-88-176,-9 1-1,-13 165-623,-1-308 96,-63 973 710,32-684-701,-10 573-22,58-863-327,6-71-411,-16-10 344,0-1 0,-1 1 0,0-1 0,-1-1 0,1 1 0,-2-1 0,0 1 0,0-1 0,0-1 0,-1 1 0,0-7 311,18-78-4338</inkml:trace>
  <inkml:trace contextRef="#ctx0" brushRef="#br0" timeOffset="-37243.104">6269 11680 6657,'0'0'1475,"0"0"-112,0 0-74,0 0-300,0 0-294,0 0-380,-1-8-178,0 8-125,0-22 103,13 27 245,-5 9-188,-1 1-1,0 0 1,-2 0 0,1 0 0,-2 1 0,0-1-1,-1 1 1,0 0 0,-1 5-172,1 2 125,21 342 921,-16 95-1046,-6-350 71,-4 441 163,-26 34-234,4-305 15,-11 133 70,16 54-85,20-447-24,-1-18 11,0 1 0,0-1 0,0 0 1,0 0-1,1 1 0,-1-1 0,1 1 1,0-1-1,-1 0 0,1 1 0,0-1 0,1 1 1,-1-1-1,0 0 0,1 1 0,-1-1 1,1 0-1,-1 1 0,1-1 0,0 0 1,0 0-1,0 0 0,1 1 0,-1-1 0,0 0 1,1-1-1,-1 1 0,1 0 0,0 0 1,0-1-1,-1 1 0,1-1 0,0 1 1,0-1-1,0 0 0,1 0 0,-1 0 0,0 0 1,0 0-1,1 0 0,-1-1 0,0 1 1,1-1-1,-1 1 0,2-1 13,37-13-1644,-3-33-1832</inkml:trace>
  <inkml:trace contextRef="#ctx0" brushRef="#br0" timeOffset="-36476.969">3485 10100 9154,'0'0'1340,"0"0"-557,0 0-196,0 0 182,29 17-23,-7-4-620,-8-4-66,0 0-1,0-1 0,1-1 0,0 0 1,0-1-1,0-1 0,1 0 0,0-1 1,0-1-1,0 0 0,1-1 0,13-1-59,39-1 298,1-4 0,-2-2 0,64-15-298,262-72 343,-348 90-313,-39 68 121,-13-29-58,-2-1 0,0 0 0,-3 0 0,-1-1 0,-1-1-1,-2 0 1,-4 5-93,0 3 42,-229 430 578,236-459-1484,17-40-931,-5 27 1756,11-40-2799</inkml:trace>
  <inkml:trace contextRef="#ctx0" brushRef="#br0" timeOffset="-36259.704">3869 10508 7338,'0'0'2592,"0"0"-1816,0 0-112,0 0 401,173 0 175,-82 0-496,6 0-336,-2-3-104,-4-3-184,-12 0-48,-13 1-48,0-4-24,-16 6-784,-22-5-2048</inkml:trace>
  <inkml:trace contextRef="#ctx0" brushRef="#br0" timeOffset="-35826.131">5017 10009 8394,'0'0'1285,"0"0"-58,0 0-73,-31-3-61,-95-11-278,124 13-798,0 0-1,0 1 0,0-1 1,-1 0-1,1 1 0,0 0 1,0-1-1,0 1 1,-1 0-1,1 0 0,0 0 1,0 1-1,-1-1 0,1 0 1,0 1-1,0 0 0,0-1 1,0 1-1,-1 0 1,1 0-1,0 0 0,1 0 1,-1 0-1,0 1 0,0-1 1,0 1-1,1-1 0,-1 1 1,1 0-1,-1-1 0,1 1 1,0 0-1,0 0 1,-1 0-1,1 0 0,1 0 1,-1 0-1,0 1-16,-2 4 46,0 4-23,0 0-1,0 1 1,1-1-1,1 0 0,0 1 1,1-1-1,0 1 1,0-1-1,1 1 0,1-1 1,0 1-1,0-1 1,2 0-1,-1 0 0,1 0 1,1 0-1,-1-1 0,2 0 1,2 5-23,16 16 45,1-2 1,1 0-1,1-1 0,2-2 1,12 8-46,107 112 114,-143-140-105,1 0-1,-2 0 0,1 0 1,0 1-1,-1 0 0,0 0 1,-1 0-1,0 1 0,0-1 1,0 1-1,-1-1 0,0 1 1,-1 0-1,1 0 0,-2 0 1,1 0-1,-1 0 0,0 0 1,-1 0-1,0 0 0,0 0 1,-1 0-1,1 0 0,-2-1 1,1 1-1,-1-1 0,-1 1 1,1-1-1,-1 0 0,0 0 1,-1-1-1,0 1 0,0-1 1,0 0-1,0 0 0,-1-1 1,0 1-1,-1-1 0,1-1 1,-1 1-1,0-1 0,0 0 1,0-1-1,-3 2-8,1-2 10,-1 0 0,1-1 0,-1 1 0,1-2-1,-1 0 1,0 0 0,1 0 0,-1-1 0,0-1 0,1 0 0,-1 0 0,0-1-1,1 0 1,-1 0 0,1-1 0,0-1 0,0 1 0,0-2 0,1 1 0,-1-1-1,1 0 1,0-1 0,0 0 0,1 0 0,0-1 0,0 0 0,0 0 0,1 0-1,0-1 1,1 0 0,-1 0 0,-2-8-10,7 7 14,0 0-1,1-1 1,0 1 0,0 0-1,1-1 1,0 1 0,1 0 0,0 0-1,0 0 1,1 0 0,1 0-1,-1 0 1,1 1 0,1-1-1,-1 1 1,1 1 0,1-1-1,0 0 1,0 1 0,0 0-1,1 1 1,0 0 0,0 0-1,0 0 1,1 1 0,0 0-1,7-4-13,5-7 26,137-109 108,5-5-892,-64 38-2955,-54 43-4086</inkml:trace>
  <inkml:trace contextRef="#ctx0" brushRef="#br0" timeOffset="-35531.54">5586 10066 3153,'0'0'4665,"0"0"-2593,0 0-268,0 0-314,0 0-371,0 0-472,-3 27-211,-33 175 268,8-130-493,19-52-141,1-1 1,0 1-1,2 0 1,0 1-1,2 0 1,0 0-1,0 13-70,59-21 9,-48-13-8,20-3-30,0-1 1,0-1-1,0-1 1,-1-1 0,0-2-1,0-1 1,17-9 28,11-3-398,38-11-3197,-67 23-1567</inkml:trace>
  <inkml:trace contextRef="#ctx0" brushRef="#br0" timeOffset="-35250.606">5712 10125 8514,'0'0'1440,"0"0"337,-57 187-545,35-79-208,0 8-216,3 8-352,10-13-32,6-18-152,3-22-144,0-26-128,12-22-104,20-23-848,-7-34-1208,-16-6-8154</inkml:trace>
  <inkml:trace contextRef="#ctx0" brushRef="#br0" timeOffset="-33255.081">2026 12064 1200,'0'0'552,"0"0"-552,0 0-1064</inkml:trace>
  <inkml:trace contextRef="#ctx0" brushRef="#br0" timeOffset="-32488.355">1610 12118 2537,'0'0'1305,"0"0"51,0 0 171,0 0-61,0 0-367,0 0-518,5 1-14,146 54 1298,-93-44-1498,0-4 0,1-2 0,-1-2 0,1-4 0,42-5-367,255-47 445,-165 17-425,-41 17 20,1 6 0,94 5-40,133 16 21,51-4 22,355-74-67,-1 59 81,-131-1-43,-413 14-5,60-7 41,-19-3 108,-182-25 81,-152 59-2661,-6 3-3869</inkml:trace>
  <inkml:trace contextRef="#ctx0" brushRef="#br0" timeOffset="-31502.823">1651 12512 6121,'0'0'933,"0"0"-349,0 0-330,0 0 194,0 0 470,0 0 196,27 16-122,179 97 475,-150-97-1259,0-3-1,1-2 1,0-2 0,1-3 0,0-3 0,0-2 0,0-3 0,22-4-208,118-14 229,-2-9 0,98-31-229,-99 19 37,44 4-43,2 11 0,0 11 0,135 12 6,123 30 26,305-32 38,-673 0-68,-41 0 0,1 4 0,0 4 0,13 5 4,30 4 20,0-6 1,52-7-21,121 3 0,-139-2 188,-156-3-158,-33 2-76,-26 1-568,-8 0-1515</inkml:trace>
  <inkml:trace contextRef="#ctx0" brushRef="#br0" timeOffset="-30582.957">1548 13143 5881,'0'0'1175,"0"0"-176,26 9-165,-11-4-695,12 4 143,0 0 0,0-2-1,1-1 1,-1-1 0,1-2-1,18 0-281,421-14 2097,688-58-729,-166-47-1163,-871 111-175,0 5 0,0 5-1,-1 6 1,18 7-30,-10-3 25,0-5-1,1-6 1,-1-5-1,1-6 1,22-8-25,116-9-67,178 9 67,-10 91 211,-410-75-368,-19 0 108,1 0 0,0-1 0,-1 1 0,1 0 0,0-1 0,0 0 0,0 0 0,-1 0 0,1-1 0,0 1 0,0-1 0,-1 0 0,1 0 0,0 0 0,-1 0 0,1-1 0,-1 1 0,1-1 0,-1 0 0,0 0 0,0 0 0,0-1 0,0 1 0,0-1 0,0 1 0,-1-1 0,1 0 0,-1 0 0,0 0 0,0-1 0,0 1 0,0-1 49,-1-8-4463</inkml:trace>
  <inkml:trace contextRef="#ctx0" brushRef="#br0" timeOffset="-29696.059">1610 13624 3449,'0'0'1523,"0"0"-190,0 0-180,0 0-400,0 0 107,0 0 430,43 2-85,291 8 221,-53-21-272,74-21-1154,201-9 157,-140 46 102,137 30-259,-9-30 178,135-61-76,2-22-120,72-12 45,-472 75 69,-277 63 460,-44-10-1947,10-28-2071</inkml:trace>
  <inkml:trace contextRef="#ctx0" brushRef="#br0" timeOffset="-28747.976">1491 14171 4649,'0'0'1500,"0"0"-19,0 0-779,0 0-285,0 0 241,0 0 231,27 8-33,189 47 596,-15-41 216,182-11-1668,-200-4 232,63-2 223,217-32-455,-124-12 29,-24 1 4,187 2-33,143 43 113,-579-3-92,0-3 0,-1-2 0,0-4 0,31-11-21,164-28-31,-172 39 45,0 4 0,0 4 0,1 4-1,0 3 1,-1 5 0,48 10-14,243 19-49,-178 2 118,-194-74-1424,-7-1-3674</inkml:trace>
  <inkml:trace contextRef="#ctx0" brushRef="#br0" timeOffset="-21159.461">7369 11617 3537,'0'0'1260,"0"0"-180,0 0-34,0 0 61,0 0-187,-4-6-325,-2-3-713,5 6 300,-1 0 0,0 0 0,0 0 0,0 0 0,0 0 0,0 0 1,0 1-1,-1-1 0,1 1 0,-1 0 0,0 0 0,0 0 0,0 0 0,0 0 1,0 0-1,0 1 0,0 0 0,0-1 0,-1 1 0,1 0 0,0 1 1,-2-1-183,4 1 7,0 0 0,0 0 0,1 0 0,-1 0 1,0 0-1,0 0 0,0 0 0,0 0 0,0 0 1,0 1-1,0-1 0,1 0 0,-1 1 1,0-1-1,0 0 0,0 1 0,1-1 0,-1 1 1,0 0-1,1-1 0,-1 1 0,0-1 0,1 1 1,-1 0-1,1 0 0,-1-1 0,1 1 0,-1 0 1,1 0-1,-1-1 0,1 1 0,0 0 1,0 0-1,-1 0 0,1 0 0,0 0 0,0 0 1,0 0-1,0-1 0,0 1 0,0 0 0,0 0 1,0 0-1,0 0 0,1 0 0,-1 0 1,0 0-1,0-1 0,1 1-7,-1 10 23,0 5 19,-1-12-42,0 0 1,1 0-1,0 0 0,0 0 1,0 0-1,0 0 0,0 0 1,1 0-1,-1 0 0,1 0 1,0 0-1,1 0 0,-1-1 1,1 1-1,-1 0 0,1-1 0,0 1 1,1-1-1,-1 0 0,0 0 1,1 1-1,0-2 0,0 1 1,0 0-1,0-1 0,2 2 0,4 2 3,0-1 0,1 0 0,0-1 0,0 0 0,0 0 0,0-1 0,0-1 0,1 0 0,-1 0-1,1-1 1,0 0 0,-1-1 0,1 0 0,0-1 0,-1 0 0,1 0 0,-1-1 0,1-1 0,-1 0 0,0 0 0,0-1-1,0 0 1,0-1 0,-1 0 0,0-1 0,0 0 0,0 0 0,-1-1 0,0 0 0,0 0 0,-1-1 0,7-8-3,-13 14 3,0-1 0,0 1-1,0-1 1,-1 1 0,1-1 0,-1 1 0,0-1 0,1 1 0,-1-1 0,0 0 0,0 1 0,-1-1 0,1 0 0,-1 1 0,1-1 0,-1 1 0,0-1 0,0 1 0,0 0 0,0-1 0,0 1 0,0 0-1,-1-1 1,1 1 0,-1 0 0,0 0 0,1 0 0,-1 1 0,0-1 0,0 0 0,0 1 0,-1-1 0,1 1 0,0 0 0,0-1 0,-1 1-3,-88-37 392,-50 32-10,139 6-431,0 0 1,1 0-1,-1 0 1,0 0 0,0 1-1,1-1 1,-1 1-1,0-1 1,1 1-1,-1 0 1,0-1-1,1 1 1,-1 0-1,1 0 1,0 0-1,-1 0 1,1 1-1,0-1 1,-1 0 0,1 0-1,0 1 1,0-1-1,0 1 1,0-1-1,1 1 1,-1-1-1,0 1 1,0 0-1,1-1 1,-1 1-1,1 0 1,0 0-1,0-1 1,-1 1 0,1 0-1,0 0 1,0-1-1,0 1 1,1 0-1,-1 0 1,0 0 48,0 16-3949</inkml:trace>
  <inkml:trace contextRef="#ctx0" brushRef="#br0" timeOffset="-12395.825">7426 12064 416,'0'0'1439,"0"0"-349,0 0 225,0 0-285,0 0-321,0 0 187,0 0-13,0 0-213,0 0-159,0 0 149,0 0 35,0 0-196,-26 6 1196,0 7-1203,19-10-429,-1 0 1,1 0 0,0 1-1,0 0 1,1 0 0,-1 1-1,1-1 1,0 1 0,0 1-1,0-1 1,1 1 0,0 0-1,0 1 1,0 0-64,-20 69 45,25-73-44,0-1 0,-1 1-1,1 0 1,1-1 0,-1 1-1,0 0 1,0-1 0,1 1-1,0-1 1,-1 1 0,1 0-1,0-1 1,0 0 0,1 1-1,-1-1 1,0 0 0,1 1-1,-1-1 1,1 0 0,0 0-1,0 0 1,0 0 0,0-1-1,0 1 1,0 0 0,0-1-1,0 0 1,1 1 0,-1-1-1,1 0 1,-1 0 0,1 0-1,-1-1 1,1 1 0,-1-1-1,1 1 1,0-1 0,0 0-1,6 3 0,0 0 1,-1-1 0,1 0-1,1-1 1,-1 0 0,0 0-1,0-1 1,0 0 0,0-1 0,1 0-1,-1 0 1,0-1 0,0 0-1,-1-1 1,1 0 0,0 0-1,-1-1 1,0 0 0,0 0-1,0-1 1,0 0 0,-1 0 0,0-1-1,0 0 1,0 0 0,-1-1-1,0 0 1,0 0 0,3-5-1,-9 7 8,0 1 1,0-1 0,0 0 0,-1 1-1,0-1 1,1 1 0,-2-1 0,1 1-1,0 0 1,-1 0 0,0-1 0,0 1-1,0 0 1,-1 0 0,1 1 0,-1-1-1,0 0 1,0 1 0,0 0 0,0 0-1,-1 0 1,1 0 0,-1 0-1,0 1 1,0-1 0,0 1 0,0 0-1,0 0 1,-1 1 0,1-1 0,0 1-1,-1 0 1,1 0 0,-1 1 0,1-1-1,-2 1-8,4-1-183,-27-6 243,16 5-4116,13 2-1052</inkml:trace>
  <inkml:trace contextRef="#ctx0" brushRef="#br0" timeOffset="-11758.027">7404 12687 2961,'0'0'1193,"0"0"-214,0 0 68,0 0 25,0 0 123,0 0-161,-12-1-237,-58-6 869,67 9-1626,0 0-1,0 0 1,0 1 0,1-1-1,-1 1 1,1 0 0,-1 0-1,1 0 1,0 0 0,0 0-1,0 0 1,1 1 0,-1-1-1,1 1 1,-1-1-1,1 1 1,1-1 0,-1 1-1,0 0 1,1-1 0,0 1-1,-1 0 1,1 0 0,1-1-1,-1 1 1,1 0 0,0 0-40,-2 0 1,1 0 0,-1 0 1,1 0-1,0 0 0,1 1 1,-1-1-1,1 0 0,0 0 1,0-1-1,0 1 0,0 0 1,1 0-1,-1 0 0,1-1 1,0 1-1,0-1 0,0 1 1,1-1-1,-1 0 0,1 0 1,2 2-2,-1-1 1,1 1 0,-1-1 0,1 0 0,0 0 0,0-1 0,1 1-1,-1-1 1,1 0 0,-1-1 0,1 1 0,0-1 0,0 0 0,0-1 0,0 0 0,0 0 0,1 0 0,-1 0 0,0-1 0,0 0 0,1 0 0,0-1-1,15-61 104,-21 46-47,8-133 63,-10 147-165,0-1 0,0 1 0,0 0 0,-1 0 0,1-1 0,-1 1 0,1 0 0,-1 1-1,0-1 1,0 0 0,0 0 0,0 1 0,0-1 0,0 1 0,0-1 0,-1 1 0,1 0 0,0 0 0,-1 0 0,1 0-1,-1 1 1,1-1 0,-1 1 0,1-1 0,-1 1 0,1 0 0,-1 0 0,1 0 0,-1 0 0,0 1 0,1-1 0,-1 1-1,1-1 1,-1 1 0,1 0 0,0 0 0,-1 0 0,1 0 0,0 0 0,-1 1 0,1-1 0,0 1 0,0-1 0,0 1-1,1 0 1,-1 0 45,-15 15-3540</inkml:trace>
  <inkml:trace contextRef="#ctx0" brushRef="#br0" timeOffset="-11180.597">7313 13293 5761,'0'0'2129,"0"0"-313,0 0-360,0 0-247,0 0-497,0 0-480,0 0-232,0 0-8,0 0-376,0 0-977,0 0-1447</inkml:trace>
  <inkml:trace contextRef="#ctx0" brushRef="#br0" timeOffset="-10993.242">7300 13644 1848,'0'0'6386,"0"0"-5138,0 0 8,0 0-832,0 0-256,0 0-168,0 0-280,13 59-1104,12-70-1297</inkml:trace>
  <inkml:trace contextRef="#ctx0" brushRef="#br0" timeOffset="-10820.196">7300 13644 6049,'-3'178'1985,"-3"-175"-777,6-3-176,0 0-744,0 0-288,12 0-320,4-17-928,-6 3-3537</inkml:trace>
  <inkml:trace contextRef="#ctx0" brushRef="#br0" timeOffset="-9991.128">7329 14221 4281,'0'0'1502,"0"0"-202,0 0 121,0 0-226,0 0-118,0 0-292,-13 8-418,-40 25-139,51-32-217,1 0 1,-1 0-1,1 1 0,0-1 1,-1 0-1,1 1 1,0-1-1,0 1 0,0-1 1,0 1-1,0-1 0,1 1 1,-1 0-1,0-1 1,1 1-1,-1 0 0,1 0 1,0 0-1,-1-1 0,1 1 1,0 0-1,0 0 1,0 0-1,0 0 0,1-1 1,-1 1-1,1 2-11,0 4 46,-2-3-33,1 0 0,0 0-1,1-1 1,-1 1-1,1 0 1,0 0 0,0-1-1,0 1 1,0 0-1,1-1 1,0 1-1,0-1 1,0 0 0,1 0-1,-1 0 1,1 0-1,0 0 1,0 0 0,0-1-1,1 1 1,-1-1-1,1 0 1,0 0 0,0 0-1,0-1 1,0 0-1,3 2-12,3 1 3,0 0 0,-1-1 0,1-1 1,1 0-1,-1 0 0,0 0 0,1-2 0,0 1 0,-1-1 0,1-1 0,0 0 0,-1 0 0,1-1 0,0-1 0,-1 1 0,1-2 0,-1 1 0,0-2 0,0 1 0,0-1 0,0-1 0,-1 0 0,1 0 0,-1-1 0,-1 0 0,2-1-3,-8 5 15,0 0 0,-1 1 1,1-1-1,0 0 0,-1 0 0,1 0 0,-1 0 0,0 0 0,1 0 0,-1 0 1,0 0-1,-1 0 0,1-1 0,0 1 0,0 0 0,-1-1 0,0 1 1,1 0-1,-1-1 0,0 1 0,0-1 0,0 1 0,0-1 0,-1 1 0,1 0 1,-1-1-1,1 1 0,-1 0 0,0-1 0,0 1 0,0 0 0,0 0 1,0 0-1,-1 0 0,1 0 0,-1 0 0,1 0 0,-1 0 0,0 1 1,1-1-1,-1 0 0,0 1 0,-1-1-15,-15-3 174,0 1 0,0 0 0,0 2-1,0 0 1,-1 1 0,1 0 0,-1 2 0,-6 1-174,-22-1 204,-34 4-3,80-6-276,-1 0 1,1 0-1,0 1 0,0-1 0,0 0 0,0 0 0,0 0 0,0 0 1,0 0-1,0-1 0,0 1 0,0 0 0,0 0 0,1 0 1,-1-1-1,0 1 0,1-1 0,0 1 0,-1 0 0,1-1 0,0 1 1,-1-1-1,1 1 0,0-1 0,0 1 0,0 0 0,0-1 1,1 1-1,-1-1 0,0 1 0,0-1 0,1 1 0,-1 0 0,1-1 1,0 1-1,-1 0 0,1-1 0,0 1 0,0 0 0,-1 0 1,1 0-1,0 0 0,0 0 0,0 0 0,1 0 0,-1-1 75,0 0-278,22-42-4951</inkml:trace>
  <inkml:trace contextRef="#ctx0" brushRef="#br0" timeOffset="-9130.666">8014 11903 4313,'0'0'717,"0"0"-422,0 0-55,0 0 188,18-27 194,54-84 35,-5 29 2463,-58 110-303,-10 71-2332,-6 1 0,-3-1 0,-5 0 0,-4-1 0,-8 8-485,-17 106 644,36-171-574,3 1 0,1-1 0,2 1 0,2-1 0,4 29-70,-3-61 2,0-1 1,1 0 0,0 0-1,0 0 1,1 0 0,0 0 0,0 0-1,1-1 1,0 1 0,0-1 0,1 0-1,0 0 1,0-1 0,0 1-1,1-1 1,0-1 0,1 1 0,-1-1-1,1 0 1,0 0 0,0-1 0,0 0-1,1 0 1,-1 0 0,1-1-1,7 1-1,15 4-171,1-1 1,0-1 0,0-2 0,0-1 0,0-2-1,16-1 170,-47-1-51,0 1-1,0 0 1,0-1-1,0 1 1,0-1-1,0 1 1,0 0-1,-1-1 1,1 1-1,0 0 0,1-1 1,-1 1-1,0-1 1,0 1 51,-10 3-5,1 0 0,0 0 1,0 1-1,0 0 0,1 1 0,-1 0 1,1 0-1,0 1 0,0 0 1,1 1-1,0-1 0,0 2 0,1-1 1,-1 0-1,2 1 0,-1 0 0,1 1 1,0-1-1,1 1 0,0 0 1,0 0-1,1 1 5,-24 54 17,4 2 0,2 0 0,3 2 0,3 0 0,3 1 0,-3 69-17,8-80 18,-11 136 1063,7 182-1081,11-368 37,-1-7-35,0 0 0,1 0 1,-1 1-1,1-1 0,0 0 1,-1 0-1,1 1 0,0-1 1,0 0-1,0 1 0,0-1 1,0 0-1,0 1 1,0-1-1,1 0 0,-1 1 1,0-1-1,1 0 0,-1 1 1,1-1-1,-1 0 0,1 0 1,0 0-1,-1 0 0,1 1 1,0-1-1,0 0 0,0 0 1,0 0-1,0-1 1,0 1-1,0 0 0,0 0 1,0 0-1,0-1 0,0 1 1,1-1-1,-1 1 0,0-1 1,0 1-1,1-1 0,-1 0 1,1 1-3,1-3-12,1 0 1,-1 0-1,0 0 0,0 0 1,0 0-1,0 0 1,0-1-1,-1 0 1,1 1-1,-1-1 0,0 0 1,1 0-1,-1 0 1,-1-1-1,1 1 1,0 0-1,-1-1 0,0 1 1,1-1-1,-2 1 1,1-1-1,0-1 12,63-212-4313,-41 109-3379</inkml:trace>
  <inkml:trace contextRef="#ctx0" brushRef="#br0" timeOffset="-8717.754">8722 12885 6529,'0'0'823,"0"0"-373,0 0-26,0 0 83,29-13 85,93-42-166,-120 54-386,-1-1-1,0 1 0,1 0 0,-1 0 0,1 0 0,0 0 0,-1 0 0,1 0 0,0 0 0,-1 0 1,1 1-1,0-1 0,0 1 0,0-1 0,-1 1 0,1 0 0,0 0 0,0 0 0,0 0 1,0 0-1,0 0 0,0 0 0,-1 0 0,1 1 0,0-1 0,0 1 0,0 0 0,-1-1 0,1 1 1,0 0-1,-1 0 0,1 0 0,-1 0 0,1 0 0,-1 0 0,1 1 0,-1-1 0,0 1 1,0-1-1,1 0 0,-1 1 0,0 0 0,0-1 0,-1 1 0,1 0 0,0-1 0,0 1 0,-1 0 1,1 0-1,-1 0 0,0-1 0,1 1 0,-1 0 0,0 0 0,0 0 0,0 0 0,-1 0 1,1 0-1,0-1 0,-1 3-39,1 5 218,2 8-15,-1-1 1,-1 1-1,0-1 0,-1 1 1,-1-1-1,-1 0 0,0 0 0,-1 0 1,-1 0-1,-1 0 0,-6 12-203,-44 74 650,90-97-707,-32-5 60,-1 1 0,1 0 0,0-1 0,-1 1 1,1 0-1,-1 0 0,1 0 0,-1 1 1,1-1-1,-1 0 0,1 0 0,-1 1 1,0-1-1,0 1 0,0-1 0,0 1 0,0-1 1,0 1-1,0 0 0,-1-1 0,1 1 1,-1 0-1,1 0 0,-1 0 0,1-1 1,-1 1-1,0 0 0,0 0 0,0 0 0,0 0 1,0-1-1,-1 1 0,1 0 0,0 0 1,-1 0-1,1-1 0,-1 1 0,0 0 1,0 0-1,0 1-3,-33 71 80,-52 24 183,85-98-279,1 0 0,-1 0 1,1 0-1,-1 0 1,0 0-1,1 0 0,-1-1 1,1 1-1,-1 0 0,1 0 1,-1-1-1,1 1 1,-1 0-1,1-1 0,-1 1 1,1 0-1,-1-1 0,1 1 1,0-1-1,-1 1 1,1-1-1,0 1 0,-1-1 1,1 1-1,0-1 0,-1 1 1,1-1-1,0 1 1,0-1-1,0 1 0,0-1 1,-1 1-1,1-1 1,0 0-1,0 1 0,0-1 1,0 1-1,0-1 0,1 0 1,-1 1-1,0-1 1,0 1-1,0-1 0,0 1 1,1-1-1,-1 1 0,0-1 1,0 1-1,1-1 1,-1 1-1,0-1 0,1 1 1,-1-1-1,1 1 0,-1-1 1,1 1-1,-1 0 1,1-1-1,-1 1 0,1 0 1,-1 0-1,1-1 0,-1 1 1,1 0-1,-1 0 1,1 0-1,-1-1 0,1 1 1,0 0-1,-1 0 16,34-54-2686,7-8-2782</inkml:trace>
  <inkml:trace contextRef="#ctx0" brushRef="#br0" timeOffset="-8422.142">9191 13098 5825,'0'0'1545,"0"0"226,0 0-360,0 0-363,0 0-140,0 0-289,-6 26-234,-15 84-125,20-105-242,0 0 0,0 0-1,0 0 1,0 1 0,1-1 0,-1 0-1,1 0 1,1 0 0,-1 1 0,1-1-1,0 0 1,0 0 0,1 0-1,-1 0 1,1 0 0,0 0 0,0 0-1,1-1 1,-1 1 0,1-1 0,0 0-1,1 0 1,-1 0 0,1 0-1,-1 0 1,1-1 0,0 1 0,0-1-1,1 0 1,-1 0-18,8 1 14,0 1 0,0-2 0,0 1 0,1-2 0,-1 0-1,1 0 1,-1-1 0,1-1 0,-1 0 0,5-1-14,-9 0 10,1 0 0,-1-1 0,1 0 0,-1-1-1,0 1 1,0-2 0,0 1 0,0-1 0,-1 0 0,1-1 0,-1 0-1,0 0 1,-1 0 0,1-1 0,-1 0 0,0-1 0,0 1 0,-1-1-1,0 0 1,0 0 0,-1-1 0,0 1 0,0-1 0,-1 0 0,0 0-1,0 0 1,-1 0 0,0-1 0,0 1 0,-1-1 0,0 0 0,-1 1 0,1-1-1,-2 1 1,1-1 0,-1 0 0,-1 1 0,0-3-10,0 7 36,1-1 1,-1 1-1,0 0 1,0 0-1,-1 0 1,1 0-1,-1 0 0,0 1 1,0-1-1,0 1 1,0 0-1,-1 0 1,1 0-1,-1 0 1,0 1-1,0-1 0,0 1 1,0 0-1,0 0 1,0 1-1,-1-1 1,1 1-1,0 0 1,-1 0-1,0 0-36,-119-10 409,103 11-499,0 1-1,0 1 0,1 1 1,-1 1-1,1 1 1,-1 0-1,1 1 1,1 2-1,-1 0 1,1 1 90,-42 24-3501,12-3-5895</inkml:trace>
  <inkml:trace contextRef="#ctx0" brushRef="#br0" timeOffset="-7580.129">7524 14708 1568,'0'0'2030,"0"0"-728,0 0-21,0 0 18,0 0 288,0 0-49,0-8 1660,-16 360-1414,13-319-1737,3-46-768,0-22-1019,0-2-2399</inkml:trace>
  <inkml:trace contextRef="#ctx0" brushRef="#br0" timeOffset="-7095.568">7495 15331 2905,'0'0'770,"0"0"-337,0 0 3,0 0 338,0 0 119,0 0-97,4-7 259,11-21 194,-12 21 29,-3 7-271,0 0-379,0 0-243,0 0-51,0 0 7,0 0 67,0 52 291,-22 96-180,22-147-612,-6 24 224,-1-19-3282,1-6-1236</inkml:trace>
  <inkml:trace contextRef="#ctx0" brushRef="#br0" timeOffset="-6809.64">7420 15730 2537,'0'0'2800,"0"0"-1816,0 0-255,0 0 55,0 0 328,0 0-392,0 0-312,0 113 224,0-87-72,0-3-192,0 5-191,0-8-57,0 2-112,0-8 8,0-8-16,6-6-1273,-6 0-1575</inkml:trace>
  <inkml:trace contextRef="#ctx0" brushRef="#br0" timeOffset="-6547.575">7414 16172 2849,'0'0'2704,"0"0"-1320,0 0-455,0 170-113,0-125 168,0-8 120,0-15-264,0-7-223,0-10-257,0-5-304,12-37-56,13-8-592,-3-6-1793</inkml:trace>
  <inkml:trace contextRef="#ctx0" brushRef="#br0" timeOffset="-5853.95">8131 14887 5825,'0'0'1395,"0"0"-248,0 0-549,0 0-82,0 0 113,0 0-123,17 8 94,-5-4-452,-8-2-81,1-1 0,-1 1 0,1-1 1,-1 1-1,0 0 0,0 1 0,0-1 0,0 1 1,0 0-1,-1 0 0,1 0 0,-1 0 0,1 1 1,-1-1-1,0 1 0,-1 0 0,1 0 0,-1 0 1,1 0-1,-1 0 0,-1 1 0,1-1 0,0 1 1,-1-1-1,0 1 0,0-1 0,-1 1 1,1 1-69,0 111 723,-5 0-1,-5-1 0,-5 1 0,-5 0-721,-7 131 382,25-247-387,1 1 1,0-1 0,0 0 0,0 0 0,0 1 0,1-1 0,-1 0 0,0 0 0,0 0 0,1 1 0,-1-1-1,1 0 1,-1 0 0,1 0 0,0 0 0,-1 0 0,1 0 0,0 0 0,0 0 0,-1 0 0,1 0 0,0 0-1,0-1 1,0 1 0,0 0 0,0 0 0,0-1 0,0 1 0,0-1 0,1 1 0,-1-1 0,0 0 0,0 1-1,0-1 1,1 0 0,-1 0 0,0 0 0,0 0 0,0 0 0,1 0 0,-1 0 0,0 0 0,0 0-1,1 0 1,-1-1 0,0 1 0,0-1 0,0 1 0,0-1 0,0 1 0,0-1 0,0 0 0,0 1 0,0-1-1,0 0 1,0 0 0,0 0 0,0 1 0,0-2 4,36-69-455,-36 106 386,-1-30 73,-2 311 151,-22 107-155,18-326-63,10-122-148,38-138-4178,-25 76-2724</inkml:trace>
  <inkml:trace contextRef="#ctx0" brushRef="#br0" timeOffset="-5399.589">8700 15379 7834,'0'0'1244,"0"0"-452,0 0-357,0 0 201,0 0 43,0 0-192,31-8-173,97-26 44,-66 35 296,-56 32 229,-7-20-664,1 9-62,-1-1 0,-2 1 0,0 0 0,-1-1 0,-1 0-1,-1 0 1,-1 0 0,-1-1 0,0 0 0,-2 0 0,-1-1-157,-47 105 205,58-123-207,-1 0-1,1 0 0,0 0 1,1 0-1,-1 0 0,0-1 1,0 1-1,0 0 1,0 0-1,1 0 0,-1 0 1,0 0-1,1 0 0,-1-1 1,1 1-1,-1 0 1,1 0-1,-1-1 0,1 1 1,0 0-1,-1-1 0,1 1 1,0 0-1,-1-1 1,1 1-1,0-1 0,0 1 1,0-1-1,-1 0 0,1 1 1,0-1-1,0 0 1,0 0-1,0 1 0,0-1 1,0 0-1,0 0 1,-1 0-1,1 0 0,0 0 1,0 0-1,0 0 0,0 0 1,0-1-1,0 1 1,0 0-1,0-1 0,-1 1 1,1 0-1,1-1 3,8 0-32,206-2-388,-214 3 421,0-1 0,0 1 0,0 0-1,0-1 1,1 1 0,-1 0-1,0 0 1,0 0 0,0 1 0,0-1-1,1 1 1,-1-1 0,0 1-1,0-1 1,0 1 0,0 0-1,0 0 1,0 0 0,0 0 0,0 1-1,-1-1 1,1 0 0,0 1-1,-1-1 1,1 1 0,-1-1 0,0 1-1,1 0 1,-1 0 0,0 0-1,0 0 1,0 0 0,0 0 0,0 0-1,-1 0 1,1 0 0,0 0-1,-1 0 1,0 0 0,1 0 0,-1 1-1,0-1 1,0 0 0,-1 0-1,1 2 0,-1 10 27,0 0 0,-1 0 1,-1 0-1,0 0 0,-1-1 0,0 1 0,-1-1 0,-1 0 0,0 0 0,-1-1 0,0 1 0,-1-1 0,0-1 0,-1 0 0,0 0 0,-1-1 0,0 0 0,-8 6-27,-22 13 36,41-37-381,48-94-3821,-7 46-1048</inkml:trace>
  <inkml:trace contextRef="#ctx0" brushRef="#br0" timeOffset="-5102.504">9411 15589 6577,'0'0'2604,"0"0"-463,0 0-679,0 0-596,0 0-208,-8 23-129,2-6-434,-27 152 660,31-160-728,1 0-1,0 0 0,1 1 0,0-1 0,0 0 1,1 0-1,0 1 0,1-1 0,0 0 1,0 0-1,1 0 0,0 0 0,1-1 1,0 1-1,0-1 0,1 0 0,0 0 0,0-1 1,1 1-1,0-1 0,0 0 0,1-1 1,-1 0-1,7 5-26,-6-7 3,0-1 0,0 0 0,0 0 0,0-1 0,0 0 0,0 0 0,1-1 0,-1 0 0,1 0 0,-1-1 0,1 1 0,-1-2 0,1 1 0,-1-1 0,1 0 0,-1-1 0,1 0 0,-1 0 0,0 0 0,0-1 0,0 0 0,0 0 0,-1-1 0,1 0 0,-1 0 0,0-1 0,0 0 0,2-2-3,0-6 21,-1 1 1,0-2-1,0 1 1,-2-1-1,0 0 1,0 0-1,-1 0 0,-1-1 1,0 0-1,-1 1 1,-1-1-1,0-14-21,-1 23 34,1-1 1,-1 1-1,0 0 0,-1 0 0,1 0 0,-1 0 0,0 0 0,-1 0 1,1 0-1,-1 0 0,0 0 0,-1 0 0,0 1 0,0-1 0,0 1 1,0 0-1,-1 0 0,0 0 0,0 0 0,0 1 0,0-1 1,-1 1-1,0 0 0,0 1 0,0-1 0,0 1 0,0 0 0,-3-1-34,-131-34 116,79 34-2445,33 4-4126</inkml:trace>
  <inkml:trace contextRef="#ctx0" brushRef="#br0" timeOffset="-2078.739">7379 16727 4889,'0'0'1360,"0"0"-263,0 0-209,0 0-504,0 0-56,0 0-160,0 0-16,-13 5-8,13-5 64,0-5 56,0 5-112,0-3-96,3 0-56,-3-3-848,0 3-3273</inkml:trace>
  <inkml:trace contextRef="#ctx0" brushRef="#br0" timeOffset="4839.225">1758 16245 5833,'0'0'639,"0"0"-183,0 0-246,0 0-72,0 0 185,22 6 141,140 22 284,506-103 1425,-633 74-2161,14-2 89,0 2 0,1 3 0,-1 2 0,43 9-101,-20 3 117,0-2 0,1-3 0,0-4 0,15-2-117,622 27 197,-590-30-182,-32-2-11,-1 4 0,1 3 0,23 9-4,199 75 328,-31-82-247,-210-11-68,-1 3-1,1 2 1,60 13-13,158 0 12,-161-15-48,167 44 60,131-40 54,-329 26-59,53-11-20,-130-20 3,0 0 1,0 1-1,0 1 1,0 1-1,0 1 1,-1 0 0,1 1-1,-1 1 1,-1 0-1,1 2 1,7 4-3,89 45 452,-112-57-458,0 0-1,0 0 1,0 0 0,0 0 0,0 0-1,0-1 1,0 1 0,0 0 0,0 0-1,0-1 1,0 1 0,0-1 0,0 1-1,0-1 1,0 1 0,0-1 0,0 0-1,0 1 1,-1-1 0,1 0 0,0 0-1,0 1 1,-1-1 0,1 0 0,-1 0-1,1 0 1,0 0 0,-1 0 0,0 0-1,1 0 1,-1 0 0,0 0 0,1 0-1,-1 0 1,0 0 0,0 0 0,0 0-1,0 0 1,0-1 0,0 1 0,0 0-1,0 0 1,-1 0 0,1 0 0,0 0-1,-1 0 1,1 0 0,0 0 0,-1 0-1,1 0 1,-1 0 0,0 0 0,1 1-1,-1-1 1,0 0 6,0-15-544,1-28-1801</inkml:trace>
  <inkml:trace contextRef="#ctx0" brushRef="#br0" timeOffset="6758.322">1469 11365 3097,'0'0'2556,"0"0"-1404,-28 10-777,-92 35-120,109-41-107,0 0 0,1 2 0,-1-1 0,1 1 0,1 0 1,-1 1-1,1 1 0,1-1 0,-1 1 0,1 1 0,0-1 0,1 1 0,0 1 1,1-1-1,0 1 0,0 1-148,-5 14 314,1 1 1,1 0 0,1 0-1,2 1 1,0 0 0,2 0 0,1 0-1,1 14-314,-4 21 327,-72 281 927,37-155-835,43-186-419,0-1-1,1 0 1,-1 0 0,0 0 0,1 0-1,-1-1 1,1 1 0,-1-1 0,1 1 0,-1-1-1,1 0 1,0 0 0,-1 0 0,1 0 0,-1 0-1,1-1 1,-1 1 0,1-1 0,-1 0-1,1 0 1,-1 0 0,0 0 0,1 0 0,-1 0-1,0-1 1,44-19 11,56-13 33,-99 36-40,0 1 0,-1-1 0,1 1 0,-1 0 0,1-1 0,-1 1-1,0 0 1,0 0 0,-1 1 0,1-1 0,0 0 0,-1 0 0,0 1 0,0-1 0,0 1 0,0-1 0,-1 1-1,1 0 1,-1-1 0,0 1 0,0-1 0,0 3-4,1 1 9,14 112 18,-5 0 1,-4 0 0,-7 1 0,-4 0-1,-11 49-27,-110 464 361,113-304-199,14-219-156,-1-45-1,4 12 6,-4 1-1,-4-1 0,-3 1 0,-3-1 0,-4-1 1,-2 0-1,-14 29-10,-17 5 45,-4-2-1,-39 57-44,-43 86 40,113-206-39,2 1 0,3 1 0,1 1 0,2 0 0,3 1 0,2 0 0,1 0 0,2 46-1,20 167 15,16-104 17,6-1 0,7-3 1,6-1-1,8-3 0,6-3 0,63 104-32,-107-213 24,1-2 1,2 0-1,1-1 0,2-1 0,1-2 0,2-1 0,1-1 0,1-2 0,2-1 0,1-1 1,0-2-1,2-2 0,5 1-24,9-3 22,-39-37-918,-10-11-1024</inkml:trace>
  <inkml:trace contextRef="#ctx0" brushRef="#br0" timeOffset="42861.419">1859 14703 1832,'0'0'1159,"0"0"-164,0 0-165,0 0-94,0 0-124,5-23-77,16-71-27,17-12 825,-39 123 1858,2 34-2736,1-8-209,-36 234 787,8-120-798,8 40 116,8 169-351,15 131 192,-4-90-72,-6 27-61,26-263-21,-37 333 186,-5-213 45,14 85-269,7-375-51,23-3 254,91-42 46,187 9 144,-66 21-119,122 14-274,-151 2 17,1013-8 190,-607-19-183,-66 20 9,-183-16-12,-302 21-21,316 18 2,128 32 12,-326-30-502,-173-37-2983,-5-3-1267</inkml:trace>
  <inkml:trace contextRef="#ctx0" brushRef="#br0" timeOffset="43998.289">6857 14935 1312,'0'0'1694,"0"0"-144,0 0-338,0 0-239,0 0-64,0 0-56,-1 25-101,-1 147 549,-17 475 1207,13-70-1833,-17 29-492,15 229-29,32-551-139,-25-7 73,-13-221 4,11-66-245,-18-101-2254,7 39-470</inkml:trace>
  <inkml:trace contextRef="#ctx0" brushRef="#br0" timeOffset="45092.943">1676 16721 4913,'0'0'946,"0"0"-37,0 0-98,0 0 211,0 0-76,0 0-428,8 0-117,427-2 2350,856 15-1621,-229 12-1074,-786 2 13,206 9-106,-121-52 92,1 8-13,-207 39-98,166 18 127,22-48-15,-86-18-32,-256 18-35,1 0 1,-1 0-1,0 0 0,0 0 0,0 0 0,0 0 1,0 0-1,-1 1 0,1-1 0,0 0 1,0 1-1,-1-1 0,1 0 0,-1 1 1,0-1-1,1 1 0,-1-1 0,0 1 0,0-1 1,0 1-1,0-1 0,0 1 0,0-1 1,0 1-1,0-1 0,-1 1 0,1-1 0,0 1 1,-1-1-1,1 1 0,-1-1 0,0 0 1,0 1-1,1-1 0,-1 0 0,0 0 0,0 0 1,0 1-1,0-1 0,0 0 0,0 0 1,-1-1-1,1 1 0,0 0 0,0 0 1,-1 0-1,1-1 0,-1 1 0,1-1 0,0 1 1,-2-1 10,-30 24-1891</inkml:trace>
  <inkml:trace contextRef="#ctx0" brushRef="#br0" timeOffset="45997.65">1623 17349 4449,'0'0'967,"0"0"-90,0 0-390,0 0-212,0 0 324,0 0 226,32-15-17,221-93 431,-148 85-827,2 6-1,0 3 0,1 6 0,0 4 1,0 5-1,5 5-411,-44-4 107,608 51 794,1005-8-397,-1078-39-391,41-43-56,-548 36-47,-17-1 55,1 4 1,-1 2-1,60 13-65,101 8 273,-181-19-211,-63 1-46,-55 22-2006,10-14-2827</inkml:trace>
  <inkml:trace contextRef="#ctx0" brushRef="#br0" timeOffset="46965.905">1604 17720 792,'0'0'1308,"0"0"-393,0 0-428,0 0 16,0 0 361,0 0 163,21-14 18,71-45 12,-6 43 464,-64 17-1103,234 49 3044,-121-32-3077,0-6 1,1-6-1,117-11-385,646-44 410,14 49-142,-758-8-196,-1-6-1,108-26-71,177-17 17,449 45 112,-519 7-65,-266 5-41,-101 0-59,1 0 0,0 1 0,-1 0 1,1-1-1,-1 1 0,0 0 0,1 0 1,-1 0-1,0 1 0,1-1 0,-1 0 1,0 1-1,0 0 0,0-1 0,0 1 1,-1 0-1,1 0 0,0 0 0,-1 0 1,1 0-1,-1 1 0,0-1 0,0 0 1,0 1-1,0-1 0,0 1 0,0-1 1,-1 1-1,1 1 36,9 47-3690,-10-50 3640,1 20-4149</inkml:trace>
  <inkml:trace contextRef="#ctx0" brushRef="#br0" timeOffset="47941.773">1837 17941 3721,'0'0'979,"0"0"-103,0 0-221,0 0-67,0 0 33,0 0-239,2-4-182,4-1-92,-1 1 0,1 0 0,1 1 1,-1-1-1,0 1 0,1 1 0,0-1 1,-1 1-1,1 0 0,0 0 0,0 1 1,0 0-1,0 0 0,0 1 1,1 0-1,-1 0 0,0 1 0,0 0 1,5 1-109,9-2 259,72 5 504,0 4 1,-1 4-1,14 7-763,221 25 847,724-30-504,-482-14-294,22-37 30,111 34-2,-277-41-57,-26 36 4,-373 8 58,0 1-1,-1 2 1,1 0 0,-1 2-1,0 0 1,0 2 0,-1 1-1,12 6-81,25-2 104,-61-31-1728,-6-7-1278</inkml:trace>
  <inkml:trace contextRef="#ctx0" brushRef="#br0" timeOffset="48770.894">2252 16245 2657,'0'0'1008,"0"0"-36,0 0-57,0 0-120,0 0-16,0 0-193,-2-3-8,-9-1 998,12 41-274,0-23-1304,35 331 1512,-9 969-931,-29-948-192,10-224-290,-8-142-95,4 8-75,0-22-1063,-4-144-2605,0 62-825</inkml:trace>
  <inkml:trace contextRef="#ctx0" brushRef="#br0" timeOffset="49114.674">3111 15892 8674,'0'0'1315,"0"0"-607,0 0-452,0 0-133,-2 25 151,-4 227 360,29 379 235,-23 556 276,22-1051-1148,-22-135-6,0 0 1,0 0-1,0-1 1,0 1-1,0 0 1,0 0-1,0 0 1,0 0-1,1 0 1,-1-1-1,0 1 1,0 0-1,1 0 0,-1 0 1,1-1-1,-1 1 1,0 0-1,1-1 1,-1 1-1,1 0 1,0-1-1,-1 1 1,1 0-1,-1-1 0,1 1 1,0-1-1,0 1 1,-1-1-1,1 1 1,0-1-1,0 0 1,-1 0-1,1 1 1,0-1-1,0 0 1,0 0-1,0 0 0,-1 0 1,1 1-1,0-1 1,0 0-1,0-1 1,0 1-1,0 0 1,-1 0-1,1 0 1,0 0-1,0-1 1,0 1-1,-1 0 0,1-1 1,0 1-1,0-1 1,-1 1-1,1-1 1,0 1-1,-1-1 1,1 1-1,-1-1 1,1 0-1,0 1 1,-1-1 8,47-165-2938,-38 53-1061</inkml:trace>
  <inkml:trace contextRef="#ctx0" brushRef="#br0" timeOffset="49427.462">3774 16121 9962,'0'0'1154,"0"39"-533,0 489 1270,1-370-1622,-23 736 749,-4-377-874,26-518-175,1 1 0,-1-1 0,0 1 0,0 0 0,0-1 0,1 1 0,-1-1-1,0 1 1,0 0 0,1-1 0,-1 1 0,0 0 0,1-1 0,-1 1 0,0 0 0,1 0 0,-1-1-1,0 1 1,1 0 0,-1 0 0,1 0 0,-1 0 0,0-1 0,1 1 0,-1 0 0,1 0 0,-1 0 0,1 0-1,-1 0 1,1 0 0,-1 0 0,0 0 0,1 0 0,-1 0 0,1 1 0,-1-1 0,1 0 0,-1 0-1,0 0 1,1 0 0,-1 1 0,1-1 0,-1 0 0,0 0 0,1 1 0,-1-1 0,0 0 0,1 1-1,-1-1 1,0 0 0,0 1 0,1-1 0,-1 0 0,0 1 0,0-1 0,0 1 0,1-1 0,-1 0 0,0 1-1,0-1 1,0 1 0,0-1 0,0 1 31,45-127-4495,-28 42 307</inkml:trace>
  <inkml:trace contextRef="#ctx0" brushRef="#br0" timeOffset="49724.229">4529 16455 6593,'0'0'1753,"0"0"-356,-4 37-346,-39 258 858,-24 266 738,13 237-2647,52-544 229,13-203-698,8-63-587,30-161-2792,-30 63-365</inkml:trace>
  <inkml:trace contextRef="#ctx0" brushRef="#br0" timeOffset="50004.51">4825 16568 9738,'0'0'1392,"-2"33"-458,-5 222 430,7 765 55,-1-919-1295,-4 0-1,-17 89-123,13-93-1114,39-247-3563,-8 49-377</inkml:trace>
  <inkml:trace contextRef="#ctx0" brushRef="#br0" timeOffset="50275.57">5287 16639 8922,'0'0'1296,"0"28"-537,-2 190 527,-1-17-98,-21 407-143,-41-141-630,57-348-874,34-240-3304,-6 30-349</inkml:trace>
  <inkml:trace contextRef="#ctx0" brushRef="#br0" timeOffset="50574.003">5614 16599 6489,'0'0'3425,"0"0"-2191,-1 29-539,-7 184 594,-11 690 626,3-489-1973,25-396-2046,4-46-970,-3-15-1144</inkml:trace>
  <inkml:trace contextRef="#ctx0" brushRef="#br0" timeOffset="50904.193">6067 16548 8234,'0'0'1585,"0"0"-558,0 0-491,0 0-173,2 33 141,21 201 144,-9-89-63,-6 0 0,-6 0 0,-8 26-585,-59 396 241,66-567-265,-1 0 0,0 0 1,1 0-1,-1 0 0,1 0 1,-1 0-1,0 0 0,1 0 1,-1 0-1,1 0 0,-1 0 1,0 0-1,1 0 0,-1 0 1,0 0-1,1 0 0,-1 0 1,1 1-1,-1-1 0,0 0 1,1 0-1,-1 0 0,0 1 1,0-1-1,1 0 0,-1 0 1,0 1-1,0-1 0,1 0 1,-1 1-1,0-1 0,0 0 1,0 1-1,1-1 0,-1 0 1,0 1-1,0-1 0,0 1 1,0-1-1,0 0 0,0 1 1,0-1-1,0 1 0,0-1 1,0 0-1,0 1 0,0-1 1,0 0-1,0 1 24,16-35-1970,-15 34 1950,18-50-3521</inkml:trace>
  <inkml:trace contextRef="#ctx0" brushRef="#br0" timeOffset="51388.82">6347 16551 4873,'0'0'1828,"0"0"120,0 0-24,0 0-353,0 0-352,0 0-435,-1 8-449,-1 117 196,39 371 474,-33 312 269,-3-808-1293,-1 0 1,1-1 0,-1 1 0,1 0 0,-1 0-1,1 0 1,-1 0 0,1-1 0,-1 1 0,1 0-1,0 0 1,-1 0 0,1 0 0,-1 0 0,1 1-1,-1-1 1,1 0 0,-1 0 0,1 0 0,-1 0-1,1 1 1,0-1 0,-1 0 0,0 0 0,1 1-1,-1-1 1,1 0 0,-1 1 0,1-1 0,-1 1-1,0-1 1,1 0 0,-1 1 0,0-1 0,1 1-1,-1-1 1,0 1 0,1-1 0,-1 1 0,0-1-1,0 1 1,0 0 0,0-1 0,0 1 0,0-1-1,0 1 1,0-1 0,0 1 0,0 0 0,0-1-1,0 1 1,0-1 0,0 1 0,0-1 0,0 1-1,0-1 1,-1 1 0,1-1 0,0 1 0,-1-1-1,1 1 1,0 0 18,19-39-4775,-14 3-5797</inkml:trace>
  <inkml:trace contextRef="#ctx0" brushRef="#br0" timeOffset="100673.83">1916 11920 4057,'0'0'1080,"0"0"-544,0 0-200,-4-173 456,17 100 193,12 2-449,3-5-88,1 11-272,-7 2-176,6-5-64,-12 17-1664,-4 9-3778</inkml:trace>
  <inkml:trace contextRef="#ctx0" brushRef="#br0" timeOffset="101375.26">2048 10669 5497,'0'0'1143,"0"0"-368,0 0 378,0 0 190,0 0-252,0 0-400,6 26-233,19 87-168,-23-107-248,0 1-1,0-1 1,0 1 0,-1-1-1,0 1 1,-1-1-1,0 1 1,0 0-1,0-1 1,0 1-1,-1 0 1,-1-1 0,1 1-1,-1-1 1,0 0-1,0 1 1,-1-1-1,1 0 1,-1 0-1,-1-1 1,1 1 0,-1-1-1,0 1 1,0-1-1,-1 0 1,0-1-1,0 1 1,0-1-1,0 0 1,0 0 0,-3 1-42,4-3-7,1-1 1,0 1 0,-1-1 0,1 0 0,-1 0 0,1 0 0,-1 0 0,0 0 0,1-1-1,-1 0 1,0 0 0,1 0 0,-1 0 0,0 0 0,1-1 0,-1 0 0,0 1 0,1-2-1,-1 1 1,1 0 0,0-1 0,-1 1 0,1-1 0,0 0 0,0 0 0,0 0 0,0 0-1,0-1 1,0 1 0,1-1 0,-1 0 0,1 0 0,0 0 0,0 0 0,0 0 0,0 0-1,1 0 1,-1-1 0,1 1 0,-1-2 6,-29-146-472,81 141 652,-42 11-129,5 1-16,0 0 0,0 1 1,0 1-1,-1 1 0,1-1 0,-1 2 0,0 0 0,-1 0 0,6 4-35,31 16-6,70 22-2502,-97-44-1200</inkml:trace>
  <inkml:trace contextRef="#ctx0" brushRef="#br0" timeOffset="101808.953">2252 10593 7946,'0'0'1593,"0"0"-662,0 0-421,0 0 196,0 0-220,0 0-203,18 22 38,98 119 108,-111-135-375,0 0-1,0 0 0,-1 0 0,0 1 0,0-1 0,-1 1 1,0 0-1,0 0 0,0 0 0,-1 0 0,0 1 0,-1-1 1,1 1-1,-1 5-53,-1-10 6,0 0 0,0 0 0,0 0 0,0 0 0,-1 0 0,0 1 0,1-2 1,-1 1-1,0 0 0,-1 0 0,1 0 0,0 0 0,-1-1 0,1 1 0,-1 0 0,0-1 1,0 0-1,0 1 0,0-1 0,0 0 0,-1 0 0,1 0 0,-1 0 0,1-1 0,-1 1 1,0-1-1,1 1 0,-1-1 0,0 0 0,0 0 0,0 0 0,0-1 0,0 1 0,0-1 1,0 1-1,-2-1-6,1-2-240,-1 1-1,1-1 1,0 0 0,0 0 0,0-1 0,0 1 0,0-1 0,0 0 0,1 0-1,-1 0 1,1 0 0,0-1 0,0 0 0,0 1 0,1-1 0,-1 0 0,1 0-1,0 0 1,0-1 0,0 1 0,0 0 0,1-1 0,0 1 0,0-1 0,0 0-1,1 1 1,-1-1 0,1 0 0,0 1 0,0-1 0,1 0 0,0-2 240,-2-2-441,-6-103-3202,10 37 4582,0 72-641,0 0-1,0 1 1,0-1 0,0 0 0,1 1-1,-1 0 1,1 0 0,-1 0 0,1 0 0,0 0-1,0 1 1,0 0 0,0 0 0,0 0 0,0 0-1,0 0 1,0 1 0,0 0 0,0 0 0,0 0-1,0 0 1,0 1 0,1-1 0,2 2-298,18-2 298,-10-2-616,1-1-1,-1-1 0,0 0 0,-1 0 1,1-2-1,-1 0 0,0 0 0,0-1 1,7-6 318,9-5-5157</inkml:trace>
  <inkml:trace contextRef="#ctx0" brushRef="#br0" timeOffset="102090.218">2683 10533 4857,'0'0'1200,"0"0"-528,0 0-79,0 0 415,0 0-376,0 0-200,148 159 16,-129-134 96,-10 9-272,-9-3 24,0-5-48,0 2-152,-19-11-96,-15-17-848,2 0-1152,10-11-4378</inkml:trace>
  <inkml:trace contextRef="#ctx0" brushRef="#br0" timeOffset="102341.874">2809 10465 6673,'0'0'1513,"0"0"63,0 0-472,0 0-127,0 0-361,163-37-616,-131 26 0,-13 3-1969,-7 5-6425</inkml:trace>
  <inkml:trace contextRef="#ctx0" brushRef="#br0" timeOffset="102871.863">2365 11776 2873,'0'0'2427,"0"0"-1018,0 0-332,0 0 195,0 0-2,0 0-362,0 0-129,0 0-54,0-12 310,0 1-937,-1-12-34,1 1 1,0-1 0,2 1 0,1-1 0,0 1 0,2 0 0,1 0 0,0 0-1,6-12-64,-2 12-28,1 1 0,0 0-1,2 1 1,0 0 0,1 1-1,1 1 1,1 0 0,15-13 28,-26 27-254,1 0-1,-1 1 1,1 0 0,0 0 0,0 0 0,0 1 0,0 0 0,0 0-1,1 0 1,-1 1 0,0 0 0,1 0 0,-1 1 0,1 0 0,-1 0 0,2 0 254,13 0-4275</inkml:trace>
  <inkml:trace contextRef="#ctx0" brushRef="#br0" timeOffset="103339.706">2752 11195 6105,'0'0'950,"0"0"-390,0 0-96,0 0 315,0 0-196,0 0-242,26-8-109,79-24-97,-63 25-3,-38 21 318,-5-5-27,-1-1-353,0-1-1,-1 1 1,0-1-1,0 1 1,-1-1-1,0 0 1,0-1-1,-1 1 1,0-1-1,0 1 1,0-2-1,-1 1 1,0 0-1,0-1 1,0 0-1,-1-1 1,0 1-1,1-1 1,-4 1-70,9-4 11,0 1 0,0 0 1,1-1-1,-1 1 0,0 0 1,1 0-1,0 0 1,-1-1-1,1 1 0,0 0 1,0 0-1,0 0 0,0 0 1,0 0-1,0-1 0,1 1 1,-1 0-1,1 0 0,-1 0 1,1-1-1,0 1 0,0 0 1,-1-1-1,1 1 1,0 0-1,1-1 0,-1 1 1,0-1-1,0 0 0,1 1 1,-1-1-1,0 0 0,1 0 1,0 0-12,14 25 200,-13-7-202,-3-18-34,-1 0 1,1 0 0,0 0 0,-1 0-1,1 0 1,0 1 0,0-1 0,-1 0-1,1 0 1,0 0 0,0 0 0,0 0 0,1 0-1,-1 1 1,0-1 0,0 0 0,1 0-1,-1 0 1,0 0 0,1 0 0,-1 0-1,1 0 1,-1 0 0,1 0 0,0 0-1,-1 0 1,1 0 0,0-1 0,0 1-1,0 0 1,-1 0 0,1-1 0,0 1-1,0-1 1,0 1 0,0 0 0,0-1 0,0 0-1,0 1 1,1-1 0,-1 0 0,0 1-1,0-1 1,0 0 0,0 0 0,0 0-1,0 0 1,0 0 0,1 0 0,-1 0-1,0-1 1,0 1 0,0 0 0,0-1 35,17-19-3201,-2-13-3154</inkml:trace>
  <inkml:trace contextRef="#ctx0" brushRef="#br0" timeOffset="103620.271">3051 11023 8306,'0'0'1557,"0"0"-147,0 0-692,0 0-281,0 0-165,0 0-87,14 5 106,47 19-5,-54-20-225,1 1-1,-1 0 1,0 0 0,-1 0 0,0 1 0,1 0 0,-2 0 0,1 0 0,-1 1 0,0 0 0,0 0 0,-1 0 0,0 1 0,2 3-61,3 7 68,-5-12-78,-1 0-1,0 0 1,0 0-1,-1 0 1,0 1 0,0-1-1,-1 1 1,1 0-1,-1-1 1,-1 1 0,1 0-1,-1 0 1,-1-1-1,1 1 1,-2 4 10,-36 12-4022,12-22-3150</inkml:trace>
  <inkml:trace contextRef="#ctx0" brushRef="#br0" timeOffset="103869.101">3180 10955 7810,'0'0'1296,"0"0"-264,0 0-48,0 0-287,182-105-697,-138 85-721,-9 6-2047</inkml:trace>
  <inkml:trace contextRef="#ctx0" brushRef="#br0" timeOffset="106078.505">3230 11742 4009,'0'0'1299,"0"0"-298,0 0-15,0 0 34,0 0-185,0 0-338,-14 7-26,-46 23 183,57-29-583,1 0 1,0 1-1,0-1 1,-1 1 0,1-1-1,0 1 1,0 0-1,1 0 1,-1 0-1,0 0 1,1 0 0,-1 0-1,1 1 1,-1-1-1,1 0 1,0 1 0,0-1-1,0 1 1,0-1-1,1 1 1,-1-1-1,1 1 1,-1 0-72,-2 12 415,-10 115 891,16-125-1285,0-1-1,-1 0 1,1 0 0,1 0-1,-1-1 1,0 1-1,1-1 1,0 0 0,0 0-1,0 0 1,0 0 0,0-1-1,1 0 1,-1 1-1,1-2 1,-1 1 0,1 0-1,0-1 1,0 0 0,0 0-1,-1-1 1,1 1-1,0-1 1,0 0 0,0 0-1,0-1 1,0 1 0,0-1-1,0 0 1,2-1-21,3 2 49,-5-1-37,0 0 1,0-1-1,0 1 0,0-1 1,0 0-1,-1 0 0,1-1 0,-1 0 1,0 1-1,1-1 0,-1-1 0,-1 1 1,1 0-1,0-1 0,-1 0 1,0 0-1,1 0 0,-2 0 0,1-1 1,0 1-1,-1-1 0,0 1 1,0-1-1,0 0 0,-1 0 0,0 0 1,1 0-1,-2 0 0,1 0 0,-1 0 1,0 0-1,0 0 0,0-1 1,0 1-1,-1 0 0,0 0 0,0 0 1,-1 0-1,0-2-12,1 2 20,0 1 0,0 0 0,0 0 0,-1 0-1,0 0 1,1 0 0,-1 0 0,-1 0 0,1 1 0,0-1 0,-1 1 0,0-1 0,0 1 0,0 0 0,0 0-1,0 0 1,-1 1 0,1-1 0,-1 1 0,0 0 0,0 0 0,1 0 0,-2 0 0,1 1 0,0 0 0,0-1-1,-1 1-19,-118-10-2956,115 11 2326,-16 0-6142</inkml:trace>
  <inkml:trace contextRef="#ctx0" brushRef="#br0" timeOffset="114453.281">3601 11869 2545,'0'0'792,"0"0"28,0 0 40,0 0 160,0 0-40,-3 0 50,-9 0-83,9 0-115,3 0 103,0 0 8,0 0-211,0-2-109,2-12-501,1 0 0,1 0 0,1 0 0,0 1 0,0-1 0,1 2 0,1-1 0,0 0 0,1 1 0,1 1 0,-1-1 0,2 1 0,4-4-122,15-22 85,53-66 39,42-61-3296,-100 123-1637</inkml:trace>
  <inkml:trace contextRef="#ctx0" brushRef="#br0" timeOffset="114879.091">3941 11048 8066,'0'0'1840,"0"0"-784,0 0-199,0 0 119,0 0-624,0 0-200,0 0 224,63 57 88,-44-12-136,-3 3-128,-1 0-128,1-8-72,3-17-248,0-9-1064,-7-14-2969</inkml:trace>
  <inkml:trace contextRef="#ctx0" brushRef="#br0" timeOffset="115391.336">4164 11043 5985,'0'0'1647,"0"0"-729,0 0-286,0 0-133,0 0-66,0 0-155,15-15-104,48-47 73,-61 60-225,1 0 0,-1 0-1,0 0 1,1 0 0,0 0 0,-1 1-1,1-1 1,0 1 0,0 0 0,0-1-1,0 2 1,0-1 0,0 0 0,0 0-1,0 1 1,1 0 0,-1 0 0,0-1 0,0 2-1,0-1 1,0 0 0,0 1 0,1-1-1,-1 1 1,0 0-22,4 46 1710,-7-40-1648,1 0 1,-1 0-1,-1 0 1,1 0-1,-1 0 1,-1 0-1,1 0 1,-1 0-1,0-1 1,-1 1-1,1 0 1,-1-1-1,-1 0 1,1 0-1,-1 0 1,0 0-1,0-1 1,-1 1-1,0-1 1,0 0-1,-1 0-62,-1 3 7,7-7-33,3-1-64,165-3-288,-166 4 385,1 0 0,-1 0 0,-1 0 0,1 1 0,0-1 0,0 1 0,0-1-1,-1 1 1,1 0 0,-1-1 0,1 1 0,-1 0 0,0 0 0,1 0 0,-1 0 0,0 0 0,-1 0-1,1 1 1,0-1 0,0 0 0,-1 0 0,0 1 0,1-1 0,-1 0 0,0 1 0,0-1-1,0 0 1,0 1 0,-1-1 0,1 0 0,-1 0 0,1 1 0,-1-1 0,0 0 0,0 0 0,0 0-1,0 0 1,0 0 0,0 0 0,0 0 0,-1 0 0,1 0 0,-1 0 0,0-1 0,1 1-1,-1-1 1,-1 1-7,-103 63 470,105-66-541,0 1 1,0-1-1,0 1 1,0-1-1,1 0 1,-1 0 0,0 1-1,0-1 1,0 0-1,1 0 1,-1 0-1,0 0 1,1 0-1,-1 0 1,1 0-1,-1 0 1,1 0-1,-1 0 1,1 0 0,0 0-1,0-1 1,-1 1-1,1 0 1,0 0-1,0 0 1,0 0-1,0 0 1,0-1-1,1 1 1,-1 0-1,0 0 1,0 0 0,1 0-1,-1 0 1,1 0-1,-1-1 71,1-5-868,-1-27-3339</inkml:trace>
  <inkml:trace contextRef="#ctx0" brushRef="#br0" timeOffset="115689.933">4570 11051 5529,'0'0'1671,"0"0"-161,0 0-370,0 0-74,0 0-218,0 0-188,-1-4 119,-8-4 107,9 36-466,1-10-441,0-14 23,0 0-1,0-1 0,1 1 0,0 0 0,0 0 0,0-1 1,0 1-1,0-1 0,1 0 0,0 0 0,-1 0 0,1 0 0,0 0 1,1 0-1,-1-1 0,0 1 0,1-1 0,-1 0 0,1 0 1,0 0-1,-1-1 0,1 0 0,0 1 0,0-1 0,0 0 1,0-1-1,0 1 0,1-1 0,-1 0 0,0 0 0,0 0 0,0 0 1,0-1-1,0 1 0,0-1 0,0 0 0,0-1 0,4-1-1,-5 1 46,0-1 0,-1 0-1,1 0 1,-1-1-1,1 1 1,-1 0-1,0-1 1,0 1-1,-1-1 1,1 0-1,-1 0 1,1 1-1,-1-1 1,-1 0-1,1 0 1,0 0 0,-1 0-1,0 0 1,0 0-1,0 0 1,0-1-1,-1 1 1,0 0-1,1 1 1,-1-1-1,-1 0-45,2 0 67,-1-1-21,0 0-1,0 0 0,-1 0 0,0 1 0,0-1 0,0 0 0,0 0 1,-1 1-1,0 0 0,0-1 0,0 1 0,0 0 0,-1 1 1,0-1-1,1 0 0,-1 1 0,-1 0 0,1 0 0,0 0 1,-1 1-1,1-1 0,-4 0-45,-71-16-2385,62 19-1485</inkml:trace>
  <inkml:trace contextRef="#ctx0" brushRef="#br0" timeOffset="116655.008">4080 11892 5585,'0'0'1408,"0"0"145,0 0 7,0 0 49,0 0-585,0 0-584,0 0 88,25-40 40,12 15-168,4-4-24,10-7-144,5-7-88,4-8-56,6-5-88,22-18-216,-19 15-1072,-15 10-2545</inkml:trace>
  <inkml:trace contextRef="#ctx0" brushRef="#br0" timeOffset="117153.139">4882 11195 8458,'0'0'1448,"0"0"-634,0 0-174,0 0 213,0 0-369,0 0-308,5-12-98,22-39-42,-27 50-29,1 0-1,-1 0 1,1 0 0,-1 0 0,1 0-1,-1 0 1,1 1 0,0-1 0,-1 0-1,1 0 1,0 1 0,0-1 0,0 0-1,-1 1 1,1-1 0,0 1 0,0-1-1,0 1 1,0-1 0,0 1 0,0 0-1,0-1 1,0 1 0,0 0-1,0 0 1,0 0 0,0 0 0,0 0-1,0 0 1,0 0 0,0 0 0,0 0-1,0 0 1,0 1 0,0-1 0,0 0-1,0 1 1,0-1 0,0 1 0,0-1-1,0 1 1,0-1 0,0 1 0,-1 0-1,1-1 1,0 1 0,0 0 0,-1 0-1,1-1 1,-1 1 0,1 0 0,0 0-1,-1 0 1,0 0 0,1 0 0,-1 0-1,1 0 1,-1 0 0,0 0 0,0 0-1,0 0 1,0 0 0,0 0 0,0 0-1,0 0 1,0 1-7,1 10 110,-1 1 0,0-1 0,-1 1 1,0-1-1,-1 0 0,-1 0 0,1 0 0,-2 0 0,0 0 0,0 0 0,-1-1-110,-64 103 650,69-113-642,0 0 0,0 0 0,0 0 0,0 0 0,0 0 0,0 1 0,1-1 0,-1 0 0,0 0 0,1 0 0,-1 0 0,0 0 0,1-1 0,0 1 0,-1 0 0,1 0 0,-1 0 0,1 0 0,0 0 0,0-1 1,-1 1-1,1 0 0,0-1 0,0 1 0,0-1 0,0 1 0,0-1 0,0 1 0,0-1 0,0 1 0,0-1 0,0 0 0,0 0 0,0 0 0,0 1 0,0-1 0,0 0 0,0 0 0,0 0 0,0-1 0,0 1 0,0 0 0,0 0 1,0 0-1,1-1-8,60-3 87,-52 2-392,1-1 0,0 0 0,-1-1 0,0 0 0,0-1 0,0 0 0,-1-1 1,1 1-1,-1-2 0,-1 0 0,8-6 305,-13 10-281,33-27-5017</inkml:trace>
  <inkml:trace contextRef="#ctx0" brushRef="#br0" timeOffset="117419.411">5199 11116 8034,'0'0'1067,"0"0"-502,0 0-43,0 0 259,0 0-180,0 0-42,21-7 57,63-20-125,-84 26-475,1 0-1,0 1 0,0-1 1,0 1-1,0-1 1,0 1-1,0-1 0,0 1 1,0 0-1,0-1 1,0 1-1,0 0 0,0 0 1,0 0-1,0 0 1,1 0-1,-1 0 0,0 0 1,0 0-1,0 0 1,0 1-1,0-1 1,0 0-1,0 1 0,0-1 1,0 0-1,0 1 1,0 0-1,0-1 0,0 1 1,0-1-1,-1 1 1,1 0-1,0 0 0,0-1 1,-1 1-1,1 0 1,0 0-1,-1 0 0,1 0 1,-1 0-1,1 0 1,-1 0-1,0 0 0,1 0 1,-1 0-1,0 0 1,0 0-1,1 0 1,-1 0-1,0 1-15,0 4 120,4 12 53,-2 0 1,0 0 0,-2 1 0,0-1 0,0 0 0,-2 1-1,0-1 1,-2 0 0,0 0 0,0 0 0,-6 10-174,-45 113-3625,42-119-1394</inkml:trace>
  <inkml:trace contextRef="#ctx0" brushRef="#br0" timeOffset="117667.042">5278 11255 6513,'0'0'1161,"0"0"663,0 0 136,0 0-607,0 0-745,176-31-352,-141 25-256,-7 0-712,-12 4-2441</inkml:trace>
  <inkml:trace contextRef="#ctx0" brushRef="#br0" timeOffset="128048.25">9452 14204 9466,'0'0'1708,"0"0"-705,0 0-608,0 0-108,0 0 97,4 2-39,255 67 2293,-132-33-2223,1-7 0,2-4-1,0-7 1,127 2-415,-8-14 132,0-10 0,142-25-132,-42-28 44,-244 33-1111,-83-4-3006,-22 16-1370</inkml:trace>
  <inkml:trace contextRef="#ctx0" brushRef="#br0" timeOffset="128326.198">11679 14035 8074,'0'0'3879,"0"0"-2639,20 26-830,69 89-126,-80-105-260,1 0-1,-1 1 1,-1 0-1,0 0 1,0 1 0,-1 0-1,-1 1 1,0-1-1,0 1 1,-2 0 0,0 1-1,0-1 1,-1 1 0,-1 0-1,0-1 1,-1 1-1,0 9-23,-4-9 41,-1-1-1,0 1 1,-1-1-1,0 0 1,-1 0-1,-1 0 1,0-1-1,0 0 1,-1 0-1,-1-1 1,0 0-1,-1-1 1,0 0-1,0 0 1,-1-1-1,0 0 0,-1-1 1,0 0-1,0-1 1,-10 4-41,-1 4 4,0 0 1,0-2-1,-1-1 0,-1 0 1,0-2-1,-1-1 0,0-1 1,0-1-1,0-2 0,-1 0 1,0-2-1,-5 0-4,10-9-1326,11-13-2384</inkml:trace>
  <inkml:trace contextRef="#ctx0" brushRef="#br0" timeOffset="129074.689">10738 12622 6193,'0'0'1125,"0"0"-129,0 0 48,0 0 48,0 0-185,-3 35-93,-13 227 727,8 226 109,7-397-1629,24-113-2328,5-30-1562,-7-11-5226</inkml:trace>
  <inkml:trace contextRef="#ctx0" brushRef="#br0" timeOffset="129280.669">10575 12730 9682,'0'0'2345,"0"0"-1777,0 0 88,0 0 272,232 34-104,-134-34-384,9-9-240,3-16-128,-10-1-8,-11 1-64,-20 11-616,-28 5-928,-22 9-2833</inkml:trace>
  <inkml:trace contextRef="#ctx0" brushRef="#br0" timeOffset="129558.452">10700 13027 9458,'0'0'1320,"0"0"-912,0 0 417,0 0 247,180 11-72,-111-11-448,0-8-176,-3-6-152,-3-3-112,-3 2-112,0-4-696,-16 4-1656,-10 7-5266</inkml:trace>
  <inkml:trace contextRef="#ctx0" brushRef="#br0" timeOffset="130180.55">11263 13050 5761,'0'0'1374,"0"0"-222,0 0 42,0 0-263,0 0-157,0 0-75,5 9 108,0 1-649,0-1-1,0 0 1,1-1 0,0 0 0,1 1-1,0-2 1,0 1 0,1-1-1,0 0 1,0-1 0,0 0-1,3 1-157,9 4 80,0-1 0,1-1 1,0 0-1,1-2 0,0 0 0,0-2 0,0 0 0,1-2 0,-1 0 0,1-2 0,13 0-80,-34-1-10,0-1 0,0 1 0,0-1 0,1 1 0,-1-1 0,0 0 0,0 1 0,0-1 0,0 0 0,-1-1 0,1 1 1,0 0-1,0 0 0,-1-1 0,1 1 0,-1-1 0,1 1 0,-1-1 0,1 0 0,-1 0 0,0 1 0,0-1 0,0 0 0,0 0 1,0 0-1,-1 0 0,1 0 0,0 0 0,-1 0 0,0-1 0,1 1 0,-1 0 0,0 0 0,0 0 0,0 0 0,0-1 1,-1 1-1,1 0 0,-1 0 0,1 0 0,-1 0 0,0 0 0,1 0 0,-1 0 0,0 0 0,0 0 0,-1 0 0,1 1 0,0-1 1,-2-1 9,-7-3-57,0 0 0,-1 0 1,0 1-1,0 1 1,0 0-1,-1 0 1,1 1-1,-1 1 1,0 0-1,0 0 1,0 1-1,0 1 1,0 0-1,0 0 0,0 1 1,-10 3 56,17-4 11,-9 4 38,0 0 0,1 1 0,-1 0-1,1 1 1,0 1 0,1 0 0,-1 1 0,1 0 0,1 1 0,0 0 0,0 1-1,1 0 1,0 1 0,0 0 0,2 0 0,-1 1 0,1 0 0,1 1-1,0 0 1,1 0 0,0 0 0,1 1 0,1-1 0,0 1 0,0 6-49,0-10 45,1-1 0,0 0-1,0 1 1,1-1 0,1 1 0,-1 0 0,2 0 0,-1 0 0,1-1 0,1 1 0,0 0 0,0 0 0,1 0 0,0-1 0,1 1 0,0-1 0,0 0 0,1 0 0,0 0 0,1 0 0,0-1 0,0 1 0,1-1 0,0 0 0,0-1 0,1 0 0,0 0 0,6 4-45,-3-5-17,0-1 0,1 0 1,0 0-1,0-1 1,0-1-1,1 0 0,-1-1 1,1 0-1,-1 0 1,1-1-1,0-1 0,0 0 1,-1 0-1,1-2 0,0 1 1,-1-1-1,1-1 1,-1 0-1,0-1 0,3-1 17,131-105-4360,-94 51-4510</inkml:trace>
  <inkml:trace contextRef="#ctx0" brushRef="#br0" timeOffset="131301.006">11858 13137 2993,'0'0'829,"0"0"249,0 0 217,0 0 117,0 0-128,0 0-306,-6-11 3329,1 11-4259,0-1-1,0 1 0,0 1 1,1-1-1,-1 1 0,0-1 1,0 1-1,1 1 0,-1-1 1,1 1-1,-1 0 0,1 0 1,0 0-1,-1 0 1,1 1-1,0 0 0,1 0 1,-1 0-1,0 0 0,1 0 1,0 1-1,-3 2-47,1 1 11,0-1 0,0 1 1,0 0-1,1 0 0,0 0 0,0 0 0,1 1 1,0-1-1,0 1 0,1 0 0,0 0 0,0 0 1,1 0-1,0 1 0,1-1 0,-1 0 0,2 0 1,-1 1-1,1-1 0,1 5-11,1-8 0,1 0-1,-1-1 1,1 0-1,0 0 1,0 0-1,0-1 1,0 1-1,1-1 1,-1 0-1,1 0 1,0 0-1,0-1 1,0 0 0,0 0-1,0 0 1,1 0-1,-1-1 1,0 0-1,1 0 1,-1 0-1,1-1 1,-1 0-1,1 0 1,0 0-1,-1-1 1,1 0 0,-1 0-1,0 0 1,2-1 0,1-2-65,-1-1 0,1 1 0,-1-1 1,0-1-1,0 0 0,0 0 0,-1 0 1,1 0-1,-2-1 0,1 0 0,-1-1 1,0 1-1,-1-1 0,1 0 0,-1 0 0,-1 0 1,0-1-1,0 1 0,-1-1 0,0 1 1,0-1-1,-1 0 0,0 0 0,0 0 1,-2-7 64,2 5-7,0 183 614,-1-169-659,1 0 0,0 0 1,0 0-1,0 0 0,0 0 0,0 0 1,0 0-1,1-1 0,-1 1 0,1 0 1,0-1-1,0 1 0,0-1 1,0 0-1,0 0 0,1 0 0,-1 0 1,1 0-1,-1 0 0,1 0 0,0-1 1,0 0-1,-1 1 0,1-1 1,0 0-1,0 0 0,0-1 0,0 1 1,0 0-1,1-1 0,-1 0 0,0 0 1,0 0 51,29 2-4141</inkml:trace>
  <inkml:trace contextRef="#ctx0" brushRef="#br0" timeOffset="150529.596">12330 12537 3009,'0'0'1848,"0"0"-664,0 0-199,0 0 31,0 0 656,0 0-48,59 187 1,-43-34-273,-6 3-376,-4-15-504,-3-22-272,0-37-96,7-5-104,2-10 0,26-33-1000,-3-25-1360,-7-9-3305</inkml:trace>
  <inkml:trace contextRef="#ctx0" brushRef="#br0" timeOffset="150775.228">12062 12950 11170,'0'0'1609,"0"0"-1217,0 0-144,0 0 496,186-19-272,-85-4-264,9-8-208,34-6-112,-27 17-1432,-26 3-3001</inkml:trace>
  <inkml:trace contextRef="#ctx0" brushRef="#br0" timeOffset="151100.187">12742 13004 9298,'0'0'1518,"0"0"-689,0 0 50,0 0 28,1 31-188,11 201-18,-10-215-650,-3-3-21,2 1 0,0-1-1,0 0 1,2 0 0,-1 0 0,2 0 0,0-1 0,0 1-1,2-1 1,-1 0 0,2 0 0,0-1 0,0 0 0,1 0-1,1-1 1,3 4-30,-10-13-2,1-1-1,-1 1 0,1-1 0,0 1 1,0-1-1,0 0 0,0 0 0,0 0 1,0 0-1,0-1 0,0 0 1,0 1-1,0-1 0,1 0 0,-1 0 1,0-1-1,0 1 0,0 0 0,0-1 1,0 0-1,0 0 0,0 0 1,0 0-1,0 0 0,-1-1 0,1 1 1,0-1-1,-1 0 0,1 0 0,-1 0 1,1 0-1,-1 0 0,0 0 1,0-1-1,0 1 0,1-2 3,59-98-244,-18-13-45,-43 162 739,-2-8-665,9 84 646,-7-119-678,0-1 0,0 1 0,1-1 0,0 0 0,-1 1 1,1-1-1,0 0 0,1 0 0,-1 0 0,0-1 0,1 1 1,0 0-1,-1-1 0,1 0 0,0 0 0,0 0 0,1 0 0,-1 0 1,2 0 246,12 1-6059</inkml:trace>
  <inkml:trace contextRef="#ctx0" brushRef="#br0" timeOffset="151571.098">13147 13200 9346,'0'0'1715,"0"0"-427,0 0-359,0 0-291,0 0-186,2 24-213,6 75-122,-8-96-115,0-1 0,0 1 0,1 0-1,-1 0 1,1 0 0,-1-1-1,1 1 1,0 0 0,0-1-1,0 1 1,0-1 0,1 1-1,-1-1 1,1 1 0,-1-1-1,1 0 1,0 0 0,0 0-1,0 0 1,0 0 0,0 0 0,0 0-1,1-1 1,-1 1 0,1-1-1,-1 0 1,1 1 0,-1-1-1,1 0 1,0-1 0,-1 1-1,1 0 1,0-1 0,0 0-1,-1 1 1,1-1 0,0 0-1,0 0 1,0-1 0,-1 1 0,1-1-1,0 1 1,0-1 0,-1 0-1,1 0 1,0 0 0,-1 0-1,1-1 1,-1 1 0,0-1-1,1 1 1,-1-1 0,0 0-1,0 0 1,0 0 0,0 0-1,0 0 1,-1 0 0,1-1-1,0 1 1,0-3-2,14-12-17,-13 11 3,1-1 0,0 1 0,0 0 0,1 0 0,0 1 0,0 0 0,0 0 0,0 0 0,1 0 0,0 1 0,0 0 0,0 0 0,1 0 0,-1 1-1,1 0 1,0 0 0,0 1 0,0 0 0,0 0 0,0 0 0,0 1 0,0 0 0,1 1 0,-1 0 0,0 0 0,1 0 0,-1 1 0,0 0-1,0 0 1,1 1 14,197 157 147,-203-158-150,0-1-1,0 0 1,0 1-1,0-1 1,1 0 0,-1 0-1,0 0 1,0 0-1,0 0 1,0-1-1,0 1 1,0-1-1,0 1 1,0-1 0,0 0-1,0 1 1,0-1-1,0 0 1,0 0-1,-1-1 1,1 1 0,0 0-1,-1-1 1,1 1-1,-1-1 1,1 1-1,-1-1 1,0 0 0,0 1-1,0-1 1,0 0-1,0 0 1,0 0-1,0 0 1,0 0 0,-1 0-1,1 0 1,-1 0-1,0 0 1,1 0-1,-1 0 1,0 0 0,0 0-1,0-1 1,-1 1-1,1 0 1,0 0-1,-1 0 1,1 0 0,-1 0-1,0 0 1,0 0-1,0 0 1,-1-1 3,2-8-67,0 9 59,1-1 0,-1 1 0,0-1 0,-1 1 0,1-1 0,0 1 0,-1 0 0,1-1 0,-1 1 0,0 0 0,0 0 0,0-1 0,0 1 0,0 0 0,0 0 0,-1 0 0,1 0 0,-1 0 0,1 0 0,-1 1 0,0-1 0,0 0 0,1 1 0,-1 0 0,0-1 0,-1 1 0,1 0 0,0 0 0,0 0 0,0 0 0,-1 0 0,1 1 0,0-1 0,-1 1 0,1-1 0,0 1 0,-1 0 0,1 0 0,-1 0 0,1 0 0,-3 1 8,-12 0 116,0 2-1,1 0 1,-1 1-1,1 0 1,-1 2 0,1 0-1,1 0 1,-1 2 0,1 0-1,1 0 1,-1 2-1,1 0 1,1 0 0,0 1-1,1 1 1,0 0 0,0 1-1,1 0 1,1 0-1,-2 6-115,6-13 23,1 0 0,1 1-1,-1 0 1,1 0 0,0 0 0,1 0-1,0 1 1,0-1 0,0 1-1,1 0 1,0 0 0,0 0-1,1 0 1,1 0 0,-1 0-1,1 0 1,0 0 0,2 8-23,27 12-163,132-16-4118,-78-12-3606</inkml:trace>
  <inkml:trace contextRef="#ctx0" brushRef="#br0" timeOffset="152974.102">14487 12860 7866,'0'0'1744,"0"0"-166,0 0-54,0 0-489,0 0-474,-3 32-135,-38 239 257,30-214-555,-7 22 218,4 1 0,4 0 1,0 51-347,10-128 1,0-1 1,0 1-1,1-1 1,-1 1 0,0-1-1,1 1 1,0-1 0,-1 1-1,1-1 1,0 0 0,0 1-1,0-1 1,1 0 0,-1 0-1,0 0 1,1 0-1,0 0 1,-1 0 0,1 0-1,0 0 1,0-1 0,0 1-1,0-1 1,0 1 0,0-1-1,0 0 1,1 0 0,-1 0-1,0 0 1,1 0 0,-1-1-1,1 1 1,-1-1-1,1 1 1,-1-1 0,1 0-1,-1 0 1,1 0 0,-1 0-1,1-1 1,-1 1 0,1 0-1,1-2-1,18 1-21,0 0 0,-1-2 0,1 0 0,-1-2 0,0 0 0,0-1 0,0-2 0,-1 0 0,0-1 0,-1-1 0,0 0 0,-1-2 0,0 0-1,0-1 22,48-41-1233,-38 7-2665,-26 23-1737</inkml:trace>
  <inkml:trace contextRef="#ctx0" brushRef="#br0" timeOffset="153238.186">14299 13177 6937,'0'0'4521,"0"0"-3800,0 0-97,0 0 296,0 0-112,210-54-280,-125 29-232,-3-4-160,-3-2-136,-4 0-408,-25 8-1064,-21 4-2545</inkml:trace>
  <inkml:trace contextRef="#ctx0" brushRef="#br0" timeOffset="153500.787">14434 12902 10626,'0'0'1481,"0"0"-1113,0 0 672,0 0-392,195-65-344,-117 40-184,29-6-120,-22 8-848,-15 6-4001</inkml:trace>
  <inkml:trace contextRef="#ctx0" brushRef="#br0" timeOffset="153747.763">15053 13163 10282,'0'0'1915,"0"0"-1031,0 0-469,0 0-112,0 0 101,0 27-167,0 185 51,0-167-149,15-46-24,116-123-215,-126 118 96,1 0 1,0 0-1,1 1 1,-1-1-1,1 1 1,0 1-1,1-1 0,-1 1 1,1 1-1,-1-1 1,1 1-1,0 1 1,0 0-1,1 0 1,4-1 3,-10 5 30,0 0 0,0 0 0,-1 1 0,1-1 0,-1 1 0,0-1 0,0 1 1,0 0-1,0 0 0,0 0 0,0 0 0,-1 0 0,1 0 0,-1 1 1,0-1-1,0 0 0,0 1 0,-1-1 0,1 1 0,-1-1 0,0 1 0,0-1 1,0 1-1,0-1 0,-1 0 0,1 1 0,-1 1-30,2 14 73,22 70-345,3-59-4079,-11-23-3620</inkml:trace>
  <inkml:trace contextRef="#ctx0" brushRef="#br0" timeOffset="153996.268">15610 13273 7946,'0'0'1693,"0"0"-454,0 0-30,0 0-213,0 0-268,-20 31-304,-62 102-223,79-129-193,1 0 0,-1 1 0,1-1 0,0 1 0,0-1-1,0 1 1,1 0 0,0 0 0,0 0 0,0 0 0,0 0-1,1 0 1,0 0 0,0 0 0,0 0 0,1 0 0,-1 0 0,1 0-1,1 0 1,-1 0 0,1-1 0,0 4-8,4 7 10,13 43 44,19 102 302,-37-150-279,0-1 0,-1 1 1,0 0-1,-1 0 0,0 0 1,-1 0-1,0-1 0,0 1 1,-1-1-1,0 1 0,-1-1 1,0 0-1,-1 0 0,1-1 1,-2 1-1,1-1 0,-3 2-77,-2 4 65,0-1 0,-1-1 0,-1 1-1,0-2 1,-1 0 0,0 0 0,-1-1-1,0-1 1,0 0 0,-1-1 0,0-1-1,0 0 1,-5 1-65,18-9-14,0 1-1,1 0 1,-1 0-1,0-1 1,0 1-1,1-1 1,-1 0-1,0 1 1,1-1-1,-1 0 1,1 0-1,-1 0 1,1 0-1,-1 0 1,1 0-1,0-1 1,0 1-1,-1 0 1,1-1-1,0 1 1,0 0-1,0-1 1,0 0-1,1 1 1,-1-1-1,0 0 1,1 1-1,-1-1 1,1 0-1,-1 1 1,1-1 0,0 0-1,0 0 1,0 0-1,0 1 1,0-1-1,0 0 1,0 0-1,1 1 1,-1-1-1,1 0 1,-1 0-1,1 0 15,-1-10-206,-1-64-2199,1-5-2928</inkml:trace>
  <inkml:trace contextRef="#ctx0" brushRef="#br0" timeOffset="154292.775">15900 13347 9482,'0'0'2601,"0"0"-1457,0 0-152,0 0-256,-29 178-400,20-130-120,-1 0-64,4-8-128,3-6-24,3-11-120,0-23-840,0 0-2233,0-20-4656</inkml:trace>
  <inkml:trace contextRef="#ctx0" brushRef="#br0" timeOffset="154514.039">15856 13027 8106,'0'0'0,"0"0"-1841,0 0-1031</inkml:trace>
  <inkml:trace contextRef="#ctx0" brushRef="#br0" timeOffset="154766.631">16126 13293 8234,'0'0'1897,"0"0"-261,-2 25-212,-12 183 416,14-207-1839,1-1 1,-1 1-1,0-1 0,0 1 1,1 0-1,-1-1 0,1 1 1,-1-1-1,0 1 0,1-1 0,-1 1 1,1-1-1,-1 1 0,1-1 1,-1 0-1,1 1 0,-1-1 0,1 0 1,-1 1-1,1-1 0,0 0 1,-1 0-1,1 0 0,-1 1 0,1-1 1,0 0-1,-1 0 0,1 0 1,0 0-1,-1 0 0,1 0 0,0 0 1,-1 0-1,1 0 0,0-1 1,-1 1-1,1 0 0,-1 0 0,1-1 1,-1 1-1,1 0 0,0 0 1,-1-1-1,1 1 0,-1-1 0,1 1 1,-1-1-1,1 1 0,-1 0 1,0-1-1,1 1 0,-1-1 0,0 0 1,1 1-1,-1-1 0,0 1 1,0-1-1,1 0 0,-1 1 0,0-1 1,0 1-1,0-1 0,0 0 1,0 1-1,0-1 0,0 0 0,0 1 1,0-1-2,1 0 2,10-11-13,-1-2 13,1 0 1,1 1-1,0 1 0,1 0 1,0 1-1,1 0 0,0 1 1,1 1-1,12-7-2,-25 17 10,0-1 0,0 0 0,0 1 0,0-1 0,0 1 0,0-1 0,0 1 0,-1 0-1,1 0 1,0 0 0,0 0 0,-1 0 0,1 0 0,0 1 0,-1-1 0,1 0 0,-1 1 0,0-1 0,1 1-1,-1 0 1,0-1 0,0 1 0,0 0 0,0 0 0,0 0 0,-1 0 0,1-1 0,0 1 0,-1 0 0,0 0 0,1 0-1,-1 1 1,0-1 0,0 0 0,0 0 0,0 0 0,0 0 0,-1 0 0,1 0 0,-1 0 0,1 0 0,-1 1-10,3 16-10,12 55-768,-11-47-1771</inkml:trace>
  <inkml:trace contextRef="#ctx0" brushRef="#br0" timeOffset="155075.927">16535 13474 6561,'0'0'4883,"0"0"-3394,0 0-1218,0 0-39,29 9 46,92 25-250,-118-33-50,1 0 1,0 0-1,-1 0 0,1 0 1,0-1-1,-1 0 1,1 0-1,0 0 1,0 0-1,-1 0 1,1-1-1,0 0 1,-1 0-1,1 0 0,0 0 1,-1 0-1,0-1 1,1 1-1,-1-1 1,0 0-1,0 0 1,0 0-1,0-1 0,0 1 1,0-1-1,-1 0 1,1 1-1,-1-1 1,0 0-1,1 0 1,-1-1-1,0-1 22,0 3-70,0-1 0,-1 0 1,1 0-1,-1 1 0,0-1 0,0 0 0,0 0 0,0 0 1,0 0-1,-1 0 0,1 0 0,-1 0 0,0-1 0,0 1 1,0 0-1,-1 0 0,1 0 0,-1 0 0,1 0 0,-1 0 1,0 0-1,0 0 0,0 0 0,-1 0 0,1 0 0,-1 1 1,1-1-1,-1 1 0,0-1 0,-2-1 70,-1 3 66,1 0-1,-1 0 1,0 1-1,0 0 1,0 0-1,0 0 1,1 0-1,-1 1 1,0 0-1,1 0 1,-1 0-1,0 1 1,1-1-1,-1 1 1,1 0-1,0 1 1,0-1-1,0 1 1,0-1-1,0 1 1,0 1 0,1-1-1,-1 0 1,1 1-1,0 0 1,0-1-1,0 1 1,1 0-1,-1 1 1,1-1-1,0 1-65,-5 8 266,0 0-1,1 1 0,1 0 1,0 1-1,1-1 0,1 1 1,0 0-1,1 0 1,0 7-266,2-16 67,-1-3-55,0 0-1,0-1 1,0 1 0,1 0-1,-1 0 1,1-1 0,0 1-1,-1 0 1,1 0-1,1 0 1,-1-1 0,0 1-1,1 0 1,-1 0 0,1-1-1,0 1 1,0 0-1,0-1 1,0 1 0,0 0-1,1-1 1,-1 0 0,1 1-1,0-1 1,0 0 0,-1 0-1,1 0 1,1 0-1,-1 0 1,0 0 0,0-1-1,1 1 1,-1-1 0,1 0-1,-1 1 1,1-1-1,-1 0 1,1-1 0,0 1-1,0 0 1,-1-1 0,1 1-1,0-1 1,0 0-1,0 0-11,4 0-117,1 0-1,0 0 1,-1 0 0,1-1-1,-1-1 1,1 1-1,-1-1 1,0-1-1,0 1 1,0-1-1,0 0 1,0-1-1,2-1 118,36-27-2661</inkml:trace>
  <inkml:trace contextRef="#ctx0" brushRef="#br0" timeOffset="155281.135">17019 13590 8050,'0'0'1912,"0"0"-696,0 0-239,0 0-649,0 0-232,0 0-96,0 0-120,117 23 72,-76-32 48,-7 9 0,-12 0-112,-12 0-889,-10 15-3103</inkml:trace>
  <inkml:trace contextRef="#ctx0" brushRef="#br0" timeOffset="224313.474">21803 12353 7290,'0'0'1588,"0"0"-477,0 0-54,0 0 341,0 0-400,-1-10-429,0-34-149,3 42-375,0 0-1,0 0 1,0 0 0,0 0-1,0 1 1,0-1 0,0 1-1,1-1 1,-1 1-1,1 0 1,-1-1 0,1 1-1,-1 1 1,1-1 0,0 0-1,-1 1 1,1-1 0,0 1-1,0 0 1,-1 0-1,1 0 1,0 0 0,0 0-1,-1 0 1,1 1 0,0 0-1,-1-1 1,2 2-45,11-1 130,-8 1-92,0 1-1,0 0 0,0 1 0,-1 0 0,1 0 0,-1 0 0,0 1 1,0-1-1,0 2 0,-1-1 0,1 1 0,-1-1 0,-1 1 1,1 1-1,-1-1 0,0 1 0,-1-1 0,1 1 0,-1 0 1,-1 1-1,1-1 0,0 4-37,14 45 100,-3-1-1,-1 2 1,-4-1-1,-1 2 1,-3-1 0,-3 1-1,-2-1 1,-5 20-100,5 20 67,-21 283-36,8-241-2036,-15-155-2996,-67-117-2017,30 35 7333,-12 11 7254,77 86-6602,0 6-547,60 114 1408,72 194-46,-132-309-1764,1-1 1,-1 0-1,1 0 0,0 0 1,0 1-1,0-1 0,1 0 1,-1 0-1,1-1 0,0 1 1,0 0-1,0 0 1,0-1-1,0 1 0,0-1 1,1 0-1,-1 0 0,1 0 1,0 0-1,-1 0 0,1 0 1,0-1-1,0 1 0,0-1 1,0 0-1,1 0 1,-1 0-1,0 0 0,0-1 1,0 1-1,1-1 0,-1 0 1,0 0-1,1 0 0,-1 0 1,0-1-1,1 1 1,-1-1-1,0 0 0,0 0 1,0 0-1,0 0 0,3-2-18,90-96 458,8-4-969,-103 102 439,0 1 0,-1 0 1,1-1-1,-1 1 0,1-1 0,0 1 1,-1 0-1,1 0 0,-1-1 0,1 1 1,0 0-1,0 0 0,-1 0 0,1 0 1,0 0-1,-1 0 0,1 0 0,0 0 1,-1 0-1,1 0 0,0 0 0,0 0 1,-1 0-1,1 0 0,0 1 0,-1-1 1,1 0-1,-1 1 0,1-1 0,0 0 0,-1 1 1,1-1-1,-1 1 0,1-1 0,-1 1 1,1-1-1,-1 1 0,1-1 0,-1 1 1,0-1-1,1 1 0,-1 0 0,0-1 1,1 1-1,-1 0 0,0-1 0,0 1 1,0 0-1,0-1 0,1 1 0,-1 0 1,0 0-1,0-1 0,0 1 0,0 0 1,-1-1-1,1 1 72,1 33-5105</inkml:trace>
  <inkml:trace contextRef="#ctx0" brushRef="#br0" timeOffset="227923.779">18815 14306 3401,'0'0'796,"0"0"-27,0 0-31,0 0 29,0 0-28,-4-3 103,-17-16 677,11 14 4923,-2 166-6192,11-123-237,-1-28-5,1 1 0,1-1 0,0 1 0,0 0 0,1-1 0,0 1 1,1-1-1,0 1 0,1-1 0,0 0 0,1 0 0,0 0 0,5 9-8,-3-11-4,1 0 1,1 0-1,-1-1 1,1 0-1,1 0 1,-1-1-1,1 0 1,0-1-1,0 0 0,1 0 1,0-1-1,0 0 1,0 0-1,0-1 1,0-1-1,1 0 1,-1 0-1,1-1 1,-1-1-1,1 1 1,-1-2-1,1 1 0,7-3 4,-10 0-8,1-1-1,-1 0 0,0-1 1,0 0-1,-1 0 0,0-1 1,0 0-1,0 0 0,0-1 1,-1 1-1,0-1 0,-1-1 0,0 1 1,0-1-1,0 0 0,-1 0 1,0-1-1,-1 1 0,0-1 1,0 0-1,0 1 0,-2-1 0,1-1 1,-1 1-1,0-3 9,5-150-321,-6 161 270,0 1 32,0 0 15,0 0 43,0 0 82,0 0-59,0 0 47,0 0-69,0 0 13,0 0 59,0 0 6,0 0-67,0 0 61,0 0 26,0 0-23,0 0 14,0 0-54,0 0-56,0 0 5,0 0 48,0 0-51,0 0-26,0 0-3,0 4 0,-12 302 70,11-228-73,-3 0-1,-3 0 0,-4-1 0,-3 0 0,-4-1 1,-23 61 11,37-126 6,0 0 1,-1 0 0,0-1-1,-1 0 1,0 0 0,-1-1-1,0 1 1,-1-1 0,0-1-1,0 1 1,-1-2 0,1 1-1,-2-1 1,1 0 0,-1-1-1,0 0 1,-1-1 0,1 0-1,-1 0 1,0-1 0,0-1-1,0 0 1,-1 0 0,-6 0-7,-37-1 17,-1-2 0,1-2-1,-1-3 1,1-3 0,0-1 0,1-3 0,0-3 0,1-2 0,1-2 0,-40-20-17,-4-13-1,95 51-23,1 0 0,-1 1 0,0-1 0,1 0 1,-1 0-1,1 0 0,0 0 0,-1 0 0,1 0 1,0 0-1,0 0 0,-1 0 0,1 0 0,0 0 0,0-1 1,0 1-1,0 0 0,0 0 0,0 0 0,1 0 1,-1 0-1,0 0 0,1 0 0,-1 0 0,0 0 0,1 0 1,-1 0-1,1 0 0,-1 0 0,1 1 0,0-1 1,-1 0-1,1 0 0,0 0 0,0 1 0,0-1 0,-1 0 1,1 1-1,0-1 0,0 1 0,0-1 0,0 1 1,0 0-1,0-1 0,0 1 0,0 0 0,0-1 0,0 1 1,0 0-1,1 0 24,204-67-5541,-96 35-3547</inkml:trace>
  <inkml:trace contextRef="#ctx0" brushRef="#br0" timeOffset="228302.404">19580 14745 10122,'0'0'1639,"0"0"-621,0 0-343,0 0-222,0 0-118,0 0 170,30 0 67,210-1-36,72-10-173,-221 2-435,-90 9 0,1 0 0,-1 0 0,0-1-1,0 1 1,0 0 0,1-1 0,-1 0 0,0 1-1,0-1 1,0 1 0,0-1 0,0 0 0,0 0-1,0 0 1,0 1 0,-1-1 0,1 0 0,0 0-1,0 0 1,-1 0 0,1 0 0,-1-1 0,1 1-1,-1 0 1,1 0 0,-1 0 0,0 0 0,1-1-1,-1 1 1,0 0 0,0 0 0,0-1 0,0 1-1,0 0 1,0 0 0,0-1 0,0 1 0,-1 0-1,1 0 1,0 0 0,-1 0 0,1-1 0,-1 1-1,0 0 1,1 0 0,-1 0 0,0 0 0,1 0-1,-1 0 1,0 0 0,0 0 0,0 1 0,0-1-1,0 0 1,0 0 0,0 1 0,0-1 0,-1 0 72,-31-29-6726</inkml:trace>
  <inkml:trace contextRef="#ctx0" brushRef="#br0" timeOffset="228570.098">19668 14420 7290,'0'0'5121,"0"0"-4537,0 0-512,0 0 408,0 0 208,185 42-200,-100-39-184,3-3-136,7 0-168,27 0-192,-18 0-1136,-25-9-3401</inkml:trace>
  <inkml:trace contextRef="#ctx0" brushRef="#br0" timeOffset="228864.414">20643 14502 11330,'0'0'1335,"0"0"-960,0 0-291,26 10 180,174 83 351,-189-86-562,1 1-1,-1 0 1,0 0 0,-1 1 0,0 0-1,0 1 1,-1 1 0,0-1 0,-1 1-1,0 1 1,-1-1 0,-1 1 0,1 0-1,-2 1 1,0 0 0,0 0-1,-1 0 1,-1 0 0,0 1 0,-1-1-1,0 1 1,-1 0 0,-1-1 0,0 2-53,-1-8 50,0-1 1,0 1-1,-1 0 1,0-1-1,0 0 1,-1 1-1,1-1 1,-1 0-1,-1 0 1,1 0-1,-1-1 1,0 1 0,-1-1-1,1 0 1,-1 0-1,0 0 1,0-1-1,0 0 1,-1 0-1,1 0 1,-1-1-1,0 1 1,0-1-1,-1-1 1,0 1-51,-12 4 48,1-1 0,-1-1-1,0-1 1,-1-1 0,1 0 0,0-1-1,-1-2 1,-5 0-48,14 0 11,0 0 0,0-1 0,0-1 0,0 1 0,0-2 0,1 0 0,-1 0 0,0-1-1,1 0 1,0-1 0,0 0 0,1 0 0,-1-1 0,1 0 0,0-1 0,1 0 0,-1-1 0,2 0 0,-1 0 0,1 0-1,0-1 1,-5-10-11,3 6 20,1-2 0,0 1 1,1-1-1,1 0 0,1-1 0,0 0 0,1 0 0,0 0 0,1 0 0,1 0 0,1-1 0,0 1 0,1 0 0,1-1 0,1 1 0,0 0 0,1-1 1,1 1-1,0 1 0,1-1 0,1 0 0,2-4-20,6-1 30,0 1 0,1 0 0,1 1 0,1 0 0,1 2 0,0 0 0,1 0 0,1 2 0,1 1 1,0 0-1,13-5-30,257-105 352,-246 110-355,1 1 1,1 2-1,-1 2 1,2 2 0,28 1 2,-73 5-38,3 1-140,-1-1 1,1 0 0,-1 1 0,1 0-1,-1 1 1,1-1 0,-1 1 0,1 0-1,-1 0 1,1 1 0,-1-1 0,0 1-1,0 1 1,0-1 0,0 0 0,1 2 177,10 20-6807</inkml:trace>
  <inkml:trace contextRef="#ctx0" brushRef="#br0" timeOffset="230425.729">21895 14032 7714,'0'0'1568,"0"0"-1048,0 0 136,0 0 56,-155 147-47,102-59 159,-16 39 104,3-5 80,9 14-152,4-6-376,27-25-80,8 5-319,18-22-73,3-23-8,44-17-281,47-48-903,-9 0-1176,-3-34-2633</inkml:trace>
  <inkml:trace contextRef="#ctx0" brushRef="#br0" timeOffset="230872.1">22156 14278 8578,'0'0'1978,"0"0"-278,0 0-389,0 0-507,0 0-312,0 0-105,-21 34 45,-67 112-76,76-126-295,2 0-1,1 1 1,1 1 0,0-1 0,2 1-1,0 1 1,2-1 0,0 1-1,0 18-60,3-28 25,-2 186 223,6-189-251,0 0 0,1 0 0,0-1 0,1 1 0,0-1 0,0 0 0,1 0 0,0 0 0,0-1 0,1 0 0,1 0 0,-1-1 0,1 1 0,0-2 0,1 1 0,-1-1 0,1-1 0,1 0 0,-1 0 0,1 0 1,-1-1-1,1-1 0,1 0 0,-1 0 0,0-1 0,1 0 0,-1-1 0,1 0 0,-1-1 0,1 0 0,-1-1 0,1 0 0,-1 0 0,1-1 0,-1 0 3,-1-3-3,1 1 0,-2-1 0,1 0 0,-1-1 0,1 0 0,-2 0 1,1-1-1,-1 0 0,0 0 0,0-1 0,-1 0 0,0 0 0,0-1 0,-1 1 0,0-1 0,-1 0 0,0-1 0,0 1 1,-1-1-1,0 0 0,-1 1 0,0-1 0,0 0 0,-1 0 0,-1-1 0,1 1 0,-2-9 3,4-3 21,-2-1 0,0 1-1,-1-1 1,-1 0 0,-1 1-1,-1 0 1,-1-1 0,-1 1-1,-1 0 1,-1 1 0,-1 0-1,-2-3-20,5 12-2,-1 2 1,0-1-1,0 1 0,-1-1 0,0 2 0,-1-1 0,0 1 1,-1 0-1,0 1 0,0 0 0,-1 1 0,1-1 0,-2 2 1,1 0-1,-1 0 0,0 1 0,0 0 0,-1 0 0,1 2 0,-1-1 1,-11-1 1,10 5-378,-32 2-4682,20 5-1705</inkml:trace>
  <inkml:trace contextRef="#ctx0" brushRef="#br0" timeOffset="231062.333">21863 14652 8914,'0'0'1936,"0"0"-1336,0 0 249,0 0 47,0 0-312,0 0 272,0 0-368,201-17 8,-119 0-224,12 0-136,-12 3-72,-3 2-64,-16 7-8,-19 5-744,-19 0-1896,-19 5-5770</inkml:trace>
  <inkml:trace contextRef="#ctx0" brushRef="#br0" timeOffset="231487.139">22637 15255 6425,'0'0'1911,"0"0"-832,0 0 22,0 0-65,0 0-105,0 0-143,-20-5-89,-62-12-211,80 17-477,1 0 0,-1 0 0,1 0 0,-1 0 0,0 0 1,1 0-1,-1 0 0,0 0 0,1 1 0,-1-1 0,1 0 0,-1 1 1,0 0-1,1-1 0,-1 1 0,1 0 0,0 0 0,-1 0 0,1 0 1,0 0-1,-1 0 0,1 0 0,0 0 0,0 0 0,0 1 0,0-1 1,0 0-1,0 1 0,1-1 0,-1 1 0,0-1 0,1 1 0,-1-1 1,1 1-1,-1 0 0,1-1 0,0 2-11,-2 3 29,-13 144 218,15-116-214,0-29-33,0 0-1,1 0 0,-1 0 1,1 0-1,0 0 1,0 0-1,0 0 0,1 0 1,0-1-1,0 1 0,0-1 1,1 1-1,-1-1 1,1 1-1,0-1 0,0 0 1,1-1-1,-1 1 1,1 0-1,0-1 0,0 0 1,0 0-1,0 0 0,0 0 1,1-1-1,-1 0 1,1 0-1,0 0 0,-1 0 1,1-1-1,0 1 1,0-1-1,0-1 0,0 1 1,0-1-1,0 0 0,1 0 1,-1 0-1,0-1 1,2 1 4,0 0 0,0-1-1,-1 0 1,1 0 0,0-1 0,-1 0-1,1 0 1,-1 0 0,0-1 0,1 0 0,-1 0-1,-1-1 1,1 1 0,0-1 0,-1-1-1,0 1 1,0-1 0,0 0 0,-1 0-1,1 0 1,-1-1 0,0 1 0,-1-1-1,0 0 1,0 0 0,0 0 0,0-1-1,-1 1 1,0-1 0,0 1 0,-1-1-1,0 0-3,1 2 16,-1 0 0,0 0-1,0-1 1,0 1 0,-1 0-1,0-1 1,0 1 0,0 0-1,-1-1 1,1 1-1,-1 0 1,-1 0 0,1 0-1,-1 0 1,0 0 0,0 0-1,0 0 1,0 0 0,-1 1-1,0-1 1,0 1 0,0 0-1,-3-3-15,-90-72-3064,76 56-3354</inkml:trace>
  <inkml:trace contextRef="#ctx0" brushRef="#br0" timeOffset="231829.417">22986 14790 9458,'0'0'2577,"0"0"-1929,0 0-472,0 0 792,0 0-208,192 6-232,-98-6-200,10 0-128,0-17-104,-4 3 32,-12 0-120,-18 8 24,-23 0-32,-22 6-16,-25-5-560,0-1-256,-25-5-2137</inkml:trace>
  <inkml:trace contextRef="#ctx0" brushRef="#br0" timeOffset="232093.645">23467 14374 10538,'0'0'2009,"0"0"-993,0 0 136,0 0-768,0 0-288,0 0 120,3 148 72,-3-66 8,0 8-168,0-5-128,0-6 80,3-14-64,7-14-32,12-8-264,0-18-1208,0-16-3889</inkml:trace>
  <inkml:trace contextRef="#ctx0" brushRef="#br0" timeOffset="232453.439">24084 14363 5401,'0'0'4927,"0"0"-3360,0 0-983,0 0 62,0 0-357,0 0-231,-1 10 80,-24 387 1415,25-386-1549,0-1-1,0 1 1,0-1 0,2 1-1,-1-1 1,1 1 0,1-1-1,0 0 1,0 0-1,1 0 1,0-1 0,1 1-1,0-1 1,0 0-1,1 0 1,0-1 0,1 1-1,0-1 1,0-1-1,1 0 1,0 0 0,0 0-1,1-1 1,3 3-4,-2-4 6,0 0 0,0 0 1,1 0-1,0-1 0,-1-1 1,1 0-1,1-1 0,-1 0 0,0 0 1,0-1-1,1-1 0,-1 0 0,0 0 1,1-1-1,-1 0 0,0-1 1,0-1-1,0 0 0,0 0 0,0-1 1,-1 0-1,1-1 0,-1 0 0,0-1 1,-1 0-1,0-1 0,4-3-6,-1-3 24,-1-1-1,0-1 1,-1 0-1,-1 0 0,0-1 1,-1 0-1,-1-1 1,0 1-1,-2-1 1,1-1-1,-2 1 1,-1-1-1,0 0 0,-1 1 1,-1-1-1,0 0 1,-2 0-1,0 0 1,-1 0-1,-1 0 0,0 0 1,-2 1-1,0 0 1,0-1-1,-2 2 1,0-1-1,-1 1 0,-2-2-23,-2 2 15,-1-1 0,0 2 0,-1 0 0,-1 0 0,-1 2 0,0 0 0,0 0-1,-1 2 1,-1 0 0,0 1 0,0 0 0,-1 2 0,0 0 0,-1 1-1,1 1 1,-2 1 0,1 1 0,0 1 0,-1 0 0,1 2-15,18 0-62,1 1 0,0 0 1,-1 0-1,1 0 0,-1 0 0,1 0 0,-1 0 1,1 0-1,-1 0 0,1 0 0,0 1 1,-1-1-1,1 1 0,0-1 0,-1 1 1,1-1-1,0 1 0,-1 0 0,1 0 0,0 0 1,0-1-1,0 1 0,0 0 0,0 0 1,0 1-1,0-1 0,0 0 0,0 0 1,1 0-1,-1 1 0,0-1 0,1 0 1,-1 0-1,1 1 0,-1-1 0,1 1 0,0-1 1,-1 1 61,-1 26-3960</inkml:trace>
  <inkml:trace contextRef="#ctx0" brushRef="#br0" timeOffset="232719.473">24131 14694 8106,'0'0'1720,"0"0"-432,0 0 321,0 0-969,0 0-232,0 0 160,0 0-64,170 0-136,-107-5-56,-1-1-88,-5-5-128,-16 5-96,-10 0 48,-18 6 0,-7 0-48,-6 0-736,0 0-1880</inkml:trace>
  <inkml:trace contextRef="#ctx0" brushRef="#br0" timeOffset="232999.559">24650 15088 9738,'0'0'1072,"0"0"-616,0 0 65,0 0 7,0 0 40,0 0 296,41 164-360,-41-96-152,0-9-216,0-5-104,0-17-32,3-17-288,13-20-880,-4-20-1209,-6-14-5360</inkml:trace>
  <inkml:trace contextRef="#ctx0" brushRef="#br0" timeOffset="233263.092">24942 14405 11602,'0'0'1617,"0"0"-1185,0 0 152,0 0 312,0 0-432,132 196-352,-78-140-40,-1-5-16,4-3-48,-7-8-8,-6-14-96,-6-15-536,-13-5-1160,-12-6-2777</inkml:trace>
  <inkml:trace contextRef="#ctx0" brushRef="#br0" timeOffset="233481.551">25012 14873 5625,'0'0'7714,"0"0"-6770,0 0-280,0 0-120,103-190-264,-43 113-152,0 7-120,0 10-8,2-5-440,-8 23-1640,-23 13-6138</inkml:trace>
  <inkml:trace contextRef="#ctx0" brushRef="#br0" timeOffset="233682.891">25600 14935 9666,'0'0'2281,"0"0"-1657,0 0-224,-22 167 120,12-113-216,1-9-136,6-8-40,3-12-128,0-16-48,0-9-872,9-20-745,4-11-3928</inkml:trace>
  <inkml:trace contextRef="#ctx0" brushRef="#br0" timeOffset="234935.243">25807 14397 7946,'0'0'1064,"0"0"-824,0 0 552,0 0 416,0 0-47,208 11-297,-130 1-320,4-1-344,-3-5-40,-7-1-72,-12-5-80,-10 0-8,-15-5-912,-19-15-1793</inkml:trace>
  <inkml:trace contextRef="#ctx0" brushRef="#br0" timeOffset="235137.481">26163 14173 8314,'0'0'1912,"0"0"-1016,3 179 41,-3-89 7,0 1-160,-19-3-344,10-12-136,-1-5-152,10-17-104,0-18-48,19-21-656,22-10-848,-10-5-2601</inkml:trace>
  <inkml:trace contextRef="#ctx0" brushRef="#br0" timeOffset="235356.248">26795 14974 8498,'0'0'4985,"0"0"-4233,0 0-496,0 0 224,0 0-376,0 0 0,0 0-104,47-14-48,-6-17-224,-3 0-1328,-10 6-3585</inkml:trace>
  <inkml:trace contextRef="#ctx0" brushRef="#br0" timeOffset="235606.125">27282 14892 12427,'0'0'2088,"0"0"-1560,0 0-448,0 0 0,0 0-72,0 0-16,0 0-128,107 6-792,-81-26-2065</inkml:trace>
  <inkml:trace contextRef="#ctx0" brushRef="#br0" timeOffset="235840.639">27817 14884 11586,'0'0'2377,"0"0"-1993,0 0-384,0 0-80,0 0-1216,0 0-1633</inkml:trace>
  <inkml:trace contextRef="#ctx0" brushRef="#br0" timeOffset="236092.663">28207 14898 11122,'0'0'1753,"0"0"-1337,0 0-416,0 0-168,0 0-728,0 0-2161</inkml:trace>
  <inkml:trace contextRef="#ctx0" brushRef="#br0" timeOffset="236437.552">28160 14374 8370,'0'0'2432,"0"0"-1704,0 0-375,0 0 679,0 0-24,0 0-504,186 23-112,-120-23-168,-4 0 24,-5 0-152,-3 0 8,-14 0-56,-11 0-48,-10 0 0,-13 0 0,-6 0-32,0 0-896,-19 0-1752</inkml:trace>
  <inkml:trace contextRef="#ctx0" brushRef="#br0" timeOffset="236876.852">28481 14131 7714,'0'0'2504,"0"0"-1400,0 0-127,0 0-161,0 0-48,0 144-416,0-70-40,0 8 112,0 0-152,0-6-136,0-10 80,0-18-128,0-12-24,0-24-64,3-12-440,13-17-1544,6-20-3385</inkml:trace>
  <inkml:trace contextRef="#ctx0" brushRef="#br0" timeOffset="237329.491">29072 14114 9226,'0'0'1415,"0"0"11,0 0-35,0 0-402,0 0-269,0 0-300,-15 17-173,6-6-202,-2 2 26,0 1-1,0 0 0,1 0 1,1 1-1,0 0 0,1 1 1,1 0-1,-4 11-70,-2 17 133,2 0-1,2 1 0,2 0 1,2 1-1,1-1 1,3 1-1,3 26-132,-1-62-9,0 0 0,0 0 0,1 0 0,0 0 0,0 0 0,2-1 0,-1 1 0,1-1 0,0 0 0,1 0 0,0 0-1,0-1 1,1 0 0,0 0 0,0 0 0,1-1 0,0 0 0,1 0 0,-1 0 0,1-1 0,1-1 0,-1 1 0,1-1 0,0-1 0,0 1 0,0-2 0,1 1 0,-1-1 0,1 0 0,0-1 0,-1-1 0,1 1 0,0-1-1,0-1 1,0 0 0,0 0 0,5-2 9,-3-4-14,1-1-1,-1 0 0,0 0 0,-1-1 0,0-1 1,0 0-1,-1-1 0,0 0 0,-1 0 0,0-1 1,0 0-1,-1-1 0,-1 0 0,0 0 0,-1 0 1,0-1-1,-1 0 0,0 0 0,-1-1 0,0 1 1,-1-4 14,8-15 2,-3-1 1,0 0 0,-2 0 0,-2-1 0,-1 1 0,-1-1-1,-2 0 1,-1-4-3,1 31 2,-1 0 0,0 0 1,0 0-1,0 0 0,-1 0 0,1 1 0,-2-1 0,1 0 0,-1 1 0,0-1 0,0 1 0,-1 0 0,0 0 1,0 0-1,0 1 0,-1-1 0,0 1 0,0 0 0,0 1 0,-1-1 0,1 1 0,-1 0 0,0 0 0,0 1 0,-1 0 1,1 0-1,-1 0 0,1 1 0,-1 0 0,-2-1-2,-98 1-2531,63 7-1897</inkml:trace>
  <inkml:trace contextRef="#ctx0" brushRef="#br0" timeOffset="237565.052">28927 14516 160,'0'0'7584,"0"0"-4739,0 0-1315,0 0-561,0 0-166,0 0-78,33-6-67,110-20-81,103 11 189,-174 17-811,-63 3-3787,-8-2-3075</inkml:trace>
  <inkml:trace contextRef="#ctx0" brushRef="#br0" timeOffset="238235.696">29060 15320 4921,'0'0'4661,"0"0"-2882,0 0-404,0 0-392,0 0-544,0 0-166,19 0-26,312 0 294,-327-1-534,-1 1 0,1 0 0,-1-1 1,1 1-1,-1 1 0,1-1 0,-1 1 0,0-1 0,1 1 0,-1 0 0,0 0 0,1 0 0,-1 1 0,0-1 0,0 1 0,0 0 0,0 0 1,0 0-1,0 0 0,-1 0 0,1 0 0,-1 1 0,1 0 0,-1-1 0,0 1 0,0 0 0,0 0 0,-1 0 0,1 0 0,-1 0 0,1 1 1,-1-1-1,0 0 0,0 1 0,-1-1 0,1 0 0,-1 1 0,0-1 0,1 1 0,-1-1 0,-1 1 0,1-1 0,-1 3-7,2 8 86,-1 0 0,0 0 0,-1 0 0,-1 0 0,0 0 0,-1 0 0,0 0-1,-1-1 1,-1 0 0,-2 6-86,-196 309 55,202-327-1701,1-1-2183</inkml:trace>
  <inkml:trace contextRef="#ctx0" brushRef="#br0" timeOffset="238485.582">29160 15552 8634,'0'0'2584,"0"0"-2104,0 0 225,0 0 495,167 6-112,-98-4-368,-6-2-240,0 0-256,-13 6-48,-12 0-176,-13-6 0,-12 0 0,-10 0-48,-3 0-888,0 0-1856</inkml:trace>
  <inkml:trace contextRef="#ctx0" brushRef="#br0" timeOffset="239017.671">29849 15331 9258,'0'0'1871,"0"0"-348,0 0-61,0 0-549,0 0-453,0 0-229,-23-1-79,-71-3 33,89 4-169,1 0-1,0-1 0,0 2 0,0-1 0,0 0 0,-1 1 0,1 0 0,0 0 0,0 0 0,0 0 0,0 1 0,1-1 0,-1 1 0,0 0 1,1 0-1,-1 1 0,1-1 0,-1 1 0,1-1 0,0 1 0,0 0 0,0 0 0,1 1 0,-1-1 0,1 0 0,0 1 0,0 0 0,0-1 1,0 1-1,1 0 0,-1 0 0,1 0 0,0 0 0,0 0 0,1 0 0,-1 0 0,1 1 0,0-1 0,0 0 0,0 0 0,0 0 1,1 0-1,1 4-15,0 1 2,1 0 0,1 0 0,0 0 1,0-1-1,0 1 0,1-1 0,1 0 1,-1 0-1,1-1 0,0 1 0,1-1 1,0-1-1,0 1 0,1-1 1,-1-1-1,1 1 0,0-1 0,1-1 1,-1 1-1,2-1-2,27 21 8,-9-5 0,-11-9-4,0 0 0,-2 1 0,1 1 0,-2 0 0,0 1 0,0 1 0,-1 0 0,8 13-4,-19-26 2,0 0 0,-1 1 0,1-1 1,0 0-1,-1 1 0,0 0 0,1-1 0,-1 1 1,0 0-1,0 0 0,0-1 0,-1 1 0,1 0 1,-1 0-1,0 0 0,1 0 0,-1 0 0,-1 0 0,1 0 1,0 0-1,-1 0 0,1 0 0,-1-1 0,0 1 1,0 0-1,0 0 0,0-1 0,-1 1 0,1 0 0,-1-1 1,1 0-1,-1 1 0,0-1 0,0 0 0,0 0 1,0 0-1,0 0 0,-1 0 0,1 0 0,-1-1 1,1 1-1,-1-1 0,1 0 0,-1 1 0,0-1 0,0 0 1,-1 0-3,-115-10-36,115 8 51,1 0 0,-1 0 0,0-1 0,1 1 0,-1-1 0,1 0 0,0 0 0,0 0 0,0-1 0,0 1 0,0-1 0,0 1 0,0-1 0,1 0 0,-1 0 0,1 0 0,0-1 0,0 1 0,0 0 0,1-1 0,-1 0 0,1 1 0,0-1 0,0 0-1,0 1 1,0-1 0,0 0 0,1 0 0,0-4-15,2-3 14,0-1-1,2 1 0,-1-1 0,1 1 1,1 0-1,0 0 0,0 1 0,1-1 1,0 1-1,1 1 0,0-1 1,1 1-1,0 0 0,0 1 0,1 0 1,0 0-1,10-6-13,11-14-16,82-85-1983,-69 67-1803</inkml:trace>
  <inkml:trace contextRef="#ctx0" brushRef="#br0" timeOffset="239312.442">30277 15289 12411,'0'0'1487,"0"0"-861,0 0-304,0 0-74,0 0-104,0 0 60,-5 29 88,-16 96 56,-16 70 928,37-192-1268,1 0-1,0 0 1,0 0-1,0 0 1,1-1-1,-1 1 1,0 0-1,1-1 1,0 1-1,0-1 1,0 0-1,0 1 1,0-1-1,0 0 0,0 0 1,1-1-1,-1 1 1,1 0-1,-1-1 1,1 1-1,0-1 1,-1 0-1,1 0 1,0 0-1,0 0 1,0 0-1,0-1 1,0 1-1,0-1 1,0 0-1,0 0 0,0 0 1,0 0-1,0-1 1,0 1-1,0-1 1,0 0-1,0 0 1,-1 0-1,1 0-7,17 1 31,160-16-418,-66-22-5304,-80 21-3607</inkml:trace>
  <inkml:trace contextRef="#ctx0" brushRef="#br0" timeOffset="239563.934">30535 15345 5881,'0'0'6786,"0"0"-5850,0 0 136,-66 164-168,50-96-424,6 3-224,4-6-151,6-11-9,0-12-96,0-16-233,0-26-983,13 0-1696,-7-11-5298</inkml:trace>
  <inkml:trace contextRef="#ctx0" brushRef="#br0" timeOffset="252960.567">29534 14171 8434,'0'0'2034,"0"0"-455,0 0 108,0 0-427,-3-1-695,3 1-547,0 0 1,0 1-1,0-1 0,0 0 0,0 0 0,0 0 0,0 1 0,0-1 1,0 0-1,0 0 0,0 0 0,0 1 0,0-1 0,0 0 0,0 0 0,0 0 1,0 0-1,0 1 0,0-1 0,0 0 0,0 0 0,-1 0 0,1 0 0,0 0 1,0 1-19,24 16 286,96 163 1236,-87-120-1352,-17-31-150,1-1 0,1 0 0,1-1 1,2-1-1,0-1 0,2-1 1,8 6-21,71 22-5180,-83-50-2852</inkml:trace>
  <inkml:trace contextRef="#ctx0" brushRef="#br0" timeOffset="253208.49">29418 14756 9578,'0'0'2241,"0"0"-1345,0 0-224,0 0 536,0 0-392,192-135-288,-107 75-224,6-2-224,-3-6-80,3 11-384,-21 12-2120,-36 25-5458</inkml:trace>
  <inkml:trace contextRef="#ctx0" brushRef="#br0" timeOffset="254452.041">30248 14626 5441,'0'0'1399,"0"0"-849,0 0-174,0 0 325,0 0 50,0 0-174,21 0-120,74 0-120,-38 0 3381,-59 32-3369,-5-19-314,0-1-1,-1-1 1,0 0-1,-1 0 1,-1 0-1,1-1 0,-1-1 1,-1 1-1,0-2 1,-10 7-35,-12 12 173,-46 43 1147,130-59-1210,192-25-70,-182 14-2652,-46 5-2506</inkml:trace>
  <inkml:trace contextRef="#ctx0" brushRef="#br0" timeOffset="255361.551">30371 14612 3329,'0'0'863,"0"0"70,0 0 241,0 0-206,0 0-156,0 0 60,16-5-96,50-13-78,-47 21 2998,-27 20-3460,7-21 31,-24 40 140,-3-1 0,-1-1 0,-1-1 0,-3-2 0,-6 4-407,14-13 163,-33 27 83,57-73-2456,1-5-1054,0 2-2169</inkml:trace>
  <inkml:trace contextRef="#ctx0" brushRef="#br0" timeOffset="255610.535">30082 14805 7850,'0'0'1552,"0"0"296,0 0-479,0 0-785,0 0-176,0 0 208,0 0-96,148-20-208,-95 20-80,4 0-64,-1 0-120,1 11-40,-1 0-8,20-5-32,-13-6-1128,-10 0-4297</inkml:trace>
  <inkml:trace contextRef="#ctx0" brushRef="#br0" timeOffset="256142.664">30811 14677 8154,'0'0'1196,"0"0"-543,0 0 280,0 0-14,0 0-371,0 0-163,-22-4 32,-68-12-60,89 16-351,0-1 1,0 1-1,0-1 1,0 1 0,0-1-1,0 1 1,0 0 0,0 0-1,0-1 1,0 1-1,0 0 1,0 0 0,-1 0-1,1 0 1,0 0 0,0 0-1,0 1 1,0-1-1,0 0 1,0 1 0,0-1-1,0 0 1,0 1-1,0-1 1,0 1 0,0 0-1,0-1 1,0 1 0,0 0-1,0-1 1,0 1-1,1 0 1,-1 0 0,0 0-1,1 0 1,-1 0 0,1 0-1,-1 0 1,1 0-1,-1 0 1,1 0 0,-1 0-1,1 0 1,0 0 0,0 0-1,0 0 1,-1 0-1,1 1-6,0 3 23,-2 5-5,1 0 1,0 0-1,1 0 0,0 0 1,0 0-1,1 0 1,1 0-1,-1 0 1,2 0-1,-1 0 0,1 0 1,1-1-1,0 0 1,0 0-1,1 0 1,0 0-1,1 0-18,65 87 185,-68-94-177,-1 0 1,1-1-1,-1 1 0,1 1 0,-1-1 0,0 0 0,0 0 0,0 1 0,-1-1 0,1 1 0,-1 0 0,1-1 0,-1 1 0,0 0 0,0 0 0,0 0 0,0 0 0,0 0 0,-1 0 1,1 0-1,-1 0 0,0 0 0,0 0 0,0 0 0,-1 1 0,1-1 0,-1 0 0,1 0 0,-1 0 0,0 0 0,0-1 0,0 1 0,-1 0 0,1 0 0,-1-1 0,1 1 1,-1 0-1,0-1 0,0 0 0,0 1 0,0-1 0,-1 0 0,1 0 0,0 0 0,-1-1 0,0 1 0,1 0 0,-2 0-8,1-1 3,1 0-1,0 0 0,0 0 1,0-1-1,0 1 0,-1 0 1,1-1-1,0 1 0,-1-1 1,1 0-1,0 0 0,-1 0 1,1 0-1,-1 0 0,1-1 1,0 1-1,0-1 1,-1 1-1,1-1 0,0 0 1,0 0-1,0 0 0,-1 0 1,1 0-1,1-1 0,-1 1 1,0 0-1,0-1 0,0 0 1,1 1-1,-1-1 1,1 0-1,-1 0 0,1 0 1,0 0-1,-1 0 0,1 0 1,0 0-1,1 0 0,-1 0 1,0-1-1,1 1 0,-1 0 1,1-1-1,-1 1 1,1 0-1,0-2-2,-1-3 19,-1 1-1,2-1 1,-1 0 0,1 1 0,-1-1 0,2 0-1,-1 1 1,1-1 0,0 1 0,0-1-1,1 1 1,0-1 0,0 1 0,1 0 0,-1 0-1,1 0 1,1 0 0,-1 0 0,1 1-1,0-1 1,0 1 0,1 0 0,-1 0 0,3-1-19,21-15 16,1 2 0,2 0 0,-1 2 0,2 2 0,17-6-16,28-15-2361,-40 15-3505</inkml:trace>
  <inkml:trace contextRef="#ctx0" brushRef="#br0" timeOffset="256424.259">31192 14655 10346,'0'0'1769,"0"0"-739,0 0-113,0 0-221,0 0-332,-8 25-93,-27 83 54,32-99-250,-1 0 1,2 1-1,-1-1 0,1 1 0,1 0 0,0-1 1,0 1-1,1 0 0,0 0 0,1 0 1,0-1-1,1 5-75,1-11 9,0 0 0,0 0-1,0 0 1,0-1 0,0 0 0,0 1 0,0-1 0,1 0-1,-1-1 1,1 1 0,0 0 0,-1-1 0,1 0-1,0 0 1,0 0 0,0-1 0,0 1 0,0-1 0,0 0-1,0 0 1,0 0 0,-1 0 0,1-1 0,0 0 0,3-1-9,7 2-4,103-20-1055,-45-14-2920,-41 15-1732</inkml:trace>
  <inkml:trace contextRef="#ctx0" brushRef="#br0" timeOffset="256673.861">31343 14717 9466,'0'0'1624,"0"0"121,-63 161-321,41-93-680,6 3-288,7-15-112,-1 1-200,10-23-144,0-17-16,29-14-1048,-4-3-2016</inkml:trace>
  <inkml:trace contextRef="#ctx0" brushRef="#br0" timeOffset="257127.753">31447 13780 8106,'0'0'2808,"0"0"-1135,0 0-54,0 0-342,0 0-695,0 0-364,-2 0-116,-4 17-11,84 122 303,-5-10-50,-6 2-1,10 41-343,-59-128 61,-3 0 0,-1 1 1,-3 1-1,-1 0 0,-3 1 0,-1-1 0,-3 1 1,-2 0-1,-2 15-61,-3-36-68,-1-1 1,-1 0-1,-1 0 1,-1 0-1,-1-1 1,-1 0-1,-1-1 1,-2 0-1,0 0 1,-1-2-1,-9 10 68,-85 116-3458,-4-21-6920</inkml:trace>
  <inkml:trace contextRef="#ctx0" brushRef="#br0" timeOffset="270803.834">24269 15597 6817,'0'0'2044,"0"0"-444,0 0 92,0 0-497,0 0-329,-7-6-211,-22-21-129,21 21-56,8 6-164,0 8-81,7 79-134,3 0 0,4-1 1,4-1-1,3 0 1,4-1-1,4-2 1,29 58-92,-3 46-3170,-53-157-2830</inkml:trace>
  <inkml:trace contextRef="#ctx0" brushRef="#br0" timeOffset="271068.733">24140 16469 9650,'0'0'1551,"0"0"-835,0 0-472,0 0-184,0 0 36,0 0 119,20 11 17,65 36-55,-78-44-151,0 0-1,1 0 0,-1-1 0,1 0 1,-1 0-1,1-1 0,0 0 0,-1 0 0,1-1 1,0 0-1,0 0 0,0-1 0,-1 0 1,1 0-1,0-1 0,-1 0 0,1 0 0,-1-1 1,0 0-1,0 0 0,0-1 0,0 0 0,0 0 1,-1 0-1,0-1 0,4-4-25,8-8 53,-1-1 0,0-1 0,-1-1 0,-2-1 0,0 0 0,10-20-53,-11 10-628,-21 38-486,-17 19-3569</inkml:trace>
  <inkml:trace contextRef="#ctx0" brushRef="#br0" timeOffset="271554.579">23118 17021 2761,'0'0'5665,"0"0"-4057,0 0-720,0 0-200,0 0 57,0 0 207,-6 226-448,6-124-384,0-5 80,6-4-112,7-11-80,2-20-8,-2-11 0,9-25-992,-9-21-2065,-7-5-3160</inkml:trace>
  <inkml:trace contextRef="#ctx0" brushRef="#br0" timeOffset="271835.666">23039 17078 6593,'0'0'1169,"0"0"-609,0 0-12,0 0 116,38-14 51,122-38 30,-153 50-700,0-1-1,1 2 0,-1-1 0,1 1 1,0 0-1,-1 1 0,1 0 0,0 0 1,-1 0-1,1 1 0,0 0 0,-1 1 1,1 0-1,-1 0 0,0 0 0,1 1 1,-1 0-1,0 1 0,-1 0 0,1 0 1,-1 0-1,1 0 0,-1 1 1,-1 0-1,1 1 0,-1-1 0,2 3-44,-3-4 81,1 1 1,-1 0-1,0 0 0,0 0 0,0 1 1,0-1-1,-1 1 0,0 0 0,-1 0 0,1 0 1,-1 0-1,0 1 0,-1-1 0,1 1 0,-1-1 1,0 1-1,-1-1 0,0 1 0,0-1 1,0 1-1,-1-1 0,0 1 0,0-1 0,-1 1 1,0-1-1,0 0 0,0 0 0,-1 1 0,-1 2-81,-14 14 178,0-2 0,-1 0-1,-1-1 1,-1-1 0,0-1-1,-1-1 1,-2-1 0,1-1-1,-26 12-177,-41 11 171,89-38-183,0 1 0,1-1 0,-1 0 0,0 0 0,0 0 0,0 0 0,1 0 0,-1 0 1,0 0-1,0 0 0,0 0 0,1-1 0,-1 1 0,0 0 0,0 0 0,1-1 0,-1 1 0,0 0 0,0-1 0,1 1 0,-1-1 0,1 1 0,-1-1 0,0 1 0,1-1 0,-1 1 0,1-1 0,-1 0 0,1 1 0,-1-1 0,1 0 0,0 0 0,-1 1 0,1-1 1,0 0-1,-1 0 0,1 1 0,0-1 0,0 0 0,0 0 0,0 0 0,0 1 0,0-1 0,0 0 0,0 0 0,0 0 0,0 1 0,0-1 0,1 0 0,-1 0 0,0 1 0,0-1 0,1 0 0,-1 0 0,1 1 0,-1-1 0,1 0 0,-1 1 0,1-1 1,-1 0-1,1 1 0,-1-1 0,1 1 12,27-48-2417,8-3-1773</inkml:trace>
  <inkml:trace contextRef="#ctx0" brushRef="#br0" timeOffset="272162.721">23788 17216 7122,'0'0'1093,"0"0"-487,0 0-13,0 0-20,0 0 94,0 0 49,-11 0-147,-33 3-305,33 30-157,12-29-104,3 5-2,0 0 0,1-1 0,0 0-1,1 0 1,-1 0 0,2 0 0,-1-1-1,1 0 1,0 0 0,0-1 0,1 0-1,0 0 1,0-1 0,0 0 0,1 0-1,0-1 1,0 0 0,0 0 0,0-1 0,0-1-1,1 1 0,-7-1 5,1 1 1,0-1-1,0 0 0,-1 0 0,1 0 0,1-1 0,-1 1 0,0-1 0,0 0 0,0 0 1,1-1-1,-1 1 0,0-1 0,1 0 0,-1 0 0,1 0 0,-1 0 0,0-1 1,1 0-1,-1 0 0,0 0 0,0-1 0,0 1 0,0-1 0,0 0 0,0 0 0,0 0 1,-1-1-1,1 1 0,-1-1 0,1 0 0,-1 0 0,0 0 0,0 0 0,-1-1 1,1 1-1,-1-1 0,1 0 0,-1 1 0,0-1 0,0 0 0,-1 0 0,1-2-5,-2 1 70,1 1-1,-1-1 1,-1 0-1,1 1 1,-1-1-1,1 1 1,-1 0-1,0-1 1,-1 1-1,1 0 1,-1-1-1,0 1 1,0 0-1,0 0 1,-1 1-1,1-1 0,-1 0 1,0 1-1,0-1 1,0 1-1,-1 0 1,1 0-1,-1 0 1,0 1-1,1-1 1,-1 1-1,0 0 1,0 0-1,-1 0 1,1 1-1,-1-1-69,-112-37 362,112 38-603,-15-6 623,14-4-3491,6 4-2579</inkml:trace>
  <inkml:trace contextRef="#ctx0" brushRef="#br0" timeOffset="272415.553">24058 16664 8378,'0'0'1984,"0"0"-79,0 0-905,0 0-672,0 0-328,0 0 176,10 150 512,6-48-80,-1 11-264,1 1-184,0-12-56,3-17-56,3-20-32,3-20-16,6-28-8,-2-17-928,-14 0-3289</inkml:trace>
  <inkml:trace contextRef="#ctx0" brushRef="#br0" timeOffset="272793.172">24354 17072 240,'0'0'9295,"0"0"-6350,0 0-2127,-6 25-365,-17 83-221,22-101-223,1 0 0,0 0 0,0-1-1,1 1 1,0 0 0,0-1 0,0 1 0,1-1 0,0 1 0,0-1-1,1 0 1,-1 0 0,1 0 0,1 0 0,-1 0 0,1-1 0,0 0-1,1 1 1,-1-1 0,1-1 0,0 1 0,0-1 0,5 4-9,-2-1 12,2 2-31,1 0-1,0-1 1,0 0-1,1-1 1,0 0 0,0-1-1,0 0 1,1-1-1,11 3 20,-21-7-27,1 0-1,0 0 0,-1 0 0,1-1 0,0 1 0,0-1 0,0 0 1,-1 0-1,1 0 0,0 0 0,0-1 0,0 0 0,-1 0 0,1 0 1,0 0-1,-1 0 0,1-1 0,-1 1 0,1-1 0,-1 0 0,0 0 0,0 0 1,0-1-1,0 1 0,0-1 0,0 0 0,-1 0 0,1 0 0,-1 0 1,0 0-1,0 0 0,0 0 0,0-1 0,0 1 0,-1-1 0,1-2 28,26-113 687,-107 293 18,56-132-551,-104 176 693,103-166-1356,35-59-4074,3-11-1298</inkml:trace>
  <inkml:trace contextRef="#ctx0" brushRef="#br0" timeOffset="273164.348">24939 16984 2641,'0'0'6622,"0"0"-4166,0 0-1467,0 0-460,-2 26-307,-18 174-18,4 70 308,32-286-549,26-45 73,115-135 65,-156 195-102,-1 0 1,1-1-1,0 1 1,-1 0-1,1 0 0,0 0 1,0 0-1,0 0 0,-1 1 1,1-1-1,0 0 1,0 0-1,0 0 0,0 1 1,1-1-1,-1 1 1,0-1-1,0 1 0,0-1 1,0 1-1,1 0 0,-1-1 1,0 1-1,0 0 1,1 0-1,-1 0 0,0 0 1,0 0-1,1 0 1,-1 0-1,0 0 0,0 1 1,1-1-1,-1 0 0,0 1 1,0-1-1,0 1 1,0 0-1,0-1 0,1 1 1,-1 0-1,0-1 1,-1 1-1,1 0 0,0 0 1,0 0-1,0 0 0,0 0 1,-1 0-1,1 0 1,0 0-1,-1 0 0,1 0 1,-1 1-1,1-1 0,-1 0 1,0 0-1,1 0 1,-1 1-1,0-1 0,0 0 1,0 0-1,0 1 1,0-1-1,0 0 0,0 0 1,-1 1 0,43 136-1621,-30-120-2918</inkml:trace>
  <inkml:trace contextRef="#ctx0" brushRef="#br0" timeOffset="273505.218">25483 17112 7042,'0'0'1851,"0"0"-474,0 0-185,0 0-201,0 0-112,0 0-431,-7 0-248,6 0-197,-1 0-1,0 0 0,0 1 0,0-1 0,0 1 1,0-1-1,0 1 0,0 0 0,1-1 0,-1 1 1,0 0-1,1 0 0,-1 1 0,0-1 0,1 0 1,-1 0-1,1 1 0,0-1 0,0 1 0,-1-1 1,1 1-1,0 0 0,0-1 0,0 1 0,1 0 1,-1 0-1,0 0 0,1 0 0,-1-1 0,1 1 1,-1 0-1,1 0 0,0 0 0,0 0 0,0 0 1,0 0-1,0 0 0,1 0 0,-1 0 0,0 0 1,1 0-1,0 0 0,0 0-2,-2 2-2,0 1-2,-1-1 0,1 1 0,0 0 0,0-1-1,1 1 1,-1 0 0,1 0 0,0 0 0,1 0-1,-1-1 1,1 1 0,0 0 0,0 0 0,0-1 0,1 1-1,-1 0 1,1-1 0,0 1 0,1-1 0,-1 0-1,1 0 1,-1 0 0,1 0 0,1 0 0,-1-1 0,0 0-1,1 1 1,0-1 0,0 0 0,0-1 0,0 1 0,0-1-1,0 1 1,1-1 0,3 1 4,-5-3-2,-1 0 1,0 1-1,1-1 0,-1 0 0,0-1 1,1 1-1,-1 0 0,0-1 0,0 1 1,1-1-1,-1 0 0,0 0 0,0 1 1,0-2-1,0 1 0,0 0 0,0 0 1,0-1-1,0 1 0,-1-1 0,1 1 1,0-1-1,-1 0 0,1 1 1,-1-1-1,0 0 0,1 0 0,-1 0 1,0 0-1,0-1 0,-1 1 0,1 0 1,0 0-1,-1 0 0,1-2 2,7-86 506,-8 77-315,-19-18 328,0 15-954,28 10-5778,13 1 668</inkml:trace>
  <inkml:trace contextRef="#ctx0" brushRef="#br0" timeOffset="273892.68">25804 17072 4361,'0'0'3554,"0"0"-1990,0 0-499,0 0 147,0 0-39,0 0-495,0 11-347,1 54-127,49-59-120,110-6-319,-134 2-4434,13-82 2020,-12 20 4978,-12 70 1309,25 102-3241,-27-82-1583</inkml:trace>
  <inkml:trace contextRef="#ctx0" brushRef="#br0" timeOffset="276474.173">27037 16984 6169,'0'0'2179,"0"0"-310,0 0-65,0 0-467,0 0-532,0 0-332,-6-4 521,63-109-421,114-247-307,-148 308-197,7 85-115,184 343 411,-184-289-285,-30-85-49,0-19-2225,0-11-3282</inkml:trace>
  <inkml:trace contextRef="#ctx0" brushRef="#br0" timeOffset="277173.272">27852 16008 8074,'0'0'1071,"0"0"-290,0 0 177,0 0-453,0 0-330,-3-28-139,-7-86-22,10 109-9,0 1-1,0 0 0,1 0 0,-1 0 0,1 0 0,0 0 0,0 0 0,0 0 0,1 0 0,-1 1 0,1-1 0,0 0 0,0 1 0,1-1 0,-1 1 1,0 0-1,1 0 0,0 0 0,0 0 0,0 0 0,0 0 0,0 1 0,1 0 0,-1 0 0,2-1-4,2-2 20,-5 3 7,1 0-1,0 0 1,0 0 0,0 0 0,0 1 0,0-1 0,0 1-1,0 0 1,0 0 0,1 0 0,-1 0 0,0 1-1,1-1 1,-1 1 0,0 0 0,1 0 0,-1 0 0,0 0-1,1 1 1,-1-1 0,0 1 0,1 0 0,-1 0-1,0 0 1,0 0 0,0 1 0,0-1 0,2 2-27,3 12 323,-1 1 0,-1 0 0,0 0 0,-1 0 0,-1 0 0,0 1 1,-2 0-1,1 0 0,-2 0 0,-1 17-323,3-14 92,-1 1-1,-2-1 0,0 1 1,-1 0-1,-1-1 1,0 1-1,-2-1 1,-1 0-1,0 0 1,-1 0-1,-2-1 1,0 0-1,0 0 1,-2-1-1,-8 12-91,11-19 33,-1 1 0,0-1 0,0-1 0,-1 1 0,0-1 0,-1-1 0,0 0 0,-1 0 0,0-1 0,0-1 0,0 1 0,-1-2 0,-1 0 0,1 0 0,-1-1 0,1-1 0,-1 0 0,-1 0 0,1-2 0,0 0 0,-1 0 0,-6-1-33,17-3-2,-1-1-1,1 0 1,1 0 0,-1-1 0,0 1 0,1 0 0,0-1-1,-1 0 1,1 1 0,1-1 0,-1 0 0,1 0 0,-1 0-1,1 0 1,0 0 0,0 0 0,1-1 0,0 1 0,-1 0-1,1 0 1,0 0 0,1-1 0,-1 1 0,1 0-1,0 0 1,0 0 2,-1-8-10,0 9 8,1 0 0,-1 0-1,1 1 1,-1-1 0,1 0 0,0 1-1,0-1 1,0 1 0,0-1 0,0 1-1,1-1 1,-1 1 0,1 0 0,0 0 0,-1 0-1,1 0 1,0 0 0,0 0 0,0 0-1,1 0 1,-1 1 0,0-1 0,1 1-1,-1 0 1,1 0 0,-1 0 0,1 0-1,-1 0 1,1 0 0,0 1 0,-1-1-1,1 1 1,0 0 0,0 0 0,0 0 2,102 15-50,61 100 141,-105-75 3,3-2 0,0-3 1,55 20-95,-60-38 49,-65-7-37,-16-2-1023,-6 5-2599</inkml:trace>
  <inkml:trace contextRef="#ctx0" brushRef="#br0" timeOffset="295315.977">27543 4744 2761,'0'0'600,"0"0"-182,0 0 167,0 0 215,0 0-89,-13-1-129,-44-8-76,-27-32 3029,62 30-503,44 10-1200,2 2-2201,39-1 444,-12-3-68,1 3 0,-1 2 0,0 2 0,1 2 0,-2 3 0,1 2 0,-2 1 1,7 6-8,-29-8 3,110 62 35,-150-40 63,-43 38-82,3 3 0,4 2 0,3 2 0,3 1-1,3 3 1,4 1 0,4 2 0,-3 23-19,4 57-723,52-162-4155,-7-21-1090</inkml:trace>
  <inkml:trace contextRef="#ctx0" brushRef="#br0" timeOffset="295565.938">27487 5325 8410,'0'0'1384,"0"0"-504,0 0 473,0 0-433,0 0-200,0 0-160,201-14-112,-116 5-192,-6 6-160,2 3-40,-14 0 0,-17 0-56,-9 3 0,-19 11-112,-16 0-736,-6-2-1560,0-12-4690</inkml:trace>
  <inkml:trace contextRef="#ctx0" brushRef="#br0" timeOffset="296066.798">28591 5070 7578,'0'0'1099,"0"0"-157,0 0 393,0 0-49,0 0-381,0 0-332,-22-16-193,-73-46-110,92 60-259,1 1 0,-1-1-1,0 0 1,0 1 0,0 0-1,0 0 1,0 0 0,0 0-1,-1 0 1,1 1 0,0-1-1,0 1 1,-1 0-1,1 0 1,0 0 0,0 0-1,0 1 1,-1-1 0,1 1-1,0 0 1,0 0 0,0 0-1,0 0 1,0 1 0,0-1-1,0 1 1,1 0 0,-1 0-1,0 0 1,0 0-11,-5 4 24,1-3-11,0 1-1,1 0 1,0 1-1,0-1 1,0 1-1,0 0 1,1 1-1,-1-1 1,2 1-1,-1 0 0,0 1 1,1-1-1,1 1 1,-1-1-1,1 1 1,0 0-1,0 1 1,1-1-1,0 0 0,0 1 1,1-1-1,0 1 1,0-1-1,1 1 1,0 0-1,0-1 1,1 1-1,0 0 0,0-1 1,1 1-1,0-1 1,0 0-1,2 4-12,10 8 3,0-1 0,2 0 0,0 0 0,1-2 1,1 0-1,1-1 0,0-1 0,19 11-3,-16-10 6,-1 0 12,88 74 13,-106-85-31,1-1 1,-1 1-1,0 0 1,0 0-1,0 1 0,0-1 1,-1 0-1,0 1 0,0 0 1,0-1-1,-1 1 1,1 0-1,-1 0 0,0 0 1,0 0-1,-1 0 1,0 0-1,0 0 0,0 0 1,0 0-1,-1 0 0,0 0 1,0 0-1,0 0 1,-1 1-1,-3 1 13,0-1 0,-1 0 1,0 0-1,0 0 0,-1 0 1,0-1-1,0 0 0,0-1 1,0 0-1,0 0 0,-1 0 1,0-1-1,0 0 0,0-1 1,0 0-1,0 0 0,-1 0 1,1-1-1,0 0 0,-1-1 1,0 0-14,5 1 2,-1 0 0,1 0 0,-1 0 0,1 0 0,-1-1 0,0 0 0,1 0 0,-1 0 0,0-1 0,1 1 0,-1-1 0,1 0 0,-1 0 1,1-1-1,-1 1 0,1-1 0,0 0 0,0 0 0,0-1 0,0 1 0,0-1 0,0 0 0,1 0 0,0 0 0,-1 0 0,1-1 0,0 0 0,0 1 1,1-1-1,-1 0 0,1-1-2,-1-4 29,1 0 0,0 0 0,1 0 0,0-1 1,1 1-1,0 0 0,0-1 0,1 1 0,0 0 0,1-1 1,-1 1-1,2 0 0,0 0 0,0 0 0,0 0 1,1 1-1,5-8-29,16-17 39,1 1 1,2 1-1,1 1 1,1 2 0,1 1-1,3 1-39,77-55 6,32-29-3949,-105 72-2153</inkml:trace>
  <inkml:trace contextRef="#ctx0" brushRef="#br0" timeOffset="296344.764">29094 5010 8850,'0'0'1335,"0"0"-308,0 0 166,0 0-266,0 0-501,-11 21-222,-77 145 113,77-149-240,1 0-1,2 1 1,-1 1 0,2-1-1,1 1 1,0 0 0,1 1 0,1-1-1,1 1 1,1 0 0,1 0-1,0 8-76,4-23 5,0 0 0,0 0 0,1 0 0,-1 0 0,1 0 0,0-1 0,1 0 0,-1 1 0,1-2-1,-1 1 1,1 0 0,1-1 0,-1 0 0,0 0 0,1-1 0,-1 1 0,1-1 0,0-1 0,-1 1 0,1-1 0,0 0 0,0 0-1,0 0 1,0-1 0,0 0 0,2 0-5,129-3-652,-57-34-3171,-43 4-2356</inkml:trace>
  <inkml:trace contextRef="#ctx0" brushRef="#br0" timeOffset="296610.945">29233 5005 7834,'0'0'1043,"0"0"-259,0 0 352,0 0 22,0 0-218,-13 31-224,-79 208 396,-41 219 244,122-390-1352,34-74-914,0-16-1322,-3-10-2091</inkml:trace>
  <inkml:trace contextRef="#ctx0" brushRef="#br0" timeOffset="298013.562">29352 5316 7682,'0'0'1033,"0"0"-354,0 0 54,0 0 241,0 0 34,29 10-134,181 58 373,59 9-472,-256-75-830,-31-6-844,-2 0-1241,-19-6-4458</inkml:trace>
  <inkml:trace contextRef="#ctx0" brushRef="#br0" timeOffset="299061.386">29770 4937 4025,'0'0'808,"0"0"-177,0 0 364,0 0 44,0 0-155,0 0-15,4-2-106,-3 2-714,0-1 1,-1 1-1,1 0 0,0 0 1,0-1-1,0 1 0,0 0 1,0 0-1,0 0 0,-1 0 1,1 0-1,0 0 0,0 1 1,0-1-1,0 0 0,0 0 1,-1 1-1,1-1 0,0 0 0,0 1 1,-1-1-1,1 0 0,0 1 1,0 0-1,-1-1 0,1 1 1,0-1-1,-1 1 0,1 0 1,-1-1-1,1 1 0,-1 0 1,1-1-1,-1 1 0,0 0 1,1 0-1,-1 0 0,0-1 0,1 1 1,-1 0-1,0 0 0,0 0 1,0 0-1,0 0 0,0-1 1,0 1-1,0 0 0,0 0 1,0 0-1,0 0 0,0 0 1,-1-1-1,1 1 0,0 0 1,-1 0-1,1 0 0,-1-1 0,1 1 1,0 0-1,-1 0 0,0-1 1,1 1-1,-1 0-49,1 16 46,-5 28 256,-1 0 0,-2-1-1,-2 0 1,-2 0 0,-2-1 0,-7 12-302,-8 32 264,-54 233 199,79-236-382,10-89-1351,1-17-2001,2-6-4973</inkml:trace>
  <inkml:trace contextRef="#ctx0" brushRef="#br0" timeOffset="300015.943">30333 5183 6953,'0'0'1098,"0"0"106,0 0-54,0 0-457,0 0-322,0 0-69,-5-16-100,-15-51-54,20 63-129,0 1 1,0-1-1,1 1 0,-1-1 0,1 1 0,-1-1 0,1 1 0,0-1 0,1 1 0,-1 0 1,1 0-1,-1-1 0,1 1 0,0 0 0,0 1 0,0-1 0,0 0 0,1 1 1,-1-1-1,1 1 0,0-1 0,-1 1 0,1 0 0,0 0 0,0 1 0,0-1 1,1 0-1,-1 1 0,0 0 0,1 0 0,-1 0 0,0 0 0,1 1 0,2-1-19,-4 0 13,4-1 8,1 0 0,0 1 0,-1-1 0,1 1 0,0 1 0,0-1 0,0 1 0,0 0 0,0 1 1,0 0-1,-1 0 0,1 0 0,0 1 0,-1 0 0,1 0 0,-1 0 0,1 1 0,-1 0 0,0 1 0,0-1 0,-1 1 0,1 0 0,-1 1 0,1-1 0,-1 1 0,-1 0 0,2 2-21,3 4 98,-1-1-1,-1 2 0,1-1 1,-2 1-1,0 0 0,0 1 1,-1-1-1,-1 1 0,0 0 1,-1 0-1,0 0 0,-1 1 1,0 10-98,0-11 83,-1 0 0,-1 0-1,0 1 1,0-1 0,-2 0 0,1 0 0,-2 0 0,0 0 0,0 0 0,-1-1-1,-1 1 1,0-1 0,-1 0 0,-1 1-83,-19 28 124,-3-1 0,-1-2 0,-2-1 1,-1-1-1,-2-2 0,-1-1 0,-2-2 0,-1-2 0,-1-1 0,-1-2 1,-2-2-1,-3-1-124,-30 0 153,69-59-122,10 18-77,1 0 0,0 0 1,2 0-1,0 1 0,1 0 0,0 0 1,2 1-1,0 0 0,0 0 0,2 1 1,0 0-1,0 1 0,1 0 0,1 1 1,1 1-1,0 0 0,8-6 46,-19 15-6,0-1 0,0 0 1,1 1-1,-1 0 0,1 0 0,0 0 0,0 0 0,0 0 0,0 1 0,0 0 1,0 0-1,1 0 0,-1 0 0,1 1 0,0-1 0,-1 1 0,1 1 0,0-1 0,0 0 1,-1 1-1,1 0 0,0 0 0,0 1 0,-1-1 0,1 1 0,0 0 0,0 0 1,-1 1-1,1 0 0,-1-1 0,0 1 0,1 1 0,-1-1 0,0 1 0,0-1 1,0 1-1,-1 0 0,1 0 0,1 3 6,77 183 152,-47-92 80,-27-74-216,1 1-1,1-2 1,1 1 0,1-2 0,1 1-1,1-2 1,1 0 0,1 0 0,0-2 0,1 0-1,9 6-15,10-10-2068,-34-13-2256</inkml:trace>
  <inkml:trace contextRef="#ctx0" brushRef="#br0" timeOffset="300371.725">31286 4739 7810,'0'0'1448,"0"0"-824,0 0 968,0 0-279,0 0-521,0 0-112,48 198-168,-48-96-216,0 14-40,-13 3-200,-28 39-56,6-33-1672,-5-20-7154</inkml:trace>
  <inkml:trace contextRef="#ctx0" brushRef="#br0" timeOffset="300574.187">31167 6106 13835,'0'0'1816,"0"0"-1136,0 0 193,0 0-417,0 0-456,0 0-680,0 0-7306</inkml:trace>
  <inkml:trace contextRef="#ctx0" brushRef="#br0" timeOffset="302253.591">26531 6692 7306,'0'0'898,"0"0"-571,0 0 129,30 0 292,272-7 835,827-45 578,-1106 52-2143,465 1 448,54 25-466,106 50 519,-3 27 1,16 34-520,-563-115 130,-1 5 1,-1 3-1,-2 5 0,5 7-130,-88-32 79,-30-10-116,10 0-161,-39 0-1262</inkml:trace>
  <inkml:trace contextRef="#ctx0" brushRef="#br0" timeOffset="303377.834">27220 7080 4345,'0'0'1108,"0"0"47,0 0 355,0 0-91,0 0-632,0 0-402,3-14 12,13-43 65,-15 55-418,1 0 0,-1 0 0,1 0-1,0 0 1,0 0 0,0 0 0,0 0 0,0 0 0,0 1 0,1-1 0,-1 1 0,0-1 0,1 1-1,-1 0 1,1 0 0,-1 0 0,1 1 0,0-1 0,-1 0 0,1 1 0,0 0 0,-1 0 0,1 0-1,0 0 1,0 0 0,-1 0 0,1 1 0,2 0-44,0-1 70,1 4 3,1 0 0,-1 1 0,0-1 1,0 1-1,0 0 0,-1 1 0,0 0 1,0-1-1,0 2 0,-1-1 0,0 0 1,0 1-1,-1 0 0,0 0 0,0 0 1,0 0-1,-1 0 0,0 1 0,0-1 1,-1 1-1,0-1 0,-1 1 0,1 0 0,-1 3-73,4 15 98,0-1 0,-2 1-1,-1 0 1,-1 0-1,-1 1 1,-1-2 0,-2 1-1,0 0 1,-2-1 0,0 1-1,-2-1 1,-1-1-1,-1 0 1,-1 0 0,-1-1-1,-4 4-97,2-4 18,-1 0-1,-1-1 1,0-1 0,-2 0-1,-1-2 1,-1 0 0,0-1-1,-1-1 1,-1-1 0,0-1 0,-2-1-1,1 0 1,-2-2 0,1-1-1,-2-1 1,1-2 0,-1 0-1,-1-1 1,1-2 0,-18 1-18,38-5 0,-1-1 1,1 0 0,0 0 0,0-1-1,-1 0 1,1 0 0,0 0 0,0-1 0,0 1-1,0-2 1,0 1 0,0-1 0,1 1-1,-1-2 1,1 1 0,0-1 0,0 1 0,0-1-1,0-1 1,1 1 0,-1-1 0,1 0 0,0 0-1,1 0 1,-1 0 0,1 0 0,0-1-1,1 0 1,-1-1-1,-2-8-19,1 0-1,0 0 1,1-1 0,1 1-1,1-1 1,0 1-1,1-1 1,0 0 0,1 1-1,1-1 1,1-2 19,-1 13-4,-1 1 0,1-1 0,0 1 1,0-1-1,0 1 0,0 0 0,1 0 0,0 0 1,0 0-1,0 0 0,0 1 0,1-1 0,-1 1 1,1 0-1,0 0 0,0 0 0,0 1 1,0-1-1,0 1 0,1 0 0,-1 0 0,1 1 1,-1-1-1,1 1 0,0 0 0,0 0 0,0 0 4,8-1-5,0 1-1,0 0 1,0 1-1,0 0 1,0 1-1,0 0 1,0 1-1,0 1 1,10 3 5,10 10 19,-1 1-1,-1 1 1,-1 2 0,0 1 0,-2 1 0,0 2-1,-2 1 1,-1 0 0,0 2 0,-3 1 0,7 10-19,-24-32-138,41 44 108,-8-28-3555,-24-20-2889</inkml:trace>
  <inkml:trace contextRef="#ctx0" brushRef="#br0" timeOffset="303625.393">27789 7218 12979,'0'0'1608,"0"0"-920,0 0 200,0 0-367,-28 224-305,18-125-168,4 6 8,6 0-56,-10 39-576,1-31-1577,-16-8-6041</inkml:trace>
  <inkml:trace contextRef="#ctx0" brushRef="#br0" timeOffset="303796.779">27641 8467 13915,'0'0'2120,"0"0"-1239,0 0-65,0 0-352,0 0-344,0 0-120,0 0-904,13-130-4633</inkml:trace>
  <inkml:trace contextRef="#ctx0" brushRef="#br0" timeOffset="304328.623">28245 7218 8426,'0'0'1176,"0"0"-473,0 0-88,0 0 9,39-1-75,254-9 305,-4 10-406,-285-1-445,0 0 1,1 0-1,-1 0 1,0 1-1,1 0 1,-1 0-1,1 0 1,-1 0-1,0 1 1,1 0-1,-1 0 1,0 0-1,1 0 1,-1 0-1,0 1 1,0 0-1,0 0 1,0 0-1,0 1 1,-1-1-1,1 1 1,-1 0-1,1 0 1,-1 0-1,0 0 1,0 0-1,-1 1 1,1-1-1,-1 1 1,1 0-1,-1 0 1,0 0-1,-1 0 1,1 0-4,-2 10 105,-1 1 0,0-1-1,-1 0 1,-1 0 0,0 0 0,-1 0 0,-1-1 0,0 0 0,0 0 0,-1 0 0,-1 0 0,0-1 0,-1 0 0,0 0 0,-1-1 0,0 0 0,-1-1 0,-9 8-105,7-4 59,-277 303 186,264-287-2369,3-11-3057</inkml:trace>
  <inkml:trace contextRef="#ctx0" brushRef="#br0" timeOffset="304547.271">28512 7578 11290,'0'0'1665,"0"0"-1281,0 0 176,0 0 352,217-3-608,-110-8-184,57-18-120,-29-2-432,-15 6-4153</inkml:trace>
  <inkml:trace contextRef="#ctx0" brushRef="#br0" timeOffset="304846.343">29465 7173 9922,'0'0'1219,"0"0"-123,0 0 179,0 0-484,0 0-375,-25 30-214,-77 101-116,99-128-84,1 0 0,0 0 0,0 1 0,0 0-1,0-1 1,1 1 0,-1 0 0,1 0 0,0 0 0,0 0 0,0 0-1,1 0 1,0 0 0,-1 0 0,1 0 0,0 0 0,1 0 0,-1 0-1,1 0 1,0 0 0,0 0 0,0 0 0,1-1 0,-1 1 0,1 0-1,0-1 1,0 1 0,0-1 0,0 1 0,1-1 0,2 3-2,5 8 1,4 10-3,-2-9 12,-1 1-1,0 0 1,-2 0 0,0 1 0,0 1 0,-2-1-1,0 1 1,-1 0 0,-1 1 0,-1 0 0,0 0-1,-2 0 1,0 0 0,-1 0 0,-1 0 0,-1 15-10,-3-24-1,0 0 0,-1 0 0,0 0 0,0-1 0,-1 1 0,0-1 0,-1-1 0,0 1 0,0-1 0,-1 0 0,0-1 0,0 0 0,-1 0 0,0-1 0,0 0 0,0 0 0,-1-1 0,0-1 0,0 1 0,0-2 0,0 1 0,-1-1 0,0-1 0,-9 1 1,18-2 1,0-1 0,0 0 1,-1 0-1,1 0 0,0 0 1,0 0-1,0 0 1,0 0-1,-1-1 0,1 1 1,0-1-1,0 0 0,0 0 1,0 0-1,0 0 1,0 0-1,0 0 0,0 0 1,1 0-1,-1-1 0,0 1 1,1-1-1,-1 1 1,1-1-1,-1 0 0,1 1 1,0-1-1,0 0 0,0 0 1,0 0-1,0 0 1,0 0-1,1 0 0,-1 0 1,0-1-1,1 1 0,0-1-1,0-87-6,0 89 6,7-25-8,1 0 0,0 1 0,2 1 0,1-1 1,1 1-1,1 1 0,1 0 0,1 1 0,1 1 1,1 0-1,0 1 0,2 1 0,7-5 8,11-11-449,1 2 1,2 2-1,1 1 0,1 3 0,2 1 0,0 2 0,17-5 449,20-7-4227</inkml:trace>
  <inkml:trace contextRef="#ctx0" brushRef="#br0" timeOffset="305114.475">30135 7213 9586,'0'0'1591,"0"0"39,0 0-221,0 0-687,0 0-369,-20 31-127,-63 108-50,77-128-135,0-1-1,1 1 1,0 1 0,1-1 0,0 0 0,1 1 0,1 0 0,-1 0 0,2 0 0,0 0-1,0 0 1,1 7-41,0-1 54,-1-6-31,0 1 0,0 0 1,2-1-1,-1 1 0,2 0 1,-1-1-1,2 1 0,0-1 0,0 0 1,1 1-1,1-2 0,0 1 1,0 0-1,1-1 0,1 0 1,0-1-1,2 3-23,5-1-16,1 0 0,0-1-1,0 0 1,1-2 0,0 0 0,1 0 0,0-2-1,0 0 1,1-1 0,0 0 0,0-2 0,0 0-1,1-1 1,-1-1 0,1-1 0,-1 0 0,1-2-1,0 0 1,-1-1 0,1 0 0,0-2 16,-11 2-132,-1 0 0,1 0 0,0 0 0,-1-1 0,0 0 1,1-1-1,-1 0 0,-1 0 0,1 0 0,0-1 0,-1 0 0,0 0 0,0-1 1,-1 1-1,0-1 0,0-1 0,3-3 132,41-81-4470,-27 21-582</inkml:trace>
  <inkml:trace contextRef="#ctx0" brushRef="#br0" timeOffset="305330.908">30462 7465 7322,'0'0'2552,"0"0"-1368,0 0 665,-154 164-529,116-82-536,13 14-232,6-5-296,16-6-136,3-9-120,0-8 0,35-20-408,-1-11-1312,1-23-3377</inkml:trace>
  <inkml:trace contextRef="#ctx0" brushRef="#br0" timeOffset="305580.947">30940 7252 7930,'0'0'3176,"0"0"-2143,0 0 191,0 0-280,0 0-648,0 0-144,0 156 128,-12-60-144,-13 15-16,-16 59-120,3-26-352,3-14-2672</inkml:trace>
  <inkml:trace contextRef="#ctx0" brushRef="#br0" timeOffset="305581.947">30607 8829 13259,'0'0'2256,"0"0"-1007,0 0-241,0 0-640,0 0-368,0 0-768,0 0-7210</inkml:trace>
  <inkml:trace contextRef="#ctx0" brushRef="#br0" timeOffset="309585.296">28185 9879 4953,'0'0'1094,"0"0"21,0 0 237,0 0 43,0 0 2,0 0-183,-7-4-376,-23-11-398,23 12-172,32 3-46,507-40 238,-530 39-457,0 1 0,0-1-1,0 0 1,0 1-1,0 0 1,0-1-1,0 1 1,1 0 0,-1 0-1,0 1 1,0-1-1,0 0 1,0 1-1,0-1 1,0 1-1,0-1 1,0 1 0,0 0-1,0 0 1,0 0-1,0 0 1,0 0-1,-1 1 1,1-1-1,0 0 1,-1 1 0,1-1-1,-1 1 1,0 0-1,0-1 1,1 1-1,-1 0 1,0 0-1,0 0 1,0 0 0,-1 0-1,1 0 1,0 0-1,-1 0 1,0 0-1,1 0 1,-1 0 0,0 0-1,0 1 1,0-1-1,0 0 1,0 0-1,-1 0 1,1 1-3,-3 17 57,-2 0-1,0 0 1,-1 0-1,0-1 1,-2 0 0,0 0-1,-2 0 1,0-1 0,-1-1-1,0 0 1,-2 0 0,0-1-1,-13 12-56,7-4 91,-132 168 381,123-116-1086,48-78-5759,-9-17-180</inkml:trace>
  <inkml:trace contextRef="#ctx0" brushRef="#br0" timeOffset="309849.108">28333 10038 10042,'0'0'1985,"0"0"-1497,0 0-256,0 0 744,179 0-352,-88-3-248,4-6-240,-4-5-16,-12 9-112,-10 2-8,-16-3-704,-15 0-2289,-22 1-8121</inkml:trace>
  <inkml:trace contextRef="#ctx0" brushRef="#br0" timeOffset="310518.283">29632 9695 4937,'0'0'1488,"0"0"9,0 0 407,0 0 13,0 0-639,0 0-333,-8-10-304,-28-32-187,34 41-420,0-1 0,0 1 1,0 0-1,0 0 0,0 0 1,-1 0-1,1 0 0,0 0 1,-1 0-1,1 1 0,0-1 0,-1 1 1,1 0-1,-1-1 0,1 1 1,0 1-1,-1-1 0,1 0 1,-1 0-1,1 1 0,0-1 1,-1 1-1,1 0 0,0 0 1,-1 0-1,1 0 0,-2 1-34,1 5 1,0-1-1,0 1 0,0 0 0,1 0 0,0 0 0,0 1 0,1-1 1,0 0-1,0 1 0,0-1 0,1 1 0,1-1 0,-1 0 0,1 1 1,0-1-1,1 1 0,0-1 0,0 0 0,0 0 0,1 0 0,0 0 1,0-1-1,1 1 0,0-1 0,0 0 0,1 0 0,-1 0 0,4 2 0,193 174 84,-197-177-81,-1 0-1,0 1 0,0 0 0,0-1 0,-1 1 0,0 0 0,0 0 1,-1 1-1,0-1 0,0 0 0,0 0 0,-1 1 0,1-1 0,-2 1 0,1-1 1,-1 0-1,0 0 0,0 1 0,0-1 0,-1 0 0,0 0 0,-1 0 1,1 0-1,-1-1 0,0 1 0,0-1 0,-1 1 0,0-1 0,0 0 0,0-1 1,0 1-1,-1-1 0,0 1 0,0-1 0,-1 0-2,-4 6-16,0 0-1,-1-1 1,0 0-1,0-1 1,-1 0 0,0-1-1,0 0 1,-1-1-1,0 0 1,0-1-1,-1 0 1,1-2 0,-1 1-1,0-2 1,0 1-1,0-2 1,0 0-1,0-1 1,-3 0 16,14-3-3,0 0 0,0-1 0,0 1 0,1 0 0,-1-1 1,1 0-1,0 1 0,0-1 0,0 0 0,0 0 0,1 0 0,-1 0 0,1-1 0,0 1 0,1 0 0,-1 0 0,1-1 1,0 1-1,0 0 0,0-1 0,0 1 0,1 0 0,-1-1 0,1 1 0,1 0 0,-1 0 0,0 0 0,1 0 0,0 0 1,0 0-1,0 0 0,1 0 3,14-23 21,1 1 0,2 1 0,1 1 0,0 0 0,2 2 0,6-4-21,-12 9 15,17-15-5,1 1 0,2 1 0,1 3 0,1 0 1,1 3-1,1 1 0,4 1-10,-45 21-18,1 0 0,0 1-1,-1-1 1,1 0 0,0 0 0,0 0 0,0 0 0,0 1 0,0-1 0,0 0 0,0 1 0,0-1-1,0 1 1,0 0 0,0-1 0,0 1 0,1 0 0,-1-1 0,0 1 0,0 0 0,0 0 0,0 0-1,1 0 1,-1 0 0,0 0 0,0 0 0,0 1 0,0-1 0,1 0 0,-1 1 0,0-1 0,0 1-1,0-1 1,0 1 0,0-1 0,0 1 0,0 0 0,0-1 0,0 1 0,0 0 0,-1 0 0,1 0-1,0 0 1,0 0 0,-1 0 0,1 0 0,-1 0 0,1 0 0,-1 0 0,1 0 0,-1 0 0,1 0-1,-1 0 1,0 0 0,0 1 0,0-1 18,0 21-2612</inkml:trace>
  <inkml:trace contextRef="#ctx0" brushRef="#br0" timeOffset="311503.482">30280 9602 6209,'0'0'1797,"0"0"136,0 0 29,0 0-467,0 0-517,0 0-373,-21 30-95,-61 100-36,78-123-442,0-1-1,1 1 0,0-1 1,0 1-1,1 0 1,-1 0-1,2 0 0,-1 1 1,1-1-1,0 0 0,0 1 1,1-1-1,0 1 0,1 3-31,0 10 95,-1-12-77,1 0 0,0 0 1,0-1-1,1 1 0,0 0 1,1-1-1,0 0 0,0 0 1,0 0-1,1 0 0,1 0 1,-1 0-1,1-1 0,0 0 1,1 0-1,0-1 0,0 1 0,0-1 1,1-1-1,0 1 0,0-1 1,0 0-1,1-1 0,0 1 1,0-2-1,0 1 0,6 1-18,1 0-97,0 0-1,0-1 1,1 0-1,-1-2 1,1 0-1,0 0 1,0-1-1,0-2 1,-1 1-1,1-2 1,0 0-1,0-1 1,-1 0-1,0-1 1,3-2 97,53-31-2429,-17-7-2181</inkml:trace>
  <inkml:trace contextRef="#ctx0" brushRef="#br0" timeOffset="311751.117">30572 9769 9194,'0'0'1520,"0"0"329,0 0-385,-100 147-608,84-79-224,13 3-328,3-9-160,0 3-72,9-20-72,35-11-544,-6-11-1224,0-23-3153</inkml:trace>
  <inkml:trace contextRef="#ctx0" brushRef="#br0" timeOffset="312002.535">30877 9780 10426,'0'0'1649,"0"0"-937,0 0 408,0 0-328,0 0-320,129 161-312,-72-115-96,3-12-64,6 0-184,-16-9-1240,-18-11-2521</inkml:trace>
  <inkml:trace contextRef="#ctx0" brushRef="#br0" timeOffset="312267.345">30900 10205 9562,'0'0'1968,"0"0"-327,0 0-129,0 0-920,0 0-304,110-181-136,-35 118-96,7 4-56,22-6-40,-23 14-856,-18 14-2913</inkml:trace>
  <inkml:trace contextRef="#ctx0" brushRef="#br0" timeOffset="312486.943">31610 9741 9338,'0'0'1936,"0"0"-131,0 0-304,0 0-672,0 0-543,0 0-156,27-8-58,87-25-28,5 23 18,-115 10-57,0 0-1,0 0 1,1 1-1,-1 0 0,-1-1 1,1 1-1,0 1 0,0-1 1,0 0-1,0 1 1,-1 0-1,1 0 0,-1 0 1,0 0-1,1 1 0,-1-1 1,0 1-1,0 0 1,-1 0-1,1 0 0,0 0 1,-1 0-1,0 1 0,0-1 1,0 1-1,0-1 1,0 1-1,-1 0 0,0 0 1,0 0-1,0 0 0,0-1 1,0 1-1,-1 1 1,0-1-1,0 0 0,0 0 1,0 0-1,-1 0-4,-2 28 85,-1-1 0,-2 1 0,-2-1 0,0-1 0,-2 0-1,-1 0 1,-2-1 0,-1 0 0,-1-1 0,-1-1 0,-1 0 0,-2-1 0,-13 13-85,-44 76 131,21-5-658,66-110-5418,6-19-831</inkml:trace>
  <inkml:trace contextRef="#ctx0" brushRef="#br0" timeOffset="312725.183">31579 10125 9002,'0'0'1176,"0"0"-752,0 0 1241,0 0-561,160-8-440,-106 8-184,-1 0-240,-6 0-136,-6 6-96,-6 2-8,-10-5-64,-9-3-1032,-7 0-3905</inkml:trace>
  <inkml:trace contextRef="#ctx0" brushRef="#br0" timeOffset="313149.361">32302 9715 7458,'0'0'1936,"0"0"58,0 0-193,0 0-787,0 0-442,0 0-212,-25 12-113,-78 44-136,101-55-108,-1 1 1,1 0-1,0 0 1,0 0 0,0 0-1,0 0 1,0 0-1,1 1 1,-1-1-1,1 1 1,-1-1 0,1 1-1,0-1 1,0 1-1,0 0 1,0 0-1,1-1 1,-1 1 0,1 0-1,-1 0 1,1 0-1,0 0 1,0 0-1,1 0 1,-1-1 0,0 1-1,1 0 1,0 0-1,0 0-3,1 9 19,40 139 356,2 19-39,-44-66-220,0-102-114,0-1 1,0 1-1,0-1 0,-1 1 0,1-1 1,0 1-1,-1-1 0,1 1 1,-1-1-1,0 0 0,1 1 0,-1-1 1,0 0-1,0 0 0,0 1 0,0-1 1,0 0-1,0 0 0,0 0 0,0 0 1,-1 0-1,1 0 0,0-1 1,0 1-1,-1 0 0,1-1 0,-1 1 1,1-1-1,-1 1 0,1-1 0,0 0 1,-1 1-1,1-1 0,-1 0 0,0 0 1,1 0-1,-1 0 0,1 0 0,-1-1 1,1 1-1,0 0 0,-1-1 1,1 1-3,-2-2 2,1 0 0,0 0 1,0 0-1,0 0 1,0 0-1,0-1 0,0 1 1,0 0-1,1-1 1,0 0-1,-1 1 0,1-1 1,0 0-1,0 0 1,0 1-1,1-1 0,-1 0 1,1 0-1,-1 0 1,1 0-1,0 0 0,0 0 1,0 0-1,1-1-2,-1 1 4,-2-16 11,1 0 0,1 0 0,0-1 0,2 1 0,0 0 0,1 0 0,1 1 0,1-1 0,1 1 0,0-1 0,1 2 0,1-1 0,5-6-15,2 1-171,1 2 0,1-1 0,0 2 0,2 0 0,1 2 1,0 0-1,1 1 0,1 1 0,0 1 0,1 0 1,17-6 170,12-8-4043</inkml:trace>
  <inkml:trace contextRef="#ctx0" brushRef="#br0" timeOffset="313556.284">32601 9726 7642,'0'0'1180,"0"0"15,0 0 246,0 0-438,0 0-464,0 0-148,10-12-80,32-39 6,-41 50-301,0 1 0,0-1 0,0 1 0,-1-1 0,1 1 0,0 0 0,0-1 1,0 1-1,0 0 0,0 0 0,0 0 0,0 0 0,0-1 0,0 2 0,0-1 0,0 0 0,0 0 0,0 0 0,0 0 0,0 1 0,0-1 0,0 0 1,0 1-1,0-1 0,0 1 0,0-1 0,0 1 0,-1-1 0,1 1 0,0 0 0,0-1 0,-1 1 0,1 0 0,0 0 0,-1-1 0,1 1 0,-1 0 1,1 0-1,-1 0 0,1 0 0,-1 0 0,0 0 0,1 0 0,-1 0 0,0 0 0,0 0 0,0 0 0,0 0 0,0 0 0,0 0 0,0 0 0,0 0 0,0 0 1,0 0-1,0 0 0,-1 0 0,1 0 0,0-1 0,-1 1 0,1 0 0,-1 0 0,1 0 0,-1 0 0,1 0 0,-1-1 0,0 2-16,1-1 78,-2 25 125,-2-1 0,0 0-1,-2 0 1,0 0 0,-2-1 0,-1 0 0,-1 0 0,0-1 0,-5 5-203,1-3 49,2 1-1,2 0 1,0 1-1,1 1 1,2-1-1,1 1 0,1 0-48,5-25 0,0 0-1,0 0 1,0 1-1,0-1 1,1 0-1,-1 0 0,1 0 1,0 0-1,0 0 1,0 0-1,0-1 1,1 1-1,-1 0 0,1-1 1,-1 1-1,1 0 1,0-1-1,0 0 1,0 1-1,0-1 0,1 0 1,-1 0-1,1 0 1,-1-1-1,1 1 1,-1-1-1,1 1 0,0-1 1,0 0-1,0 0 1,0 0-1,0 0 1,0-1-1,0 1 0,0-1 1,0 1-1,0-1 1,0 0-1,0-1 1,3 1 0,54 18 0,-59-16 4,0 1 1,0-1-1,0 1 1,0 0-1,0-1 0,-1 1 1,1 0-1,-1-1 1,0 1-1,0 0 1,0-1-1,0 1 1,0 0-1,-1-1 1,1 1-1,-1 0 1,0-1-1,1 1 0,-1-1 1,-1 1-1,1-1 1,0 1-1,0-1 1,-1 0-1,0 1 1,1-1-1,-1 0 1,0 0-1,0 0-4,-134 144 91,68-94-512,16-29-3262,11-13-4804</inkml:trace>
  <inkml:trace contextRef="#ctx0" brushRef="#br0" timeOffset="314054.163">28006 10929 7546,'0'0'1456,"0"0"-609,0 0-555,0 0-113,31 5 529,337 35 1260,-80-27-1058,1320-5 1075,-92-9-1439,-1176-12-515,-242 6 65,-94-2-74,-88-12-2642,19 9-3736</inkml:trace>
  <inkml:trace contextRef="#ctx0" brushRef="#br0" timeOffset="314414.73">30664 11204 10706,'0'0'1273,"0"0"-769,9-30-152,39-95 119,-44 120-447,-1 0 1,1 0-1,0 0 1,0 0 0,0 0-1,1 1 1,-1 0-1,1 0 1,0 0 0,0 1-1,1 0 1,-1 0 0,1 0-1,-1 0 1,1 1-1,0 0 1,0 0 0,0 1-1,0-1 1,1 2 0,-1-1-1,0 0 1,0 1-1,3 1-24,-4-2 18,5-1 20,0 1 0,0 1 0,1-1 0,-1 1 0,0 1 0,0 0 0,0 1 0,0 0 0,0 0 0,-1 1 0,1 0 0,0 1 0,-1 0 0,0 0 0,0 1 0,0 0 0,-1 1 0,0 0 0,0 0 0,0 1 0,-1 0 0,2 2-38,1 6 62,0 1 1,-2 0-1,0 0 1,0 1-1,-2 0 0,0 0 1,-1 1-1,0 0 1,-2 0-1,0 0 1,-1 0-1,-1 0 0,-1 1 1,0-1-1,-1 0 1,-1 0-1,-1 0 1,-1 0-1,0 0 0,-1 0 1,-1-1-1,-1 0 1,0 0-1,-1-1 1,-1 0-1,-1 0 1,-4 5-63,-12 13 32,0-2 0,-3-1 1,0-1-1,-2-1 1,-1-2-1,-1-1 1,-1-2-1,-2-1 1,0-2-1,-1-1 1,-29 10-33,50-24 3,0 0-1,-1-2 1,1 0 0,-1 0-1,1-2 1,-1 0 0,0-1-1,0 0 1,-8-2-3,21 1-8,0 0 0,0-1 0,0 1 0,1-1 0,-1 0 0,0 0 0,1 0 0,-1 0 1,0-1-1,1 1 0,0-1 0,-1 0 0,1 0 0,0 0 0,0-1 0,0 1 0,0-1 0,1 0 0,-1 1 0,1-1 0,-1 0 0,1-1 1,0 1-1,0 0 0,0-1 0,1 1 0,-1-1 0,1 1 0,0-1 0,0 1 0,0-1 0,0 0 0,1 0 0,0 0 0,0 1 0,0-1 0,0 0 1,1-3 7,-2 3-3,1 0 1,1 0 0,-1 0 0,1-1 0,0 1-1,0 0 1,0 0 0,0 0 0,1 0 0,-1 0-1,1 1 1,0-1 0,0 0 0,1 1 0,-1-1 0,1 1-1,-1 0 1,1 0 0,0 0 0,0 0 0,1 0-1,-1 1 1,1 0 0,-1-1 0,1 1 0,0 1 0,-1-1-1,1 0 1,0 1 0,0 0 0,0 0 0,0 0-1,1 0 1,-1 1 0,0-1 0,4 1 2,16 0 3,0 1 0,0 1 0,0 1 0,0 1 0,0 1 0,-1 1 0,0 1 0,0 1 0,-1 1 0,0 1 1,0 1-1,-1 1 0,-1 0 0,0 2 0,-1 0 0,0 2 0,2 3-3,99 73-266,-22-6-1114</inkml:trace>
  <inkml:trace contextRef="#ctx0" brushRef="#br0" timeOffset="317468.869">30220 11524 6185,'0'0'1793,"0"0"-320,0 0 276,0 0 2,0 0-330,-19 0-580,-36 0-557,42 0-184,47 0 25,529-35 704,-286 11-720,682-25-231,-815 36-4019,-109 9-1903</inkml:trace>
  <inkml:trace contextRef="#ctx0" brushRef="#br0" timeOffset="317889.314">27528 10222 7810,'0'0'1352,"0"0"-216,0 0 425,0 0-73,0 0-88,0 0-840,0 0-408,132-77 136,91 66 72,117-6 1,56-3-89,19-8-104,-21-3-168,-64 5 0,-41 4 0,-88 7-512,-65 10-3737</inkml:trace>
  <inkml:trace contextRef="#ctx0" brushRef="#br0" timeOffset="318588.04">28547 8801 7834,'0'0'1464,"0"0"-410,0 0-118,0 0-159,0 0-161,36-24-146,119-70-123,-149 90-324,1 0 0,0 1 0,-1 0 0,1 0 1,0 1-1,0 0 0,1 0 0,-1 0 1,0 1-1,1 0 0,-1 1 0,0 0 1,1 0-1,-1 0 0,1 1 0,-1 0 1,0 1-1,1-1 0,-1 1-23,-2 1 12,0 0 0,-1 0 0,1 0 0,-1 0 0,1 0 0,-1 1 0,0 0 0,0 0 0,-1 0 0,1 0 0,-1 1 0,0 0 1,0-1-1,0 1 0,-1 0 0,0 0 0,0 0 0,0 1 0,0-1 0,-1 0 0,0 1 0,0-1 0,-1 1 0,1 0 0,-1-1 0,0 1 0,-1-1 0,1 1 0,-1-1 0,0 1 0,-1-1 0,1 0 0,-1 1 0,-1 1-12,-7 13 67,-1 0-1,0 0 0,-2-2 1,0 1-1,-1-2 0,-1 0 1,0 0-1,-2-1 0,0-1 1,-11 7-67,25-19 2,-167 127 250,162-106-311,43-21 18,-32-3 48,358 0-42,-360 0 35,0-1 1,1 0-1,-1 1 0,0-1 1,1 1-1,-1 0 1,1-1-1,-1 1 0,0 0 1,1 0-1,-1 0 0,1 0 1,-1 0-1,1 0 1,-1 0-1,1 0 0,-1 1 1,0-1-1,1 0 0,-1 1 1,1 0-1,-1-1 1,0 1-1,1 0 0,-1-1 1,0 1-1,0 0 0,0 0 1,0 0-1,0 0 1,0 0-1,0 0 0,0 1 1,0-1-1,0 0 1,-1 0-1,1 1 0,0-1 1,-1 0-1,1 1 0,-1-1 1,1 1-1,-1-1 1,0 0-1,0 1 0,0-1 1,0 1-1,0-1 0,0 1 1,0-1-1,0 1 1,0-1-1,-1 1 0,-1 2 11,-2 0 0,1 1 0,0-1-1,-1 0 1,0-1 0,1 1 0,-2-1 0,1 0 0,0 1 0,-1-2-1,1 1 1,-1-1 0,0 1 0,0-1 0,-4 1-11,-5 3 24,-24 13 113,-2-2 0,0-1 0,0-2 0,-1-2 0,-1-2 1,0-2-1,-7 0-137,42-14-111,81-82-4387,-18 27-3149</inkml:trace>
  <inkml:trace contextRef="#ctx0" brushRef="#br0" timeOffset="318932.355">29525 8744 8066,'0'0'1052,"0"0"-455,0 0 49,-31 6 21,-99 23-197,124-27-441,1-1 0,0 1-1,-1 0 1,1 1 0,0 0-1,0-1 1,1 1-1,-1 1 1,1-1 0,-1 1-1,1 0 1,0 0 0,1 0-1,-1 0 1,1 1-1,0-1 1,0 1 0,0 0-1,0 0 1,1 0 0,-1 3-29,-2 3 63,0-4-43,1 1 1,0 0 0,0 0-1,1 0 1,0 1 0,0-1 0,1 1-1,0-1 1,0 1 0,1 0-1,1 0 1,-1-1 0,1 1 0,1 0-1,0 0 1,0 0 0,0-1-1,1 1 1,1-1 0,-1 1 0,1-1-1,1 0 1,0 0 0,0 0-1,0 0 1,1-1 0,0 0 0,1 0-1,-1 0 1,1 0 0,1-1-1,4 4-20,5-3 24,1-1 0,0 0 0,0-1-1,1-1 1,-1 0 0,1-2 0,-1 0 0,1 0-1,0-2 1,0-1 0,5 0-24,-15 1 49,1 1 1,-1-1 0,1-1-1,-1 0 1,1 0 0,-1 0-1,0-1 1,1-1 0,-1 1-1,0-1 1,-1-1-1,1 1 1,0-1 0,-1-1-1,0 1 1,0-1 0,0 0-1,-1-1 1,0 0 0,0 0-1,0 0 1,-1-1 0,0 1-1,0-1 1,0-1-1,-1 1 1,1-2-50,-4 4 52,0 0-1,0 1 1,0-1-1,-1 0 1,1 0-1,-1 0 1,0 0 0,-1 1-1,1-1 1,-1 0-1,0 0 1,0 0-1,0 1 1,-1-1 0,0 1-1,0-1 1,0 1-1,0-1 1,-1 1-1,1 0 1,-1 0-1,0 1 1,0-1 0,-1 0-1,1 1 1,-2-1-52,-114-62-255,87 53-104,30 12-1586,2 1-2750</inkml:trace>
  <inkml:trace contextRef="#ctx0" brushRef="#br0" timeOffset="319228.309">30066 8976 7017,'0'0'1606,"0"0"-336,0 0 235,0 0-102,-29-2-522,-145-7 136,172 9-997,0 1 0,0-1 0,0 1 0,0 0 0,0 0 0,0 0 0,0 0 0,1 0 0,-1 0 0,0 0 0,1 0 0,-1 1 0,1-1 0,-1 1 0,1-1 0,0 1 0,0 0 0,0-1 0,0 1 0,0 0 0,0 0 0,0 0 0,0-1 0,1 1 0,-1 0 0,1 0 0,-1 0 0,1 0 0,0 0 0,0 0 0,0 0 0,0 1 0,0-1 0,0 0 0,0 0-20,20 79 51,-6-69-51,1-1 0,0-1 0,0 0 0,1-1 0,0-1 0,1 0 0,-1-1 1,2-1-1,-1 0 0,1-1 0,-1-1 0,1-1 0,1-1 0,-1 0 0,0-1 0,0-1 0,0-1 0,1-1 0,10-2 0,-16 3 7,-1-1 0,1 0 0,-1-1 0,0 0 0,0-1 0,0 0 0,0-1 0,-1 0 0,1-1 0,8-7-7,-16 11 19,0-1 0,0 0-1,-1 0 1,1 0 0,-1 0 0,0 0-1,0-1 1,0 1 0,0-1 0,-1 0-1,1 0 1,-1 0 0,0 0 0,0-1-1,-1 1 1,1 0 0,-1-1 0,0 1-1,0-1 1,-1 1 0,1-1-1,-1 1 1,0-1 0,0 0 0,-1 1-1,1-1 1,-1 1 0,0-1 0,0 1-1,0-1 1,-2-2-19,-1 0 13,0 0 0,0 1 0,-1-1-1,1 1 1,-2 0 0,1 0 0,-1 1 0,0-1 0,0 1 0,0 0-1,-1 1 1,1 0 0,-1 0 0,0 0 0,0 1 0,-1 0-1,1 0 1,-1 1 0,0 0 0,1 0 0,-8 0-13,-104-10-3188,88 12-1706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00:31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22441 14188 10778,'0'0'1481,"0"0"-281,0 0-8,0 0-208,34 176-248,-27-131-87,-4-3-361,-3-2-168,0 0-64,0-6-56,0-9-200,0-5-2489,0-12-7705</inkml:trace>
  <inkml:trace contextRef="#ctx0" brushRef="#br0" timeOffset="250.533">22406 14819 14155,'0'0'2489,"0"0"-1617,0 0-32,-113 218-472,91-102-184,6-2-112,10-1-56,6-6 64,0-33-80,35-51-392,5-23-1040,-5-9-3649</inkml:trace>
  <inkml:trace contextRef="#ctx0" brushRef="#br0" timeOffset="-196342.07">2144 748 10330,'0'0'1498,"0"0"-790,0 0-151,0 0 94,0 0-75,0 0-120,0 0-13,0 0-55,0 0-150,0 10-70,-19 1079 425,20-986-588,0 104-17,-9-1 1,-17 76 11,18-237 23,-44 319-181,3 192 158,44 57 24,-9-435 141,13 103 114,22-277 62,57-4-77,30 1-9,0-4 0,88-16-255,106-18 19,2 12-1,220 14-18,-375 16-25,0 6 0,-1 7-1,-1 6 1,-1 7 0,121 42 25,-222-59-10,109 36 41,2-8 1,2-6 0,108 8-32,-55-31 35,1-10-1,-1-9 1,-1-9 0,9-10-35,-199 22 6,148-19-60,166 1 54,-304 22-156,-30-1 140,0 0 1,-1 0 0,1 0 0,0 0 0,-1 1 0,1-1 0,0 0 0,-1 1 0,1-1 0,-1 0 0,1 1 0,-1-1 0,1 0 0,-1 1 0,1-1 0,-1 1 0,1-1 0,-1 1 0,1-1 0,-1 1 0,0-1 0,1 1 0,-1 0 0,0-1 0,1 1 0,-1 0 0,0-1 0,0 1 0,0 0 0,0-1 0,0 1 0,0 0 0,0-1 0,0 1-1,0 0 1,0-1 0,0 1 0,0 0 0,0-1 0,0 1 0,0-1 0,-1 1 0,1 0 0,0-1 0,-1 1 0,1 0 0,0-1 0,-1 1 0,1-1 0,-1 1 0,1-1 0,-1 1 15,-67 34-4449,18-30-2006</inkml:trace>
  <inkml:trace contextRef="#ctx0" brushRef="#br0" timeOffset="-195156.942">2132 1037 5729,'0'0'1083,"0"0"-511,0 0-45,0 0 489,0 0 251,0 0 73,-13-12-138,-37-33-380,50 44-798,0 1 1,0-1-1,0 0 1,0 0-1,1 1 1,-1-1-1,0 0 1,0 1-1,1-1 1,-1 0-1,1 1 1,-1-1-1,0 0 1,1 1-1,-1-1 1,1 1-1,0-1 1,-1 1-1,1-1 1,-1 1-1,1-1 1,0 1-1,-1-1 1,1 1-1,0 0 1,-1 0-1,1-1 1,0 1-1,0 0 1,-1 0-1,1 0 1,0 0-1,0 0 1,-1 0-1,1 0 1,0 0-1,0 0 1,-1 0-1,1 0 1,0 0-1,0 0 1,-1 1-1,1-1 1,0 0-1,0 1 1,-1-1-1,1 0 1,-1 1-1,1-1 1,0 1-1,0 0-24,3-1 138,1210-45 2154,-735 22-2173,49 22-119,-271 18 62,104 26-62,205 14 67,-31-49-238,-477-9 132,0-3-1,-1-2 1,0-3-1,-1-3 1,0-2-1,33-13 40,-88 27 0,1 0 1,-1 0-1,1 0 1,-1 0-1,1 1 1,-1-1-1,0 1 1,1-1-1,-1 1 1,1-1-1,-1 1 0,0 0 1,0-1-1,1 1 1,-1 0-1,0 0 1,0 0-1,0 0 1,0 0-1,0 0 1,0 0-1,0 1 0,0-1 1,0 0-1,-1 0 1,1 1-1,0-1 1,-1 0-1,1 1 1,-1-1-1,0 1 1,1-1-1,-1 1 0,0-1 1,0 2-1,4 7 20,21 60 21,-3 1 0,-4 2 0,-2 0 0,-4 0-1,-3 1 1,-4 0 0,-2 1 0,-5 25-41,7 51 58,42 1195 184,-30-1023-258,15-2-1,16 15 17,-19-136 57,-10 246 24,-50-42 115,36-409-545,-5-95-3363,-5 36-5107</inkml:trace>
  <inkml:trace contextRef="#ctx0" brushRef="#br0" timeOffset="-193879.351">27 2497 7626,'0'0'1052,"0"0"-407,0 0 147,0 0 167,0 0-117,-6-8-266,2 3-481,3 4-81,0 1 1,0-1-1,0 0 0,0 0 0,0 0 0,0 0 0,0 0 0,0 0 1,0 0-1,0 0 0,0 0 0,1 0 0,-1 0 0,1-1 0,-1 1 1,1 0-1,-1 0 0,1-1 0,-1 1 0,1 0 0,0-1 0,0 1 1,0 0-1,0-1 0,0 1 0,0-1 0,0 1 0,0 0 0,1-1 1,-1 1-1,0 0 0,1 0 0,-1-1 0,1 1 0,0 0 0,-1 0 1,1 0-1,0-1 0,0 1 0,0 0 0,-1 0 0,1 0 0,0 0 1,1 0-16,21-10 120,0 1-1,1 1 0,0 1 0,0 1 1,1 1-1,0 1 0,0 1 0,0 2 1,1 0-1,-1 2 0,0 0 0,12 3-118,-32-2 8,0 1 0,0-1 0,0 1 0,0 0 0,0 0 0,0 0 0,-1 0 0,1 1-1,-1 0 1,1 0 0,-1 0 0,0 1 0,-1-1 0,1 1 0,0 0 0,-1 0 0,0 0-1,0 0 1,0 1 0,-1-1 0,1 1 0,-1 0 0,0 0 0,0 0 0,-1 0 0,0 0-1,1 0 1,-2 0 0,1 3-8,1 2 37,0 1 0,-1-1 0,-1 0 0,0 1 0,0-1 0,-1 0 0,0 1 0,-1-1 0,0 0 0,-1 0 0,0 0 0,0 0 0,-1-1 0,-4 9-37,2-8 21,-1-1 0,0 0-1,0 0 1,-1 0 0,0-1-1,0 0 1,-1 0 0,0-1-1,0 0 1,-1-1 0,0 0-1,0-1 1,0 0 0,-1 0-1,1-1 1,-2 0-21,-1-11-325,17 2 288,1 0 0,0 0 0,0 0 1,0 1-1,0 0 0,1 0 1,0 0-1,0 1 0,0 0 1,0 0-1,0 0 0,0 1 0,1 0 1,-1 0-1,1 1 0,0-1 1,0 2-1,-1-1 0,3 1 37,73-2-67,-80 2 76,1 0-1,-1 1 0,0-1 0,1 1 0,-1-1 0,0 1 0,1 0 0,-1 0 0,0 0 0,0 0 1,0 1-1,0-1 0,0 0 0,0 1 0,0 0 0,0-1 0,-1 1 0,1 0 0,-1 0 1,1 0-1,-1 0 0,0 0 0,1 0 0,-1 0 0,0 0 0,-1 1 0,1-1 0,0 0 0,-1 1 1,1-1-1,-1 1 0,0-1 0,1 3-8,-10 87 761,0-76-636,0 0 1,-2 0-1,0-1 1,0-1 0,-1 0-1,-1 0 1,0-2-1,-1 1 1,0-2 0,-1 0-1,-1 0 1,-4 1-126,10-5 68,0-2 1,0 1-1,-1-2 0,1 1 1,-1-1-1,0-1 1,0 0-1,-1-1 0,1 0 1,0 0-1,-1-1 1,1-1-1,-9 0-68,18-2-59,-1 0 1,0 0-1,1-1 0,0 1 0,0 0 1,0-1-1,0 1 0,0-1 0,0 0 0,0 0 1,1 0-1,0 0 0,-1 0 0,1 0 0,0 0 1,0 0-1,1 0 0,-1-1 0,1 1 1,0 0-1,-1 0 0,2-1 0,-1 1 0,0 0 1,0-1-1,1 1 0,0 0 0,0-2 59,0-7-382,0-47-2375,7 2-3289</inkml:trace>
  <inkml:trace contextRef="#ctx0" brushRef="#br0" timeOffset="-193474.231">713 2594 6313,'0'0'1141,"0"0"118,0 0 49,0 0-81,0 0-338,0 0-314,-22 7-52,-67 25-170,88-31-343,-1 0-1,1-1 1,-1 1-1,0 0 1,1 0-1,0 0 1,-1 0-1,1 0 1,-1 1-1,1-1 1,0 0-1,0 0 1,0 1-1,0-1 1,0 1-1,0-1 1,0 1-1,0 0 1,1-1-1,-1 1 1,1 0-1,-1-1 1,1 1-1,0 0 1,-1 0 0,1-1-1,0 1 1,0 0-1,0 0 1,0-1-1,1 1 1,-1 0-1,0 0 1,1-1-10,0 10 58,-1-1-13,-1-2-30,0 0 1,0 1 0,1-1-1,0 0 1,1 0 0,0 0-1,0 0 1,1 0-1,0 0 1,0 0 0,1-1-1,-1 1 1,2-1 0,-1 1-1,1-1 1,1 0 0,-1-1-1,1 1 1,0-1-1,0 0 1,6 5-16,-5-6-6,1-1 0,-1 1 1,1-1-1,0-1 0,0 1 0,0-1 0,0 0 0,1-1 1,0 0-1,-1 0 0,1 0 0,0-1 0,0-1 0,-1 1 1,1-1-1,4 0 6,-9-1 8,0 1-1,-1 0 1,1-1 0,0 1 0,0-1 0,0 0 0,-1 0-1,1 0 1,0 0 0,-1 0 0,1-1 0,-1 1 0,1-1-1,-1 0 1,0 1 0,0-1 0,0 0 0,0-1 0,0 1-1,0 0 1,0 0 0,-1-1 0,1 1 0,-1-1 0,0 1-1,0-1 1,0 0 0,0 1 0,0-1 0,0 0 0,0-2-8,7-99 763,-8 90-574,-1 5-157,0 1 0,0 0 0,-1 0 0,0 0 1,0 0-1,-1 0 0,0 1 0,0-1 0,-1 1 0,0-1 1,-1 1-1,1 1 0,-1-1 0,0 1 0,-1-1 1,0 1-1,0 1 0,0-1 0,0 1 0,-1 0 0,0 1 1,0 0-1,-3-1-32,0 1-2094,3 4-2603</inkml:trace>
  <inkml:trace contextRef="#ctx0" brushRef="#br0" timeOffset="-193086.813">1059 2662 8170,'0'0'1107,"0"0"-423,0 0 39,0 0-86,0 0-110,0 0-179,-8 15-56,-2 0-218,6-10-50,0 1-1,1 0 1,-1 0 0,1 0 0,1 0 0,-1 1-1,1-1 1,0 1 0,0-1 0,1 1-1,0 0 1,0 0 0,1 0 0,0 1-24,-1-1 13,0-1 0,1 0-1,-1 1 1,2-1 0,-1 0 0,1 1 0,0-1 0,0 0 0,0 0 0,1 0 0,0 0-1,0 0 1,1 0 0,0 0 0,0-1 0,0 1 0,1-1 0,-1 0 0,1 0 0,0 0-1,1-1 1,-1 1 0,1-1 0,1 1-13,5 2 16,1 0-1,0-1 0,0 0 1,0-1-1,1 0 1,-1-1-1,1-1 1,0 0-1,1 0 1,-1-1-1,0-1 1,1-1-1,-1 1 0,1-2 1,-1 0-1,0-1 1,1 0-1,-1-1 1,0 0-1,0-1 1,-1-1-1,1 0 0,-1 0 1,8-6-16,-7 3 59,-2-1-1,1 0 1,-1 0 0,-1-1 0,1 0-1,-2-1 1,1 0 0,-2-1 0,0 0-1,0 0 1,-1-1 0,0 0-1,-1 0 1,-1-1 0,0 0 0,-1 1-1,0-2 1,-1 1 0,-1 0 0,0-1-1,-1 1 1,-1-1 0,0-1-59,0 10 57,-1 1-1,0 0 1,0 0 0,0-1-1,-1 1 1,0 0 0,0 0 0,0 1-1,-1-1 1,1 0 0,-1 1 0,0-1-1,0 1 1,-1 0 0,1 0-1,-1 0 1,0 1 0,0-1 0,0 1-1,-1 0 1,1 0 0,-1 1-1,0-1 1,1 1 0,-1 0 0,0 0-1,0 1 1,-3-1-57,-152-12 592,65 41-922,43 17-2819,31-20-3180</inkml:trace>
  <inkml:trace contextRef="#ctx0" brushRef="#br0" timeOffset="-190148.951">3516 190 9322,'0'0'1528,"0"0"-222,0 0 233,0 0-277,0 0-397,-13-2-258,-35-10-246,48 12-358,1-1 0,-1 1 0,0 0 1,0 0-1,0 0 0,1-1 0,-1 1 0,0 0 0,0 0 0,0 0 0,0-1 0,0 1 0,1 0 0,-1-1 0,0 1 0,0 0 0,0 0 0,0-1 0,0 1 1,0 0-1,0 0 0,0-1 0,0 1 0,0 0 0,0-1 0,0 1 0,0 0 0,0 0 0,-1-1 0,1 1 0,0 0 0,0 0 0,0-1 0,0 1 0,0 0 1,-1 0-1,1 0 0,0-1 0,0 1 0,0 0 0,0 0 0,-1 0 0,1-1 0,0 1-3,1 0 17,182-34 405,-111 21-394,-1 3 1,2 3-1,70 4-28,-139 3 2,0 0 0,0 0 1,0 1-1,0 0 0,0 0 0,-1 0 0,1 0 0,0 1 0,-1-1 1,1 1-1,-1 0 0,0 0 0,1 0 0,-1 1 0,0-1 1,0 1-1,-1-1 0,1 1 0,0 0 0,-1 0 0,0 0 0,1 1 1,-1-1-1,-1 0 0,1 1 0,0 0 0,-1-1 0,0 1 1,0 0-1,0 0 0,0-1 0,-1 1 0,1 0 0,-1 0 0,0 0 1,0 0-1,-1 1-2,1 8 55,0 0 0,-2 0 0,1 0 0,-2 0 0,0 0 0,0-1 0,-1 1 0,-1-1 0,0 0 0,-6 11-55,-12 10 38,0 0 0,-2-1 0,-2-1 0,-1-2 0,-1-1 0,-7 4-38,35-31-106,0 1 1,0-1-1,0 1 1,-1-1 0,1 0-1,0 0 1,-1 0-1,1 0 1,0 0 0,-1 0-1,0 0 1,1 0-1,-1 0 1,1-1 0,-1 1-1,0-1 1,1 1 0,-1-1-1,0 0 1,0 0-1,1 1 1,-1-1 0,0-1-1,0 1 1,1 0-1,-1 0 1,0 0 0,0-1-1,1 1 1,-1-1-1,0 0 1,1 1 0,-1-1-1,1 0 1,-1 0-1,1 0 1,-1 0 105,-11-21-6173</inkml:trace>
  <inkml:trace contextRef="#ctx0" brushRef="#br0" timeOffset="-189881.714">3604 284 10586,'0'0'2321,"0"0"-1561,0 0-360,0 0-40,0 0 416,0 0 16,0 0-47,229 11-433,-150-8-24,6-3-288,-3 0 56,-7 0-56,13 0-272,-19 0-1449,-18-11-3672</inkml:trace>
  <inkml:trace contextRef="#ctx0" brushRef="#br0" timeOffset="-189520.797">4629 60 9978,'0'0'1427,"0"0"-232,0 0 51,0 0-242,0 0-263,0 0-223,-26 1-219,-79 7-171,104-8-128,-1 0 1,1 1-1,0-1 1,-1 0-1,1 0 1,0 1-1,0-1 1,-1 1-1,1-1 1,0 1 0,0-1-1,0 1 1,0 0-1,0 0 1,0 0-1,0-1 1,0 1-1,0 0 1,0 0 0,0 0-1,0 0 1,1 1-1,-1-1 1,0 0-1,1 0 1,-1 0-1,1 0 1,0 1 0,-1-1-1,1 0 1,0 1-1,-1-1 1,1 0-1,0 0 1,0 1-1,0-1 1,0 0-1,1 1 1,-1-1 0,0 0-1,0 1 1,1-1-1,0 1 0,0 8 3,0-2 6,0 0 0,0 0-1,1 0 1,0 0 0,1 0 0,0-1-1,0 1 1,0-1 0,1 0-1,0 0 1,1 0 0,2 3-9,20 36 42,-16-21-23,0 1 0,-2 0 0,-1 1 0,-1 0 0,-1 0 1,-2 0-1,0 1 0,-2 0 0,-1 23-19,-26-47 356,20-9-329,1 0-1,0 0 1,1-1 0,-1 1 0,1-1-1,0 1 1,0-1 0,1 0-1,0 0 1,0 0 0,0 0-1,1-1 1,0 1 0,0 0 0,1-5-27,-1 8 4,-6-190 718,8 185-692,0 1 0,1-1-1,0 1 1,0 0 0,0 0 0,1 0 0,0 0 0,0 0-1,1 1 1,0-1 0,0 1 0,0 0 0,1 0-1,0 0 1,0 1 0,1 0 0,-1 0 0,1 0 0,0 1-1,0-1 1,1 2 0,1-2-30,151-68-4454,-113 57-3247</inkml:trace>
  <inkml:trace contextRef="#ctx0" brushRef="#br0" timeOffset="-189256.332">5050 9 11811,'0'0'1516,"0"0"-531,0 0 52,0 0-197,0 0-343,0 0-143,-25 24-81,-79 80 15,101-101-272,0 0-1,0 1 1,0-1 0,1 0-1,-1 1 1,1 0-1,0 0 1,0 0 0,0 0-1,0 0 1,1 0-1,0 0 1,0 0 0,0 0-1,0 1 1,1-1 0,-1 1-1,1-1 1,0 0-1,1 1 1,-1 0-16,1 11 58,-1-11-51,0-1 1,0 1 0,0-1-1,0 1 1,1-1 0,0 1-1,0-1 1,0 1 0,1-1-1,-1 1 1,1-1 0,0 0-1,0 0 1,0 0 0,1 0 0,0 0-1,0-1 1,0 1 0,0-1-1,0 0 1,0 0 0,1 0-1,0 0 1,-1 0 0,1-1-1,0 0 1,0 0 0,1 0-1,-1 0 1,0-1 0,1 1 0,-1-1-1,1 0 1,3 0-8,12 3-129,1-1 1,0-1 0,0-1-1,0-1 1,0-1-1,0 0 1,0-2-1,-1 0 1,1-2 0,-1 0-1,0-1 1,0-1-1,13-7 129,54-29-3126,-15-2-2980</inkml:trace>
  <inkml:trace contextRef="#ctx0" brushRef="#br0" timeOffset="-189007.665">5305 1 8138,'0'0'5121,"0"0"-4481,0 0 216,0 0-152,-85 181-200,73-122-240,-1 4 33,4-4 31,2-2-104,7-12-136,0-5-88,0-9-136,16-11-1209,0-9-2800</inkml:trace>
  <inkml:trace contextRef="#ctx0" brushRef="#br0" timeOffset="-186075.556">7148 2582 8234,'0'0'1296,"0"0"-194,0 0 415,0 0 45,0 0-308,0 0-394,5 0-105,85 1-108,455-19 611,130-48-1076,-571 64-1084,-115-1-4322,-19-5-3068</inkml:trace>
  <inkml:trace contextRef="#ctx0" brushRef="#br0" timeOffset="-185810.927">8271 2197 10882,'0'0'1029,"0"0"-507,0 0-47,30 22-36,98 73-136,-118-88-265,0 1 0,0-1 0,0 1 1,-1 1-1,-1 0 0,0 0 0,0 1 0,0 0 1,-1 0-1,-1 1 0,0 0 0,0 0 1,-1 0-1,-1 1 0,0 0 0,0 0 0,-1 0 1,-1 0-1,0 0 0,0 0 0,-2 1 1,1-1-1,-1 1 0,-2 6-38,1-6 107,-1-1-1,0 1 0,-1-1 1,0 0-1,-1 0 1,0 0-1,-1 0 1,0-1-1,-1 0 0,0 0 1,-1 0-1,0-1 1,-1 0-1,0 0 1,-1-1-1,-8 8-106,-7 5 215,-2-2 0,0 0 1,-1-1-1,-1-2 0,-1 0 0,-1-2-215,-105 30 584,135-50-807,80-63-3625,-27 28-2368</inkml:trace>
  <inkml:trace contextRef="#ctx0" brushRef="#br0" timeOffset="-184464.32">9529 1699 4729,'0'0'1675,"0"0"-153,0 0 7,0 0-203,0 0-119,0 0-284,-1-13-154,1 11-720,-5-40 325,3 33-194,1 34-60,22 199 1877,-17-24-1244,11 116-400,-13-304-440,-2-8 18,-1 0 1,1 0-1,0 0 0,1-1 0,-1 1 0,1 0 0,-1 0 1,1-1-1,0 1 0,1 0 0,-1-1 0,1 1 0,-1-1 0,1 1 1,0-1-1,0 0 0,0 0 0,1 0 0,-1 0 0,1 0 0,0-1 1,0 1-1,0-1 0,0 0 0,3 2 69,7-7-3126,-7-16-3221</inkml:trace>
  <inkml:trace contextRef="#ctx0" brushRef="#br0" timeOffset="-184198.09">8970 1793 8882,'0'0'2000,"0"0"-1816,0 0 897,0 0 175,185-37-96,-75 17-240,13 0-392,15-2-95,-3 2-313,7 3-64,-19 11-56,-4 6-737,-37 9-1231,-35 13-2441</inkml:trace>
  <inkml:trace contextRef="#ctx0" brushRef="#br0" timeOffset="-183918.245">9963 1968 9562,'0'0'1343,"0"0"-357,0 0-414,0 0-352,0 0 105,0 0 19,20 33-89,62 109-75,-78-133-161,1 0 1,-1 0 0,0 0-1,-1 0 1,0 1-1,-1-1 1,0 1-1,0 0 1,-1-1-1,0 1 1,-1 0-1,0 0 1,-1 0-1,0 1-19,-1 25 104,3-34-56,0 0-1,0-1 0,-1 1 1,1 0-1,-1 0 0,1-1 0,-1 1 1,1 0-1,-1 0 0,0 0 1,0-1-1,0 1 0,0 0 1,-1 0-1,1 0 0,0 0 1,-1-1-1,1 1 0,-1 0 0,0 0 1,1-1-1,-1 1 0,0-1 1,0 1-1,0 0 0,0-1 1,0 0-1,-1 1 0,1-1 0,0 0 1,-1 1-1,1-1 0,0 0 1,-1 0-1,0 0 0,1 0 1,-1-1-1,0 1 0,1 0 1,-1-1-1,0 1 0,0-1 0,1 1 1,-1-1-1,0 0 0,0 0 1,0 0-1,0 0 0,1 0 1,-1 0-1,-2-1-47,2-2 22,0 0 0,0 0 0,1 0-1,-1 0 1,1 0 0,0 0 0,-1-1 0,1 1 0,1 0 0,-1-1 0,0 1-1,1-1 1,0 1 0,0-1 0,0 1 0,0-1 0,0 1 0,1-1 0,0-1-22,0-8 39,0 1-10,0 0 1,1 0 0,0 0 0,1 1 0,1-1-1,0 1 1,0 0 0,1 0 0,0 0-1,1 1 1,1 0 0,-1 0 0,1 0 0,1 1-1,0 0 1,0 0 0,1 1 0,0 0 0,0 1-1,1 0 1,5-3-30,-3 2-48,0 1 0,1 0 0,-1 1 0,1 0 1,0 1-1,1 0 0,0 1 0,-1 1 0,1 0 0,4 0 48,88-3-4386,-53 6-2429</inkml:trace>
  <inkml:trace contextRef="#ctx0" brushRef="#br0" timeOffset="-183324.44">10753 2138 8426,'0'0'1253,"0"0"-136,0 0-24,0 0-399,0 0-72,-18-25-101,-60-73 41,78 96-536,-1 0 0,0 0 0,0 1 0,-1-1-1,1 0 1,0 1 0,-1-1 0,1 1-1,0-1 1,-1 1 0,0 0 0,1 0 0,-1-1-1,0 1 1,0 0 0,1 1 0,-1-1-1,0 0 1,0 0 0,0 1 0,0-1 0,0 1-1,0 0 1,0-1 0,0 1 0,0 0-1,0 0 1,-1 1 0,0-1-26,-5 1 161,-1 4-109,1-1 0,0 1 1,0 0-1,0 1 1,1 0-1,0 0 1,0 0-1,0 1 0,1 0 1,0 0-1,0 1 1,1 0-1,0 0 1,0 0-1,1 1 1,0-1-1,-1 5-52,-2 1 14,-2 1 22,1 2 0,0-1-1,1 1 1,1 0 0,0 1 0,2-1-1,0 1 1,1 0 0,1 0 0,-1 16-36,3-31-3,0 0 0,0 0 0,0 0 0,0 0 0,1 1 0,-1-1 0,1 0 0,0 0 0,0 0 0,0 0 1,0-1-1,1 1 0,-1 0 0,1 0 0,-1-1 0,1 1 0,0-1 0,0 1 0,0-1 0,0 0 0,1 0 0,-1 0 1,1 0-1,-1 0 0,1 0 0,0-1 0,-1 1 0,1-1 0,0 0 0,0 0 0,0 0 0,0 0 0,1 0 3,3 1-45,2 0-1,-1 0 0,0 0 0,0-1 0,1 0 0,-1-1 0,0 0 0,1 0 0,-1-1 0,0 0 1,1 0-1,-1-1 0,0 0 0,0 0 0,0-1 0,0 0 0,-1-1 0,1 1 0,-1-1 0,0-1 0,0 0 1,0 0-1,-1 0 0,0-1 0,0 1 0,2-4 46,0 1-5,-1-1 0,0 1 0,-1-1 0,0-1 0,0 1 0,-1-1 0,0 0 0,0 0 0,-2 0 0,1-1 0,-1 0 0,0 0 0,-1 1 0,-1-1 0,0 0 0,0-6 5,-9 20 581,7 72-461,0-68-117,0 1-1,1-1 0,-1 0 1,2 1-1,-1-1 1,1 0-1,1 1 0,-1-1 1,1 0-1,0 0 0,1 0 1,-1 0-1,2 0 1,-1 0-1,1-1 0,0 0 1,0 0-1,0 0 0,1 0 1,0-1-1,0 1 1,1-1-1,-1 0 0,1-1 1,0 0-1,0 0 0,7 4-2,-6-6-55,0 0 0,0 0-1,0 0 1,0-1 0,0 0-1,1-1 1,-1 1 0,0-1-1,0-1 1,0 1 0,0-1-1,1-1 1,-1 1 0,0-1-1,-1 0 1,1-1 0,0 0-1,-1 0 1,1 0 0,-1-1-1,0 0 1,0 0 0,0 0-1,-1-1 1,3-2 55,3-3-214,-1 0-1,0-1 1,-1 0 0,0-1-1,0 0 1,-2 0 0,1-1-1,-1 0 1,-1 0 0,-1 0-1,1-1 1,-1-3 214,-2 6-45,-1 6 2163,-3 33-1831,1-16-210,-1-7-73,0 0 0,0 0 0,0 1 0,1-1 0,0 0 1,0 0-1,0 0 0,1 1 0,-1-1 0,1 0 0,1 0 0,-1 0 0,1 0 0,0 0 0,0 0 0,0-1 0,1 1 0,-1-1 0,1 1 0,0-1 0,0 0 0,1 0 1,-1 0-1,1-1 0,0 1 0,0-1 0,0 0 0,1 0 0,-1 0 0,1-1 0,-1 1 0,4 0-4,82 7-2091,-57-10-1387</inkml:trace>
  <inkml:trace contextRef="#ctx0" brushRef="#br0" timeOffset="-183118.8">11030 1773 13659,'0'0'1800,"0"0"-1200,0 0-271,0 0-329,0 0-545,0 0-151,0 0-1032,182-9-2969</inkml:trace>
  <inkml:trace contextRef="#ctx0" brushRef="#br0" timeOffset="-182790.533">11505 1988 112,'0'0'8060,"0"0"-5664,0 0-1535,0 0 89,0 26-114,0 158 609,0 12 204,1-194-1652,0-1 1,0 1-1,0-1 0,0 0 1,0 1-1,0-1 1,1 0-1,-1 0 0,0 0 1,1 0-1,-1 0 1,1 0-1,0 0 0,-1 0 1,1-1-1,0 1 1,-1-1-1,1 1 0,0-1 1,-1 1-1,1-1 1,0 0-1,0 0 0,0 0 1,-1 0-1,1 0 0,0-1 1,0 1-1,-1 0 1,1-1-1,0 1 0,0-1 1,-1 0-1,1 1 1,-1-1-1,1 0 0,-1 0 1,1 0-1,-1 0 1,1 0-1,-1-1 0,0 1 1,1-1 2,111-110-390,36-39-434,-148 151 844,0 0 0,1 0 1,-1 0-1,0 0 0,0 0 0,1 0 0,-1 0 0,0 0 0,0 0 1,1 1-1,-1-1 0,0 1 0,0-1 0,0 1 0,0-1 0,0 1 1,0 0-1,0-1 0,0 1 0,0 0 0,0 0 0,0 0 0,0 0 0,0 0 1,0 0-1,-1 0 0,1 0 0,0 0 0,-1 0 0,1 0 0,-1 0 1,1 1-1,-1-1 0,0 0 0,0 0 0,1 1 0,-1-1 0,0 0 0,0 0 1,0 1-1,0-1 0,0 0 0,-1 0 0,1 1 0,0-1 0,0 0 1,-1 0-1,1 0 0,-1 1 0,1-1 0,-1 0 0,0 0 0,1 0 1,-1 0-1,0 0-20,1 11 107,18 135 345,12-54-3034,-16-60-3748</inkml:trace>
  <inkml:trace contextRef="#ctx0" brushRef="#br0" timeOffset="-182120.591">10083 2885 184,'0'0'7139,"0"0"-4588,0 0-1120,0 0-111,0 0-94,0 0-394,0 7-300,7 508 1743,-6-497-2267,1 1-1,1 0 1,0-1-1,1 1 0,1-1 1,1 0-1,0-1 1,2 1-1,4 6-7,20 0-1343,-16-45-3533,-14-18-2789</inkml:trace>
  <inkml:trace contextRef="#ctx0" brushRef="#br0" timeOffset="-181888.115">9731 3180 9962,'0'0'2057,"0"0"-1257,0 0 64,0 0 304,0 0-320,0 0-280,223 5-191,-126-13-209,7-9-48,-6 3-120,-1 14-921,-28 0-1511,-31 2-4194</inkml:trace>
  <inkml:trace contextRef="#ctx0" brushRef="#br0" timeOffset="-181436.746">10520 3276 9922,'0'0'1398,"0"0"-237,0 0-398,0 0-417,0 0 3,0 0 3,22 13-11,73 39-147,-86-48-184,1 0 0,0-1-1,0 0 1,0 0 0,0-1 0,1 0 0,-1-1 0,1 0 0,-1-1 0,1 0 0,8-2-10,14 1 4,-17 1 1,-12 1-3,-1 0 1,0 0-1,1 0 0,-1-1 0,0 1 0,1-1 1,-1 0-1,1 0 0,-1 0 0,1 0 0,-1-1 1,0 1-1,1-1 0,-1 0 0,0 0 0,1 0 1,-1-1-1,0 1 0,0-1 0,0 1 1,0-1-1,0 0 0,-1 0 0,1-1 0,0 1 1,-1 0-1,0-1 0,1 0 0,-1 1 0,0-1 1,-1 0-1,1 0 0,0 0 0,-1 0 0,0-1 1,1 1-1,-1-2-2,0 0-45,-1 0 1,0 0-1,0-1 1,0 1-1,-1 0 1,1 0-1,-1 0 0,0 0 1,-1 0-1,1 0 1,-1 0-1,0 0 1,-1 1-1,1-1 0,-1 1 1,0-1-1,0 1 1,0 0-1,0 0 1,-1 1-1,1-1 1,-1 1-1,0-1 0,0 1 1,-1 0-1,1 1 1,-1-1-1,1 1 1,-1 0-1,0 0 1,0 0-1,0 1 0,0-1 1,-4 0 44,-121-1 768,123 7-728,0 0-1,0 0 1,1 0-1,-1 1 1,1 0-1,0 0 1,1 1 0,-1 0-1,1 0 1,0 0-1,1 0 1,0 1-1,0 0 1,0 0 0,0 0-1,1 0 1,1 0-1,-2 5-39,-3 6 125,1 0 0,1 1 0,1 0 0,0-1 0,1 2 0,1-1 0,1 0 0,1 0-1,1 14-124,2-26 21,0 0-1,0 0 0,0 0 0,1-1 1,0 0-1,0 1 0,1-1 0,-1-1 1,1 1-1,1-1 0,-1 0 0,1 0 1,0 0-1,0-1 0,0 0 1,1 0-1,-1-1 0,1 0 0,0 0 1,0 0-1,0-1 0,0 0 0,1 0 1,-1-1-1,0 0 0,1 0 0,-1-1 1,1 0-1,-1 0 0,1-1 0,-1 0 1,1 0-21,15 1-225,-1-2 0,1 0 0,-1-2 0,0 0 1,0-1-1,0-1 0,-1-2 0,0 0 1,0-1-1,-1-1 0,10-6 225,48-31-3553</inkml:trace>
  <inkml:trace contextRef="#ctx0" brushRef="#br0" timeOffset="-181093.141">11432 3228 8922,'0'0'1739,"0"0"-967,0 0-173,0 0 33,-32 0-89,-101 2 94,127-2-605,0 1-1,1 0 1,-1 1-1,0-1 1,1 1-1,-1 0 1,1 1-1,-1-1 1,1 1-1,0 0 1,0 0-1,0 1 1,1 0-1,-1-1 0,1 2 1,0-1-1,0 0 1,0 1-1,1 0 1,-1-1-1,1 2 1,1-1-1,-1 0 1,0 0-1,1 1 1,0 0-1,1-1 1,-1 1-1,1 0 1,0 0-1,1-1 1,-1 1-1,1 0 1,0 0-1,0 0 1,1 0-1,0 0 1,0 0-1,1-1 0,-1 1 1,1 0-1,0-1 1,1 2-32,2 7 52,1 0 0,0 0 0,1 0 0,0-1 0,1 0 0,1 0 0,0-1 0,1 0 0,0 0 0,1-1 0,0-1 0,1 0 0,5 4-52,66 70 167,-82-83-147,0 0 0,1 0 0,-1 1 1,0-1-1,0 0 0,0 1 0,0-1 1,0 1-1,0-1 0,0 1 0,0-1 1,-1 1-1,1 0 0,-1-1 0,1 1 0,-1 0 1,1-1-1,-1 1 0,0 0 0,0 0 1,0-1-1,0 1 0,0 0 0,0 0 1,-1-1-1,1 1 0,-1 0 0,1 0 0,-1-1 1,0 1-1,1-1 0,-1 1 0,0-1 1,0 1-1,0-1 0,0 1 0,0-1 1,0 0-1,-1 1 0,1-1 0,0 0 0,-1 0 1,1 0-1,-1 0 0,1 0 0,-1 0 1,1-1-1,-1 1 0,0 0 0,1-1 1,-1 1-1,-1-1-20,-96 13 429,95-12-465,0 0-1,0-1 1,-1 0-1,1 1 0,0-2 1,0 1-1,0 0 1,0-1-1,0 0 0,0 0 1,0 0-1,0 0 0,0-1 1,0 0-1,0 1 1,1-2-1,-1 1 0,1 0 1,-1 0-1,1-1 1,0 0-1,0 0 0,0 0 1,1 0-1,-1 0 0,1-1 1,-1 1-1,1-1 1,0 1-1,0-1 0,1 0 1,-1 0-1,0-2 37,-12-49-2570,11-1-1724</inkml:trace>
  <inkml:trace contextRef="#ctx0" brushRef="#br0" timeOffset="-180840.84">11605 2956 11626,'0'0'1937,"0"0"-633,0 0-80,0 0-615,0 0-425,0 0 8,0 0 208,0 221-104,0-125-64,7 0-16,2 6-64,7-14-56,3-9 0,3-14-88,-4-14-8,4-14-304,-6-17-904,-13-17-3065</inkml:trace>
  <inkml:trace contextRef="#ctx0" brushRef="#br0" timeOffset="-180592.961">11448 3177 11995,'0'0'2040,"0"0"-1544,0 0 536,0 0-248,167 0-303,-98 0-129,0 0-32,7 0-192,-10 0-24,-10 3-104,7-3-112,-19 0-1120,-19 0-3353</inkml:trace>
  <inkml:trace contextRef="#ctx0" brushRef="#br0" timeOffset="-179165.068">13876 1365 14507,'0'0'1816,"0"0"-1015,0 0-161,0 0-544,0 0-96,0 0-288,0 0-432,104-5-1457,-76 19-4344</inkml:trace>
  <inkml:trace contextRef="#ctx0" brushRef="#br0" timeOffset="-177795.141">13093 3216 9178,'0'0'1072,"0"0"-602,5-27-260,22-89-39,-25 110-112,-1 0 0,2 0 0,-1 0 0,1 0 0,0 0 0,0 0 0,0 1 0,1 0 0,0 0 0,0 0 0,0 0 0,0 0 0,1 1 0,0 0 0,0 0 0,0 0 0,1 0 0,-1 1 0,1 0 0,0 0 0,0 1 0,0 0 0,0 0 0,0 0 0,0 0 0,1 1 0,-1 0 0,0 1 0,1-1 0,1 1-59,-5 0 55,0 0 1,0 0-1,0 0 1,1 0 0,-1 1-1,0-1 1,0 1-1,0 0 1,0 0-1,0 0 1,0 0 0,0 1-1,-1-1 1,1 1-1,0-1 1,-1 1-1,1 0 1,-1 0 0,1 0-1,-1 1 1,0-1-1,0 0 1,0 1-1,0 0 1,-1-1-1,1 1 1,-1 0 0,1 0-1,-1 0 1,0 0-1,0 0 1,0 0-56,9 107 1188,-10-100-1100,-1 6-22,-1 0 1,-1 0-1,0 0 0,-1-1 1,-1 1-1,0-1 0,-2 0 1,1-1-1,-2 1 1,0-1-1,0-1 0,-1 1 1,-1-1-1,-1-1 1,1 0-1,-2-1 0,0 0 1,0 0-1,-1-1 1,0-1-1,0 0 0,-1-1 1,-6 2-67,17-8-2,1 0 0,-1-1 0,1 1 0,-1-1 0,1 0 0,-1 1 0,0-1 1,0 0-1,0-1 0,1 1 0,-1 0 0,0-1 0,0 0 0,0 0 0,0 0 0,0 0 0,0 0 1,0 0-1,0-1 0,0 1 0,0-1 0,1 0 0,-1 0 0,0 0 0,0 0 0,1-1 1,-1 1-1,1-1 0,-1 1 0,1-1 0,0 0 0,-1 0 0,1 0 0,0 0 0,0-1 0,1 1 1,-1 0-1,0-1 0,1 1 0,-1-1 0,1 0 0,0 1 0,0-1 0,0 0 0,0 0 2,-1-2-14,0 0-1,0-1 0,1 1 0,0 0 0,0 0 0,0-1 0,1 1 0,-1-1 1,1 1-1,0-1 0,1 1 0,0-1 0,0 1 0,0 0 0,0-1 1,1 1-1,0 0 0,0 0 0,0 0 0,0 0 0,1 1 0,0-1 1,0 0-1,0 1 0,1 0 0,0 0 0,-1 0 0,1 0 0,1 1 1,-1-1-1,0 1 0,1 0 0,0 0 0,-1 1 0,3-1 15,7 2 40,0 2 0,-1 0-1,1 0 1,0 1-1,-1 1 1,1 0 0,-1 1-1,0 0 1,0 1-1,-1 1 1,1 0 0,-1 0-1,0 1 1,-1 1 0,0 0-1,0 1 1,-1 0-1,3 3-39,2 1-4,0-2-1,1 1 0,1-2 0,0 0 0,0-1 0,1 0 0,0-2 1,0 0-1,6 0 5,79-5-3992,-72-11-2755</inkml:trace>
  <inkml:trace contextRef="#ctx0" brushRef="#br0" timeOffset="-177515.416">14065 2846 11755,'0'0'1344,"0"0"-568,0 0 0,0 0-224,-170 178 40,113-107 129,-9 2 7,7-2-360,-1-6 56,6-11-192,13-14-48,19-12-184,7-8 0,15-20-608,0 0-1353,9-14-2368</inkml:trace>
  <inkml:trace contextRef="#ctx0" brushRef="#br0" timeOffset="-177250.298">13647 2761 13723,'0'0'2192,"0"0"-1543,0 0-145,0 0-384,0 0-120,0 0-288,0 0-657,147 14-2007,-103 11-5074</inkml:trace>
  <inkml:trace contextRef="#ctx0" brushRef="#br0" timeOffset="-176985.007">14074 3460 13595,'0'0'1904,"0"0"-431,0 0-393,0 0-544,0 0-440,0 0-96,0 0-320,0-40-1448,0 29-6186</inkml:trace>
  <inkml:trace contextRef="#ctx0" brushRef="#br0" timeOffset="-176393.104">13599 3089 5153,'0'0'1571,"0"0"197,0 0 241,0 0-547,0 0-320,0 0-123,-6-8-228,-24-22-180,28 29-577,-1 0 1,1 0-1,0 0 1,0 1-1,-1-1 1,1 1-1,0-1 1,-1 1-1,1 0 1,0 0-1,-1 0 1,1 0-1,-1 0 1,1 0-1,0 1 1,-1-1-1,1 1 1,0-1-1,0 1 1,-1 0-1,1 0 1,0 0-1,0 1 1,0-1-1,0 0 1,0 1-1,0-1 1,0 1-1,1-1 1,-1 1-1,1 0 1,-1 0-1,1 0 1,0 0-1,-1 0 1,1 1-35,-6 8 29,0-1 0,1 1-1,0 0 1,1 0 0,0 1 0,1-1 0,0 1 0,1 0 0,1 0 0,0 0 0,0 1 0,1-1 0,0 1 0,2 4-29,-1-11 1,0-1 1,1 1-1,0-1 1,0 0-1,0 1 0,1-1 1,-1 0-1,1 0 1,0 1-1,1-1 0,0-1 1,-1 1-1,2 0 1,-1-1-1,0 0 1,1 1-1,0-1 0,0-1 1,0 1-1,0 0 1,1-1-1,-1 0 0,1 0 1,0-1-1,0 1 1,0-1-1,3 1-1,148 24-109,-151-27 104,-1 0-1,1-1 0,0 1 1,-1-1-1,0 0 0,1 0 0,-1-1 1,0 1-1,1-1 0,-1 0 1,0 0-1,0-1 0,-1 1 1,1-1-1,0 0 0,-1 0 1,0 0-1,1 0 0,-1 0 0,-1-1 1,1 0-1,0 1 0,-1-1 1,0 0-1,0 0 0,0 0 1,0-1-1,-1 1 0,1 0 1,-1-1-1,0 1 0,-1-1 0,1 1 1,-1-1-1,0-2 6,1 0 8,0-1-1,-1 0 1,-1 1-1,1-1 1,-1 0-1,0 1 1,-1-1-1,0 0 1,0 1-1,-1 0 1,0 0-1,0 0 0,0 0 1,-1 0-1,0 0 1,-1 1-1,1 0 1,-1 0-1,0 0 1,-5-4-8,1 5 13,0-1 0,1 2 1,-2-1-1,1 1 0,0 1 0,-1-1 1,0 2-1,1-1 0,-1 1 0,0 1 1,0 0-1,-4 0-13,-38 12-2513,37 0-3120</inkml:trace>
  <inkml:trace contextRef="#ctx0" brushRef="#br0" timeOffset="-179662.951">13357 1682 6457,'0'0'1651,"0"0"219,0 0-219,0 0-440,0 0-201,0 0-192,-30-19-215,-95-56-152,122 72-421,-1 1-1,0-1 1,0 1 0,0 0-1,0 1 1,0-1 0,0 0 0,0 1-1,0 0 1,-1 0 0,1 1-1,0-1 1,-1 1 0,1 0-1,0 0 1,-1 0 0,1 0-1,-1 1 1,1 0-30,-6 1 52,5-1-45,-1 1 1,1 0-1,0 0 0,0 0 0,0 1 0,0-1 0,0 1 1,0 0-1,1 1 0,-1-1 0,1 1 0,0 0 1,0 0-1,0 0 0,1 1 0,-1-1 0,1 1 0,0 0 1,1 0-1,-1 0 0,1 0 0,0 1 0,0-1 1,1 0-1,-1 1 0,1-1 0,0 1 0,1 0-7,-2 4 0,1 0 0,0 0-1,1 0 1,0 0-1,1-1 1,0 1 0,0 0-1,1 0 1,0-1-1,1 1 1,0-1-1,0 0 1,1 0 0,0 0-1,1 0 1,1 0 0,200 212 21,-203-218-17,1 1 0,-1-1-1,0 1 1,0 0 0,-1 0-1,1 0 1,-1 0 0,0 1-1,0-1 1,0 0 0,-1 1-1,1-1 1,-1 1 0,0 0-1,-1 0 1,1-1 0,-1 1-1,0 0 1,0 0 0,0-1 0,-1 1-1,0 0 1,0-1 0,0 1-1,0 0 1,-1-1 0,1 1-1,-1-1 1,0 0 0,-1 0-1,1 1 1,-1-2 0,0 1-1,0 0 1,0 0 0,0-1-1,-1 0 1,1 0 0,-1 0-1,0 0 1,0 0 0,0-1 0,0 1-1,0-1 1,-1 0 0,-3 0-4,3 1 10,0 0 1,0-1 0,0 0 0,0-1 0,0 1 0,-1-1 0,1 0 0,-1 0 0,1 0-1,0-1 1,-1 0 0,1 0 0,-1 0 0,1-1 0,-1 0 0,1 0 0,-1 0-1,1-1 1,0 0 0,0 0 0,0 0 0,0 0 0,0-1 0,0 0 0,1 0 0,-1 0-1,1-1 1,0 1 0,0-1 0,0 0 0,1 0 0,-1-1 0,1 1 0,0-1 0,0 1-1,0-1 1,-1-4-11,2 0 35,-1-1-1,1 1 1,0-1-1,1 1 0,0-1 1,1 0-1,0 1 1,0-1-1,1 0 1,1 0-1,-1 1 0,1-1 1,1 1-1,0 0 1,0 0-1,1 0 0,0 0 1,1 0-1,0 1 1,0 0-1,6-7-34,22-18-210,2 2 0,1 1 0,2 2 0,0 2 0,2 1 0,1 2 0,1 2 0,0 1 0,2 3 0,45-12 210,-75 23-364,83-29-4723</inkml:trace>
  <inkml:trace contextRef="#ctx0" brushRef="#br0" timeOffset="-179412.555">14247 1614 10930,'0'0'1977,"0"0"-1273,0 0 240,0 0-312,-166 173-352,106-105 192,-9 11 257,6-11-321,9 0-160,13-20-48,16-14-200,22-17-136,3-8-1537,0-9-2920</inkml:trace>
  <inkml:trace contextRef="#ctx0" brushRef="#br0" timeOffset="-178912.465">14276 2093 13275,'0'0'1656,"0"0"-1080,0 0 192,0 0-591,0 0-177,0 0-489,0 0-1095,-16-68-2505</inkml:trace>
  <inkml:trace contextRef="#ctx0" brushRef="#br0" timeOffset="-178289.424">13703 1900 6089,'0'0'1234,"0"0"92,0 0 23,0 0-342,0 0-153,0 0 104,-18 2-224,-58 7-255,73-9-461,1 1 0,0-1 0,-1 1 0,1 0 0,0 0 0,-1 0 0,1 0 1,0 1-1,0-1 0,0 0 0,0 1 0,0 0 0,0-1 0,1 1 0,-1 0 0,0 0 1,1 0-1,-1 0 0,1 0 0,0 0 0,0 1 0,0-1 0,0 0 0,0 1 0,0 0-18,-3 7 56,-4 9 37,1 1 0,1-1-1,0 1 1,2 0 0,0 1 0,1-1 0,2 1 0,0 0 0,1-1-1,1 1 1,1 4-93,-1-22 21,0 0 0,0 0-1,0 0 1,1 0 0,-1-1 0,1 1-1,0 0 1,-1-1 0,1 1-1,1-1 1,-1 0 0,0 0-1,0 0 1,1 0 0,-1 0-1,1 0 1,0-1 0,0 1 0,-1-1-1,1 1 1,0-1 0,0 0-1,0-1 1,0 1 0,0 0-1,0-1 1,1 1 0,-1-1 0,0 0-1,0 0 1,0-1 0,0 1-1,0 0 1,0-1 0,0 0-1,0 0 1,0 0 0,0 0 0,0 0-1,0-1 1,0 1 0,-1-1-1,1 0 1,-1 0 0,1 0-1,-1 0 1,0 0 0,1 0 0,-1 0-1,0-2-20,7-5 41,-1 0 0,-1-1-1,0 0 1,0-1 0,-1 0 0,0 0-1,-1 0 1,0 0 0,-1-1-1,0 0 1,-1 0 0,0 0 0,-1 0-1,0 0 1,-1-7-41,0-1 26,-1 15-25,1 0-1,-1 1 0,0-1 1,0 1-1,0-1 1,-1 0-1,1 1 0,-1-1 1,0 1-1,-1-1 0,1 1 1,-1 0-1,0-1 0,0 1 1,0 0-1,0 0 1,-1 0-1,0 1 0,0-1 0,-74-56-1748,39 44-1155</inkml:trace>
  <inkml:trace contextRef="#ctx0" brushRef="#br0" timeOffset="-172299.132">14917 1818 8562,'0'0'1221,"0"0"-296,0 0 170,0 0-11,0 0-328,0 0-192,25-10 451,245-147 163,-207 116-1122,170-115 67,-65 42-136,4 6 0,136-59 13,-285 155-21,80-18-294,-103 30 385,0 0 133,-9-1 449,-24-5-579,0 0 0,0-3 1,1 0-1,0-2 0,1-2 0,1 0 0,-1-3 0,2 0 0,1-2 0,-7-5-73,34 22-2,-1 1 1,1-1-1,0 1 0,0-1 1,0 0-1,0 1 0,0-1 1,0 0-1,0 0 0,0 0 1,0 0-1,0 0 0,0 0 1,0 0-1,1 0 0,-1 0 1,0 0-1,1 0 0,-1-1 1,1 1-1,-1 0 0,1 0 1,0-1-1,-1 1 0,1 0 1,0 0-1,0-1 0,0 1 1,0 0-1,0-1 0,0 1 1,0 0-1,1-1 0,-1 1 1,0 0-1,1 0 0,-1-1 1,1 1-1,-1 0 0,1 0 1,0 0-1,-1 0 0,1 0 1,0 0-1,0 0 0,0 0 0,0 0 1,0 0-1,0 0 0,0 0 1,0 1-1,0-1 0,0 0 1,0 1-1,1-1 2,15-3 6,0 2 1,1 0-1,-1 0 0,0 2 0,0 0 0,1 1 0,-1 1 1,0 0-1,0 2 0,0 0 0,0 0 0,-1 2 1,0 0-1,12 7-6,-16-7 16,0 2 1,-1 0-1,0 0 1,-1 1-1,0 0 1,0 1-1,-1 0 1,0 0-1,-1 1 1,0 0-1,0 1 1,-1-1-1,-1 2 1,0-1-1,-1 1 1,0-1-1,-1 2 1,0-1-1,-1 0 1,-1 1-1,0-1 1,0 14-17,-1-10 109,-1-1 0,0 1 0,-1 0 1,0-1-1,-2 1 0,0-1 0,0 0 0,-2 1 1,0-2-1,-1 1 0,-4 7-109,-13 31 56,30-53-447,71-32-2749,-34-6-1887</inkml:trace>
  <inkml:trace contextRef="#ctx0" brushRef="#br0" timeOffset="-165915.926">15109 3279 7890,'0'0'2434,"0"0"-1597,0 0-589,0 0 186,0 0 239,31 18 223,196 122 308,-117-78-720,4-6-1,1-4 0,3-6 1,2-5-1,101 21-483,-141-39 157,1-4 1,1-3-1,0-4 0,72 1-157,-151-17-386,-6-18-1240,-13-6-2374</inkml:trace>
  <inkml:trace contextRef="#ctx0" brushRef="#br0" timeOffset="-165664.933">16367 3483 6985,'0'0'3845,"0"0"-2732,0 0-557,0 0 396,0 0-136,28 24-176,88 83-122,-109-100-450,1 1 0,-1 0 0,-1 0 0,1 0 0,-2 1 0,1 0 0,-1 0 0,0 0 0,-1 1 0,0 0 0,-1-1 0,0 2 0,0-1 0,-1 0 0,-1 0 0,1 1 0,-2-1 0,1 1 0,-2 2-68,2-6 35,-1 7 37,0 1 0,-1-1 1,0 0-1,-1 0 1,0 0-1,-1-1 0,-1 1 1,0 0-1,-1-1 1,0 0-1,-1 0 1,-1-1-1,0 0 0,-1 0 1,0 0-1,0-1 1,-1 0-1,-1-1 0,0 0 1,-7 5-73,2 0 27,0-1 0,-2 0 0,1-2 0,-2 0 0,1 0 0,-2-2 0,1 0 0,-2-2 1,1 0-1,-2 0-27,30-27-2205,20-13-1598,3-4-4115</inkml:trace>
  <inkml:trace contextRef="#ctx0" brushRef="#br0" timeOffset="-164122.171">9265 2599 5481,'0'0'1031,"0"0"73,0 0 290,0 0-22,0 0-54,0 0-186,4 5 68,219-15 720,-123-2-1655,644-12 269,-243 14-431,273 2-233,-362 28 203,-46-40-301,-332 17 196,5-4-41,0 3 1,0 1 0,0 1-1,1 3 1,-1 1 0,0 1 0,0 3-1,0 1 1,29 10 72,-44-7 5,15 6 53,2 0 0,0-3 0,0-2 0,43 7-58,131 0 86,197-10-86,-386-8-3,315-37-405,-243 20 491,-33 8 135,0 2 1,1 2 0,0 4 0,25 4-219,-90-2-40,0-1 0,0 1 0,0 0 0,0 0 1,0 0-1,0-1 0,0 1 0,0 0 0,0 0 1,0 0-1,-1 1 0,1-1 0,0 0 0,-1 0 1,1 0-1,-1 0 0,1 1 0,-1-1 1,1 0-1,-1 0 0,0 1 0,0-1 0,0 0 1,0 1-1,0-1 0,0 0 0,0 1 0,0-1 1,0 0-1,0 1 0,-1-1 0,1 0 0,-1 0 1,1 1 39,-1 8-1877,1 8-5744</inkml:trace>
  <inkml:trace contextRef="#ctx0" brushRef="#br0" timeOffset="-147694.665">6356 1130 4345,'0'0'1069,"0"0"-88,0 0 110,0 0 286,-7-4-8,-59-22 3932,64 28-5283,-1 1 0,0-1 1,1 1-1,0 0 1,0 0-1,0 0 0,0 0 1,0 0-1,0 1 1,1-1-1,0 1 0,-1-1 1,1 1-1,1-1 1,-1 1-1,0-1 0,1 1 1,0 0-1,0-1 1,0 2-19,-2 4 30,1-2-27,0-4-8,0-1-1,-1 1 0,1 0 0,0 0 1,1 0-1,-1 1 0,0-1 0,1 0 1,0 0-1,-1 0 0,1 0 1,1 0-1,-1 1 0,0-1 0,1 0 1,0 0-1,-1 0 0,1 0 0,0 0 1,1 0-1,-1 0 0,0 0 0,1-1 1,0 1-1,-1-1 0,1 1 1,0-1-1,1 1 0,-1-1 0,0 0 1,1 0-1,-1 0 0,1 0 0,0 0 6,-1-1 1,1 0-1,-1 0 1,1 0 0,-1 0-1,0 0 1,1-1-1,0 1 1,-1-1-1,1 0 1,-1 0-1,1 0 1,-1 0-1,1 0 1,-1 0 0,1-1-1,-1 1 1,1-1-1,-1 0 1,1 0-1,-1 0 1,1 0-1,-1 0 1,0 0-1,0-1 1,0 1 0,0-1-1,0 1 1,0-1-1,0 0 1,0 0-1,-1 0 1,1 0-1,-1 0 1,1 0-1,-1 0 1,0 0 0,0-1-1,0 1 1,0-1-1,0 1 1,0 0-1,-1-1 1,1 1-1,-1-3 0,-1 1-97,0 0 0,-1-1 0,1 1 1,-1 0-1,0 1 0,0-1 0,-1 0 0,1 0 0,-1 1 0,0 0 0,0-1 0,0 1 0,0 0 0,0 1 0,-1-1 0,1 0 0,-1 1 0,0 0 0,0 0 0,0 0 0,0 0 0,0 1 0,0-1 0,0 1 0,0 0 0,-1 1 0,1-1 0,0 1 1,-1-1-1,1 1 0,0 1 0,-1-1 0,1 0 0,0 1 0,-1 0 0,1 0 0,-2 1 97,-1-2-508,-34 0-4527</inkml:trace>
  <inkml:trace contextRef="#ctx0" brushRef="#br0" timeOffset="-147346.597">6221 1518 4569,'0'0'2068,"0"0"-890,0 0-136,0 0-33,0 0-375,0 0-338,-8 3-88,6-2-192,-1 0 0,1 1 1,0-1-1,0 0 1,-1 1-1,1-1 0,0 1 1,0 0-1,1-1 0,-1 1 1,0 0-1,0 0 1,1 0-1,-1 1 0,1-1 1,0 0-1,0 1 0,0-1 1,0 0-1,0 1 1,0-1-1,1 1 0,-1-1 1,1 1-1,0 0 1,-1-1-1,1 1 0,1-1 1,-1 1-1,0 0 0,0-1 1,1 3-17,-1-1 21,0 0-1,0 0 1,1 0 0,-1 0 0,1 0 0,0 0-1,0 0 1,0 0 0,1 0 0,-1 0 0,1 0-1,0-1 1,0 1 0,0-1 0,0 1 0,1-1-1,0 0 1,-1 0 0,1 0 0,0 0 0,0-1-1,1 1 1,-1-1 0,1 1 0,-1-1 0,1 0-1,-1-1 1,1 1 0,0-1 0,0 1-1,0-1 1,0 0-21,2 1 11,-1 0-1,0 1 1,1-2-1,-1 1 1,1-1-1,-1 0 1,1 0-1,-1 0 1,1-1-1,0 0 1,-1 0-1,1 0 1,0-1-1,-1 0 1,1 0-1,0 0 1,-1-1-1,0 1 1,1-2-1,-1 1 1,0 0-1,0-1 1,0 0-1,0 0 1,-1-1-1,1 1 1,-1-1-1,0 0 1,0 0-1,0 0 1,-1-1-1,1 1 1,-1-1-1,0 0 1,0 0-1,-1 0 1,1 0-1,-1-2-10,-1 4 18,0 0 0,0-1 0,-1 1 0,1-1 0,-1 0 0,0 1 0,0-1 0,0 1 0,-1-1 0,1 1 0,-1-1 0,1 1 0,-1-1 0,-1 1 0,1 0 0,0-1 0,-1 1 0,1 0 0,-1 0 0,0 0 0,0 0 0,0 0 0,-1 0 0,-1-1-18,-4-2 11,-1 1-1,1 0 1,-1 1 0,0 0-1,0 0 1,-1 1 0,1 0-1,-1 1 1,0 0 0,1 0-1,-1 1 1,0 0-11,-47 1-3646,40 2-1491</inkml:trace>
  <inkml:trace contextRef="#ctx0" brushRef="#br0" timeOffset="-147005.507">6346 1787 6593,'0'0'723,"0"0"-351,0 0 31,0 0 125,0 0-90,0 0-13,-19 6 60,-59 22-144,76-27-327,1-1 0,-1 1 0,0 0 0,1 0 0,0 0 0,-1 0 0,1 0 0,-1 1 0,1-1 0,0 0 0,0 1 0,0-1 0,0 0 1,0 1-1,0 0 0,0-1 0,0 1 0,1-1 0,-1 1 0,1 0 0,-1 0 0,1-1 0,0 1 0,-1 0 0,1 0 0,0-1 0,0 1 0,0 0 1,0 0-1,1-1 0,-1 1 0,0 0 0,1 0 0,0 0-14,0 9 147,-1-7-79,1-1 1,0 1-1,0 0 0,0 0 1,1-1-1,-1 1 0,1 0 1,0-1-1,0 1 0,0-1 1,0 0-1,0 0 0,1 0 0,0 0 1,-1 0-1,1-1 0,0 1 1,0-1-1,1 1 0,-1-1 1,0 0-1,1-1 0,-1 1 1,1-1-1,0 1 0,0-1 1,-1 0-1,1 0 0,0-1 1,0 1-1,0-1 0,0 0 1,0 0-1,0 0 0,3-1-68,-6 0 58,1 0-1,0 0 0,-1 0 1,1-1-1,-1 1 0,1-1 1,-1 1-1,0-1 0,0 1 1,1-1-1,-1 0 0,0 0 1,-1 0-1,1 0 0,0 1 1,0-1-1,-1 0 0,1 0 1,-1 0-1,0 0 0,0 0 1,1 0-1,-1-1 0,0 1 1,-1 0-1,1 0 1,0 0-1,-1 0 0,1 0 1,-1-1-58,0-6 70,-3-105-1948,-8 102-858,-3 5-3188</inkml:trace>
  <inkml:trace contextRef="#ctx0" brushRef="#br0" timeOffset="-146603.435">6186 2152 6209,'0'0'854,"0"0"-255,0 0 93,0 0-44,0 0-240,0 0-71,-6 17 58,-17 51-13,23-65-331,0-1 0,0 1 0,0 0 1,0-1-1,0 1 0,1 0 0,-1-1 1,1 1-1,0-1 0,-1 1 0,1-1 1,1 1-1,-1-1 0,0 0 1,0 1-1,1-1 0,-1 0 0,1 0 1,0 0-1,0 0 0,0 0 0,0-1 1,0 1-1,0 0 0,0-1 0,0 0 1,1 1-1,-1-1 0,1 0 0,-1 0 1,1 0-1,-1-1 0,1 1 1,-1 0-1,1-1 0,0 0 0,-1 0 1,1 0-1,0 0 0,-1 0 0,3-1-51,0 2-3,-1 0 56,-1 0-1,1 0 0,-1 0 0,1 0 0,0 0 1,0-1-1,-1 0 0,1 0 0,0 0 0,0 0 1,0-1-1,-1 1 0,1-1 0,0 0 0,-1 0 1,1 0-1,-1-1 0,1 1 0,-1-1 1,1 0-1,-1 0 0,0 0 0,0 0 0,0 0 1,0-1-1,0 0 0,-1 1 0,1-1 0,-1 0 1,0 0-1,0 0 0,0-1 0,0 1 0,0 0 1,-1-1-1,1-2-52,-1 3 22,0 0 0,-1 0 0,1 0 1,-1 0-1,0 0 0,0 0 0,0 0 1,0 0-1,0 0 0,-1 0 0,1 0 0,-1 0 1,0 0-1,0 0 0,0 0 0,-1 1 0,1-1 1,0 0-1,-1 1 0,0-1 0,0 1 1,0-1-1,0 1 0,0 0 0,0 0 0,0 0 1,-1 0-1,1 0 0,-1 0 0,1 1 0,-1-1 1,0 1-1,0 0 0,0 0 0,1 0 1,-1 0-1,0 0 0,0 1 0,0-1 0,0 1 1,0 0-1,-1 0 0,1 0 0,-1 1-22,-69 7 456,95 15-2607,8-19-1591</inkml:trace>
  <inkml:trace contextRef="#ctx0" brushRef="#br0" timeOffset="-145606.223">6387 2526 8562,'0'0'1624,"0"0"-464,0 0 97,0 0-449,0 0-320,0 0-280,0 0-112,-25 144-88,25-124-8,6 0-40,4-9-1064,-1-11-3601</inkml:trace>
  <inkml:trace contextRef="#ctx0" brushRef="#br0" timeOffset="-145388.36">6362 3044 9738,'0'0'1328,"0"0"-824,0 0 217,0 0 95,0 0-512,0 0-192,0 0-112,-28 48 0,34-42-928,7-4-961,-10-2-4608</inkml:trace>
  <inkml:trace contextRef="#ctx0" brushRef="#br0" timeOffset="-145128.812">6384 3378 5281,'0'0'5137,"0"0"-4353,0 0 417,0 0-97,0 0-320,0 0-456,0 0-256,-13 161-72,13-127-1184,0-6-2065</inkml:trace>
  <inkml:trace contextRef="#ctx0" brushRef="#br0" timeOffset="-144080.985">6390 4173 5297,'0'0'1474,"0"0"-159,0 0 106,0 0-298,0 0-321,0 0-279,-14-20 69,-46-59 80,59 77-631,0 1 1,0-1-1,-1 0 1,1 1-1,-1-1 1,1 1-1,-1 0 0,1-1 1,-1 1-1,1 0 1,-1 0-1,0 0 1,0 0-1,0 0 1,0 0-1,0 1 1,0-1-1,0 1 1,0-1-1,0 1 0,0 0 1,0 0-1,0 0 1,0 0-1,0 0 1,0 0-1,0 0 1,0 1-1,0-1 1,0 1-1,0-1 1,0 1-1,0 0 0,1 0 1,-1 0-1,0 0 1,0 0-1,1 0 1,-1 0-1,1 1 1,-1-1-1,1 1 1,-1-1-1,1 1 0,0-1 1,0 1-1,0 0 1,0 0-1,0-1 1,0 1-1,0 0 1,0 0-1,1 0 1,-1 0-1,1 0 1,0 0-1,-1 1-41,1 0-13,-1 1-1,0-1 1,1 1-1,0-1 1,0 1-1,0-1 1,0 1 0,1-1-1,-1 1 1,1-1-1,0 1 1,0-1 0,0 0-1,0 1 1,1-1-1,0 0 1,-1 0-1,1 0 1,0 0 0,0 0-1,1 0 1,-1-1-1,0 1 1,1-1 0,0 0-1,-1 1 1,1-1-1,0 0 1,0-1-1,0 1 1,1 0 0,-1-1-1,0 0 1,0 0-1,1 0 1,-1 0-1,1 0 1,-1-1 0,1 0-1,-1 1 1,1-1-1,-1-1 1,1 1 0,-1 0-1,1-1 1,-1 0-1,1 1 1,0-2 13,100 2-487,-100 35 1038,-4 121-434,3-150-2575,0-5-3073</inkml:trace>
  <inkml:trace contextRef="#ctx0" brushRef="#br0" timeOffset="-143725.682">6488 4487 8066,'0'0'1451,"0"0"-403,0 0-16,0 0-226,0 0-402,0 0-222,-3-3 58,2 1-210,0 1-1,0 0 1,0 0-1,1 0 1,-1 0-1,0 0 1,-1 0 0,1 0-1,0 0 1,0 0-1,0 0 1,-1 0-1,1 1 1,0-1-1,0 0 1,-1 1-1,1-1 1,-1 1-1,1 0 1,-1 0-1,1-1 1,0 1-1,-1 0 1,1 0-1,-1 0 1,1 0-1,-1 0 1,1 1-1,-1-1 1,1 0-1,0 1 1,-1-1-1,1 1 1,0 0-1,-1-1 1,1 1-1,0 0 1,0 0-1,-1-1 1,1 1-1,0 0 1,0 0-1,0 0 1,0 1-1,0-1 1,0 0-1,1 0 1,-1 0-1,0 1 1,1-1-1,-1 0 1,1 1-1,-1-1 1,1 1-1,-1-1 1,1 0-1,0 1 1,0 0-30,1 0-16,0 0 1,0 0 0,1 0 0,-1 0 0,1 0 0,-1 0 0,1 0-1,0-1 1,0 1 0,-1-1 0,1 1 0,0-1 0,0 0 0,1 1-1,-1-1 1,0 0 0,0-1 0,1 1 0,-1 0 0,0-1 0,1 1 0,-1-1-1,0 1 1,1-1 0,0 0 15,8 3-123,-7-3 130,-1 1 1,1-1-1,-1 1 0,1 0 1,-1 0-1,1 1 0,-1-1 1,0 1-1,1-1 0,-1 1 1,0 0-1,0 0 0,0 1 1,-1-1-1,1 1 0,-1-1 0,1 1 1,-1 0-1,0 0 0,0 0 1,0 0-1,0 0 0,0 0 1,-1 1-1,0-1 0,1 0 1,-1 1-1,0-1 0,-1 1 1,1 0-1,-1-1 0,0 1 1,1-1-1,-1 1 0,-1 1-7,1 19 149,0 35-2210,0-58-4121</inkml:trace>
  <inkml:trace contextRef="#ctx0" brushRef="#br0" timeOffset="-143457.558">6633 4782 920,'0'0'13515,"0"0"-11995,0 0-983,0 0-297,0 0-232,0 0-8,0 0-1193,-95 99-1767,123-102-4906</inkml:trace>
  <inkml:trace contextRef="#ctx0" brushRef="#br0" timeOffset="-171767.817">17449 921 10146,'0'0'2382,"0"0"-1326,0 0-606,0 0-200,-4-26-159,-11-84-78,15 106-4,1-1-1,-1 0 0,1 1 0,0-1 1,1 0-1,-1 1 0,1 0 0,0-1 1,0 1-1,0 0 0,1 0 0,-1 0 1,1 0-1,0 0 0,0 1 0,1-1 1,-1 1-1,1 0 0,-1 0 0,1 0 1,0 1-1,0-1 0,0 1 0,1 0 1,-1 0-1,0 0 0,1 1 0,-1-1 0,1 1 1,0 0-1,-1 0 0,1 1 0,3 0-8,-1-1 44,0 1-1,1 0 0,-1 0 0,0 0 0,0 1 0,1 1 0,-1-1 1,0 1-1,0 0 0,0 1 0,-1-1 0,1 1 0,-1 1 0,1-1 0,-1 1 1,0 0-1,0 1 0,-1-1 0,1 1 0,-1 0 0,0 1 0,-1-1 1,1 1-1,-1 0 0,0 0 0,0 0 0,-1 1 0,0-1 0,1 5-43,6 8 164,-2 0-1,0 1 0,-1 0 1,-1 1-1,-1-1 0,-1 1 1,-1 0-1,0 0 0,-2 0 0,-1 1 1,-1 16-164,-2-23 56,0-1 0,-1 0 0,-1-1 1,0 1-1,0-1 0,-2 0 0,0 0 1,0-1-1,-1 1 0,0-2 0,-1 1 0,-1-1 1,0-1-1,0 0 0,-1 0 0,0-1 1,-1 0-1,0-1 0,0 0 0,0-1 0,-1-1 1,-1 0-1,1-1 0,-1 0 0,0-1 1,0 0-1,0-1 0,0-1 0,0 0 0,-1-1 1,1 0-1,-3-2-56,12 0-44,0-1 0,0 1 0,0-1 0,0 0 0,0-1 0,1 1 0,-1-1 0,1 0 0,-1 0 1,1-1-1,0 1 0,1-1 0,-1 0 0,0 0 0,1 0 0,0 0 0,0-1 0,0 1 0,1-1 0,-1 0 0,1 0 0,0 1 0,1-2 0,-1 1 1,1 0-1,0 0 0,0 0 0,1-1 0,-1 1 0,1 0 0,0-1 0,1 1 0,-1 0 0,1 0 0,0-1 44,2 3-3,-1 0-1,1-1 1,0 2 0,0-1-1,0 0 1,0 0-1,0 1 1,0 0-1,1 0 1,-1 0 0,1 0-1,0 0 1,0 1-1,-1-1 1,1 1-1,0 0 1,0 1 0,0-1-1,0 0 1,0 1-1,0 0 1,0 0 0,0 0-1,0 1 1,0-1-1,0 1 1,0 0-1,0 0 1,0 0 0,0 1-1,0 0 1,1 0 3,143 90 218,-118-70-172,-25-17-70,45 34-343,2-2 1,2-2 0,1-2-1,59 25 367,-67-41-4031</inkml:trace>
  <inkml:trace contextRef="#ctx0" brushRef="#br0" timeOffset="-171471.152">18365 757 13499,'0'0'1724,"0"0"-720,0 0-129,0 0-303,0 0-301,0 0-73,-13 30-24,-39 99-7,46-116-144,1-1 0,1 1 1,0 0-1,0 0 0,2 1 0,0-1 0,0 1 0,1-1 1,1 14-24,0-15-1,0-10-2,0 1 0,0-1-1,0 1 1,0 0 0,0-1 0,1 1 0,-1-1-1,1 1 1,-1 0 0,1-1 0,0 0 0,0 1-1,0-1 1,1 0 0,-1 1 0,0-1 0,1 0-1,0 0 1,-1 0 0,1 0 0,0 0 0,0-1-1,0 1 1,0 0 0,0-1 0,0 0 0,1 1-1,-1-1 1,1 0 0,-1 0 0,0 0 0,1-1-1,-1 1 1,1 0 0,1-1 3,173 13 43,-155-13-62,-1-1 1,1-1-1,0-1 1,-1-1 0,1-1-1,-1 0 1,0-2 0,-1-1-1,0 0 1,0-1-1,0-1 1,-1-1 0,-1-1-1,0-1 19,5-14-1576,-20-1-1802</inkml:trace>
  <inkml:trace contextRef="#ctx0" brushRef="#br0" timeOffset="-171221.352">18622 737 10178,'0'0'1833,"0"0"-97,0 0 264,0 0-815,0 0-593,0 0-72,-34 187-104,12-94-96,-3 9-96,6 3-128,3-6-48,7-9-48,9-16-48,0-15-416,18-22-552,17-17-1521,-3-20-3968</inkml:trace>
  <inkml:trace contextRef="#ctx0" brushRef="#br0" timeOffset="-170849.204">19101 918 10122,'0'0'2294,"0"0"-415,0 0-516,0 0-513,0 0-298,-27 11-230,-84 43-147,106-51-158,1 1 1,-1-1-1,1 1 0,0 0 1,0 0-1,1 0 0,-1 1 1,1-1-1,0 1 0,0 0 1,0 0-1,0 0 0,1 0 1,0 1-1,0-1 1,1 1-1,-1-1 0,1 1 1,0 4-18,-2 6 52,-2-2-30,1 0 0,1 0 1,1 0-1,0 0 0,0 1 1,1-1-1,1 1 1,1 0-1,0-1 0,1 0 1,0 1-1,1-1 1,1 0-1,0 0 0,1 0 1,1-1-1,0 0 1,0 0-1,2 0-22,0-3-2,1-2 0,0 1 1,1-1-1,0-1 0,0 0 0,1 0 0,0-1 1,0 0-1,0-1 0,1-1 0,0 1 1,0-2-1,0 0 0,0 0 0,0-1 0,1-1 1,-1 0-1,1 0 0,-1-1 0,1-1 1,-1 0-1,1-1 0,-1 0 0,0-1 0,0 0 1,0-1-1,0-1 0,-1 0 0,0 0 1,9-6 1,-1-4 26,-1 0 1,0-2-1,-1 0 1,-1-1 0,-1 0-1,-1-1 1,0-1-1,-1-1 1,-1 0 0,-1 0-1,-1-1 1,-1 0-1,-1-1 1,-1 0 0,-1 0-1,-1-1 1,-1 1-1,0-19-26,-3 36 5,-1 0 0,0 0-1,0 0 1,0 0 0,-1 1-1,0-1 1,0 0 0,0 0-1,-1 0 1,0 0-1,0 1 1,0-1 0,-1 1-1,0 0 1,0 0 0,0 0-1,-1 0 1,0 0 0,1 1-1,-2-1 1,1 1 0,0 0-1,-1 0 1,0 1 0,0-1-1,0 1 1,0 0-1,-1 1 1,1-1 0,-1 1-1,0 0-4,-23-6 12,0 0-1,0 3 0,0 0 1,-1 2-1,0 1 0,0 1 1,1 2-1,-18 3-11,16 1-602,17 2-3765,12-6-8048</inkml:trace>
  <inkml:trace contextRef="#ctx0" brushRef="#br0" timeOffset="-163264.334">18270 2914 10330,'0'0'1454,"0"0"-538,0 0-90,-27 12-102,13-6-624,-9 4 25,1 0-1,1 2 0,0 0 0,1 1 1,0 1-1,1 1 0,1 1 1,-4 5-125,-16 16 276,3 2 1,1 1-1,2 2 1,2 1-1,1 1 1,3 2-1,2 1 1,1 0-1,0 12-276,4 90 176,19-145-182,1 1 1,-1 0-1,1 0 0,0-1 1,1 1-1,-1 0 0,1-1 1,-1 0-1,1 1 0,1-1 0,-1 0 1,1 0-1,-1 0 0,1 0 1,0 0-1,1-1 0,-1 1 1,1-1-1,-1 0 0,1 0 1,0 0-1,0-1 0,0 1 0,0-1 1,1 0-1,-1 0 0,1-1 1,3 2 5,139 13-117,-119-16 80,0-1 0,0-1 0,-1-2 0,1 0 0,-1-2-1,0-1 1,0-2 0,-1 0 0,0-2 0,-1-1 0,0 0 0,16-13 37,18-36-27,-58 59 35,0 0-1,0 0 1,-1 1-1,1-1 0,-1 0 1,1 0-1,-1 0 1,1 0-1,-1-1 1,0 1-1,0 0 0,0 0 1,0 0-1,-1 0 1,1 0-1,0 0 0,-1 0 1,0 0-1,1 0 1,-1 0-1,0 1 0,0-1 1,0 0-1,0 0 1,0 1-1,0-1 1,-1 0-1,1 1 0,0-1 1,-1 1-1,0 0 1,1-1-1,-1 1 0,0 0 1,1 0-1,-1 0 1,0 0-1,0 0 0,-1 0-7,-27-11 167,-1 2-1,0 1 1,0 1-1,-1 2 1,1 1-1,-31-1-166,-175-4 223,326 3-2581,-11-8-1901</inkml:trace>
  <inkml:trace contextRef="#ctx0" brushRef="#br0" timeOffset="-162947.83">19022 3296 12819,'0'0'1545,"0"0"-823,0 0-93,-34 9-45,-107 31-83,132-38-438,0 0 1,0 1-1,1 0 1,-1 0-1,1 1 1,0 1 0,0-1-1,0 1 1,0 0-1,1 1 1,0 0-1,0 0 1,1 0 0,-1 1-1,1 0 1,1 0-1,0 1 1,-2 2-64,4-5 8,0 0 0,0 1 0,0 0 0,0 0 0,1-1 0,0 1 1,1 0-1,-1 1 0,1-1 0,0 0 0,0 0 0,1 1 0,0-1 0,0 0 0,1 0 0,-1 1 1,1-1-1,1 0 0,-1 0 0,1 0 0,0 0 0,0 0 0,1 0 0,0-1 0,0 1 0,0-1 1,2 3-9,11 1-12,-1-1 0,1 0 0,0-1 0,1-1 0,0-1 0,0 0 0,0-1 0,0-1 0,1 0 0,-1-2 0,1 0 1,-1-1-1,1 0 0,0-2 0,-1 0 0,9-2 12,-12 3 11,0 0 0,0-1 0,0 0 0,0-1 0,0-1 0,-1 0 0,1-1 0,-1 0 0,-1-1 1,1 0-1,-1-1 0,0-1 0,0 0 0,-1 0 0,0-1 0,0-1 0,-1 0 0,-1 0 0,0-1 0,0 0 0,-1 0 0,0-1 0,-1 0 1,0-1-1,-1 0 0,-1 0 0,0 0 0,-1 0 0,0-1 0,1-10-11,-7 14-7,0-1 0,0 1 1,-1 0-1,-1 0 0,0 0 0,0 0 1,-1 0-1,0 1 0,-1 0 0,0 0 0,0 0 1,-1 1-1,0 0 0,0 0 0,-1 1 1,0 0-1,0 0 0,-1 1 0,0 0 0,0 1 1,0 0-1,-1 0 0,0 1 0,0 0 1,0 1-1,-9-2 7,12 3-2021,6 2-3252</inkml:trace>
  <inkml:trace contextRef="#ctx0" brushRef="#br0" timeOffset="-169052.127">20434 1260 9162,'0'0'1448,"0"0"-385,0 0 534,0 0-251,0 0-533,0 0-327,0-18-94,1-274 559,1 256-943,1 0-1,2 0 1,1 0-1,2 0 1,2 1-1,1 1 1,1 0-1,7-9-7,-16 35-1,0 0 1,1 1-1,0-1 0,0 1 0,1 0 0,0 0 0,0 1 0,0-1 0,1 1 0,0 1 0,1-1 0,-1 1 1,1 0-1,0 0 0,0 1 0,0 0 0,1 0 0,-1 1 0,1 0 0,0 0 0,0 1 0,6-2 1,-5 4 17,1-1-1,-1 1 0,0 1 0,1 0 0,-1 0 1,0 0-1,0 1 0,0 1 0,0 0 0,0 0 1,0 1-1,-1 0 0,1 0 0,-1 1 0,0 0 0,-1 0 1,1 1-1,-1 0 0,0 0 0,-1 1 0,4 4-16,2-2 23,-1 0 0,0 2 0,0-1 0,-1 1 0,0 0 0,-1 1 0,-1 0-1,0 1 1,0 0 0,-1 0 0,-1 1 0,0-1 0,-1 1 0,-1 1 0,0-1 0,0 1-1,-2-1 1,0 1 0,0 11-23,-7-18 31,-1-1 0,0 0 1,0 0-1,-1 0 0,0-1 0,0 0 0,0 0 0,-1-1 0,1 0 0,-2 0 0,1-1 1,0 0-1,-1 0 0,1-1 0,-1 0 0,0-1 0,0 0 0,-1 0 0,1-1 1,0 0-1,-9-1-31,-197 9 76,208-9-86,-1-1 1,1 1-1,0-1 1,-1-1-1,1 1 1,0-1-1,0-1 1,0 1-1,0-1 1,0 0-1,1-1 1,-1 0-1,1 0 0,0 0 1,-5-5 9,11 9-6,1 1 0,-1-1 0,0 0 0,1 1 1,-1-1-1,1 0 0,-1 0 0,1 1 0,-1-1 0,1 0 0,-1 0 0,1 0 0,-1 0 1,1 0-1,-1 1 0,1-1 0,-1 0 0,1 0 0,-1 0 0,1 0 0,-1 0 0,1-1 1,-1 1-1,1 0 0,-1 0 0,1 0 0,-1 0 0,1-1 0,-1 1 0,1 0 1,-1 0-1,0-1 0,1 1 0,-1 0 0,1-1 0,-1 1 0,0 0 0,1-1 0,-1 1 1,0-1-1,1 1 0,-1 0 0,0-1 0,0 1 0,0-1 0,1 1 0,-1-1 0,0 1 1,0-1-1,0 1 0,0-1 0,0 1 0,0-1 0,0 1 0,0-1 0,0 1 0,0-1 1,0 1-1,0-1 0,0 1 0,0-1 0,0 1 0,-1-1 0,1 1 0,0-1 0,0 1 1,-1-1-1,1 1 6,5 0 32,28 4-22,-1 2 0,-1 1 1,1 2-1,-1 1 0,-1 2 0,0 0 0,-1 2 1,0 1-1,6 6-10,18 7-11,196 122 131,-248-150-243,18 11 335,-10-13-3207,-8-12-2654</inkml:trace>
  <inkml:trace contextRef="#ctx0" brushRef="#br0" timeOffset="-168009.168">21535 680 6305,'0'0'1002,"0"0"-149,0 0 568,0 0-5,0 0-417,0 0-287,-27-5-12,-84-12-89,109 17-586,-1 0 0,1 0 0,0 0 1,-1 0-1,1 0 0,-1 0 0,1 1 0,0-1 0,-1 1 0,1 0 1,0 0-1,0 0 0,-1 0 0,1 0 0,0 0 0,0 0 0,0 1 1,0-1-1,1 1 0,-1-1 0,0 1 0,0 0 0,1-1 0,-1 1 0,1 0 1,0 0-1,0 0 0,-1 1 0,1-1 0,1 0 0,-1 0 0,0 1 1,0 0-26,-3 7 92,0-2-62,0-1 0,1 1 0,0-1 1,1 1-1,-1 0 0,1 0 0,1 1 1,0-1-1,0 0 0,0 0 0,1 1 1,0-1-1,1 0 0,0 0 0,0 1 1,1-1-1,0 0 0,0 0 0,1 0 1,0-1-1,0 1 0,1-1 0,0 1 1,1-1-1,-1 0 0,1-1 1,0 1-1,1-1 0,3 3-30,-3-4 6,1-2-1,-1 1 1,1-1 0,0 1 0,0-2-1,0 1 1,0-1 0,0 0-1,0-1 1,1 0 0,-1 0 0,0 0-1,1-1 1,-1 0 0,1 0-1,-1-1 1,1 0 0,-1-1 0,0 1-1,0-1 1,0-1 0,0 1-1,0-1 1,0-1 0,0 1 0,-1-1-1,0 0 1,0 0 0,0-1-1,0 0 1,-1 0 0,0 0 0,0-1-1,0 0 1,0 0 0,-1 0-1,0 0 1,-1-1 0,2-2-6,5-103 893,-12 108-873,0 0 1,0 0-1,0 1 0,-1-1 0,0 1 0,0-1 0,0 1 0,0 0 1,0 1-1,-1-1 0,1 0 0,-1 1 0,0 0 0,0 0 0,0 0 1,0 0-1,0 1 0,0-1 0,0 1 0,0 0 0,-1 0 0,1 1 1,0-1-1,-1 1 0,1 0 0,-1 0 0,1 0 0,0 1 0,-1 0 1,1 0-1,-2 0-20,-4-1-115,-9 6-3999,18 2-2247</inkml:trace>
  <inkml:trace contextRef="#ctx0" brushRef="#br0" timeOffset="-167558.287">21840 641 10826,'0'0'1729,"0"0"32,0 0-379,0 0-726,0 0-353,0 0-36,-6 24 86,-21 80-22,13 46 249,15-147-583,0 0 0,0 0 0,0 0 1,0 0-1,1 0 0,0 0 0,-1 0 0,1 0 0,0-1 1,0 1-1,0-1 0,1 1 0,-1-1 0,1 0 0,-1 0 1,1 0-1,0 0 0,0-1 0,0 1 0,0-1 0,0 0 1,0 1-1,0-1 0,0-1 0,0 1 0,0 0 0,1-1 1,-1 1-1,0-1 0,0 0 0,1 0 0,-1-1 0,0 1 1,1-1-1,-1 1 0,0-1 0,0 0 0,0 0 0,0 0 1,0-1-1,0 1 0,0-1 0,0 0 0,0 0 0,-1 0 1,1 0-1,-1 0 0,1-1 3,8-7-34,-2 0-1,1-1 1,-2 0 0,1 0-1,-2-1 1,1 0 0,-2 0 0,1-1-1,-2 0 1,0 0 0,0-1-1,-1 1 1,-1-1 0,0 0 0,-1 0-1,0 0 1,-1-13 34,-1 26 109,-1 12 189,-1 152-155,2-158-132,0-1 0,0 1 1,0 0-1,1 0 0,0 0 1,0-1-1,0 1 0,0 0 1,1-1-1,0 1 0,0-1 1,0 0-1,0 1 0,1-1 1,0 0-1,-1-1 0,1 1 1,1 0-1,-1-1 0,1 1 1,-1-1-1,1 0 0,0-1 1,0 1-1,0 0 0,0-1 1,1 0-1,-1 0 0,1-1 1,-1 1-1,1-1 0,0 0 1,0 0-1,-1 0 0,1-1 1,0 1-1,0-1 0,0 0 1,-1-1-1,3 0-11,56-69 207,-45 43-271,52-85-1293,-29 31-2570,-12 18-3331</inkml:trace>
  <inkml:trace contextRef="#ctx0" brushRef="#br0" timeOffset="-167291.215">22457 448 10506,'0'0'1917,"0"0"16,0 0-707,0 0-665,-18 27-280,-54 89-120,71-113-151,-1-1-1,0 0 1,1 1 0,-1-1 0,1 1-1,0-1 1,0 1 0,0 0-1,0 0 1,0-1 0,0 1 0,1 0-1,-1 0 1,1 0 0,0 0 0,0 0-1,0 0 1,0-1 0,1 1 0,-1 0-1,1 0 1,0 0 0,0 0-1,0-1 1,0 1 0,0 0 0,0-1-1,1 1 1,-1-1 0,1 0 0,0 1-1,0-1 1,0 0 0,0 0 0,0 0-1,0 0-9,8 8 66,122 107 454,-107-98-476,1 1-1,-2 2 1,-1 0 0,-1 1 0,14 20-44,-33-40 26,-1 0 0,1 1 0,-1 0 0,0-1 1,0 1-1,-1 0 0,1 0 0,-1 0 0,0 0 0,0 0 0,0 0 1,0 0-1,-1 1 0,1-1 0,-1 0 0,0 0 0,-1 0 0,1 1 1,-1-1-1,0 0 0,0 0 0,0 0 0,0 0 0,-1 0 0,0 0 1,1 0-1,-1-1 0,-1 1 0,1-1 0,0 1 0,-1-1 0,0 0 1,0 0-1,0 0 0,0 0 0,0 0 0,-1-1 0,-1 2-26,-22 13 62,-1 0 0,-1-2 0,0-1 0,-1-1 0,0-2 0,-1-1 0,0-1-62,-48 3-723,45-17-2504,6-7-4732</inkml:trace>
  <inkml:trace contextRef="#ctx0" brushRef="#br0" timeOffset="-162374.457">20453 3774 11346,'0'0'1595,"0"0"-108,0 0 8,0 0-492,0 0-345,0 0-97,5-13-49,48-144-74,-17 42-375,6 2 0,5 2 0,15-20-63,-61 126-5,1 1 1,0-1-1,0 0 0,0 0 1,0 1-1,1-1 0,0 1 1,-1 0-1,2 0 0,-1 0 1,0 0-1,1 1 0,0-1 1,0 1-1,0 0 0,0 0 0,0 0 1,1 1-1,-1 0 0,1-1 1,0 1-1,0 1 0,0-1 1,0 1-1,0 0 0,0 0 1,0 0-1,0 1 0,0 0 1,0 0-1,0 0 0,0 1 1,0-1-1,0 1 0,0 0 0,0 1 1,0-1-1,0 1 0,2 1 5,102 112 54,-77-74-45,-11-17-7,-9-12 1,0 1 0,-1 0 0,0 1 0,-1 0 1,0 0-1,-2 1 0,1 0 0,-2 1 1,0-1-1,-1 2 0,0-1 0,-2 1 1,0-1-1,0 5-3,-7-15 3,1 0 1,-1 0-1,-1 0 0,1-1 1,-1 1-1,0-1 1,0 1-1,-1-1 0,0-1 1,1 1-1,-2-1 1,1 0-1,0 0 0,-1 0 1,0-1-1,0 0 1,0 0-1,0 0 0,0-1 1,-1 0-1,1 0 1,-1 0-1,1-1 0,-1 0 1,0 0-1,1-1 1,-1 0-1,0 0 0,-4-1-3,9 1 1,-18 4-4,0-1 0,0-1 0,1-1 0,-1-1 0,0 0 0,0-2 0,0 0-1,0-1 1,0-1 0,1-1 0,0-1 0,0 0 0,0-2 0,-14-8 3,72 52-136,16 9-52,3-2 1,1-2 0,46 22 187,27-6-6388,-84-44-1328</inkml:trace>
  <inkml:trace contextRef="#ctx0" brushRef="#br0" timeOffset="-162018.061">21472 3352 9698,'0'0'1835,"0"0"8,0 0-460,0 0-524,0 0-334,-29 14-106,-89 47-23,114-58-371,0 1-1,0-1 0,0 1 0,1 0 1,-1 0-1,1 0 0,0 0 0,0 0 1,0 1-1,0-1 0,1 1 0,0 0 1,0 0-1,0 0 0,1 0 0,0 0 1,0 0-1,0 0 0,0 1 0,1-1 1,0 0-1,0 2-24,-1 8 44,-1-6-35,0 0 0,0 0 1,1 0-1,0 0 0,1 1 0,0-1 1,1 0-1,0 1 0,0-1 0,1 0 1,0 0-1,0 0 0,1 0 0,1-1 1,-1 1-1,1-1 0,1 0 0,-1 0 1,2 0-1,-1 0 0,1-1 0,0 0 1,0 0-1,1-1 0,0 1 0,0-2 1,0 1-1,1-1 0,0 0 1,0 0-1,0-1 0,1 0 0,0-1 1,-1 0-1,5 1-9,-6-2 26,1-1 0,-1 0 0,1 0 0,0 0 0,-1-1 0,1 0-1,-1-1 1,1 0 0,0 0 0,-1 0 0,1-1 0,-1 0 0,0-1 0,0 1 0,0-2 0,0 1 0,0-1 0,-1 0 0,1 0 0,-1 0 0,0-1 0,-1 0 0,1 0 0,4-6-26,3-8 29,0-1 0,-1 0 0,-1 0 0,-2-2 0,1 1 0,-2-1 0,-1 0 0,-1-1 0,-1 0 0,-1 0 0,-1 0 0,0 0 0,-2-1 0,-2-21-29,1 40 2,-1 0-1,0 0 1,0 0-1,0 0 1,-1 0-1,0 0 1,0 1-1,0-1 1,0 1-1,-1-1 1,0 1-1,1 0 1,-2 0-1,1 0 0,0 0 1,-1 0-1,0 1 1,0 0-1,0 0 1,0 0-1,0 0 1,-1 0-1,1 1 1,-1 0-1,1 0 1,-1 0-1,0 1 1,0-1-1,0 1 1,0 0-1,0 1 1,0-1-1,0 1 1,0 0-1,0 0 0,0 1 1,-1 0-1,-3 0-1,-53 29-3274,48-7-2515</inkml:trace>
  <inkml:trace contextRef="#ctx0" brushRef="#br0" timeOffset="-161236.136">21916 3301 9178,'0'0'1950,"0"0"133,0 0-508,0 0-674,0 0-454,0 0-173,-15 29 54,-45 98 33,54-113-295,1 0 1,1 1-1,0 0 1,1 0-1,1 0 1,1 0-1,0 0 1,0 0-1,2 1 1,0 7-67,1 21 139,-2-38-132,-1 0 0,2 0 0,-1 0 0,0 0 0,1-1 0,0 1 0,1 0 0,-1 0 0,1-1 0,0 1 0,1-1 0,-1 0 0,1 1 0,0-1 0,0 0 0,1-1 0,-1 1 0,1 0 0,0-1 0,0 0 0,1 0 0,-1 0 0,1-1 0,0 1 0,0-1 0,0 0 0,0-1 0,1 1 0,-1-1 1,1 0-1,0 0-7,2-1-8,0 0 0,1-1 0,-1 0 0,1 0 0,-1-1 0,1 0 0,-1 0 0,1-1 1,-1 0-1,0 0 0,0-1 0,0 0 0,0-1 0,-1 0 0,1 0 0,-1 0 1,0-1-1,0 0 0,-1 0 0,1-1 0,-1 0 0,0 0 0,-1-1 0,0 1 0,1-2 8,3-5-48,0 0 0,-1 0-1,0-1 1,-1 1 0,0-2-1,-2 1 1,0-1 0,0 0-1,-1 0 1,-1 0 0,0-1-1,-2 1 1,1-10 48,-2 24 121,-2 7-2,-6 23-77,2 0 0,0 1 0,3 0 0,0 0 0,2 0 0,2 26-42,-1-47 32,0 0-1,0 0 0,1 0 1,1-1-1,-1 1 0,1 0 1,1-1-1,0 1 1,0-1-1,1 0 0,-1 0 1,2 0-1,-1 0 0,1-1 1,1 1-1,-1-1 1,1-1-1,0 1 0,3 2-31,-7-8 33,0 1-1,-1-1 1,1 0-1,0 1 1,0-1-1,0 0 1,0 0-1,0 0 1,0 0-1,0 0 0,0-1 1,0 1-1,0-1 1,0 1-1,0-1 1,1 0-1,-1 0 1,0 0-1,0 0 1,0 0-1,1 0 1,-1 0-1,0-1 1,0 1-1,0-1 1,0 0-1,0 0 1,0 0-1,0 0 0,0 0 1,0 0-1,0 0 1,0 0-1,-1-1 1,1 1-1,0-1 1,-1 0-1,1 1 1,-1-1-1,0 0 1,0 0-1,0 1 1,1-3-33,38-95 399,-37 88-397,31-139-29,-4 15-4778,-18 93-3757</inkml:trace>
  <inkml:trace contextRef="#ctx0" brushRef="#br0" timeOffset="-160967.417">22825 3375 12651,'0'0'1891,"0"0"-522,0 0-82,0 0-482,0 0-379,0 0-203,-22 6-131,-63 21-47,84-26-43,0 0-1,0 0 1,0 0-1,0 0 0,0 0 1,0 0-1,0 0 1,0 0-1,0 0 0,0 1 1,1-1-1,-1 0 1,1 1-1,-1-1 0,1 0 1,-1 1-1,1-1 0,0 1 1,0-1-1,-1 1 1,1-1-1,0 0 0,0 1 1,1-1-1,-1 1 1,0-1-1,0 1 0,1-1 1,-1 1-1,1-1 1,-1 0-1,1 1 0,-1-1 1,1 0-1,0 0 1,0 1-1,0-1 0,0 0 1,0 0-1,0 0 1,0 0-1,0 0 0,0 0 1,0 0-1,0-1 1,1 1-1,-1 0 0,1 0-1,3 5 17,24 27 71,-17-20-61,0-1 0,-1 2 0,0-1 0,-1 1 0,-1 1 0,0 0 0,-1 0-1,0 1 1,-2 0 0,0 0 0,0 1 0,1 10-27,-6-19 11,1 1 0,-1-1 0,-1 1 0,0-1 0,0 1 0,-1-1 0,1 1 0,-2-1 0,1 0-1,-2 1 1,1-1 0,-1 0 0,0 0 0,0 0 0,-1-1 0,0 1 0,-1-1 0,1 0 0,-1 0 0,-1 0-11,-10 10-25,-1 0 1,0-2-1,-2 0 1,1-1-1,-2 0 0,0-2 1,0 0-1,-1-2 1,-1 0-1,-8 2 25,-144 43-4238,52-27-6100</inkml:trace>
  <inkml:trace contextRef="#ctx0" brushRef="#br0" timeOffset="-116820.481">23690 1979 2545,'0'0'488,"0"0"-328,0 0-112,0 0-48,0 0-8,0 0-168,-45-11-208,45 0 304,0 5-136</inkml:trace>
  <inkml:trace contextRef="#ctx0" brushRef="#br0" timeOffset="-116285.458">23752 1671 5585,'0'0'968,"0"0"-175,0 0 261,0 0 25,0 0-394,0 0-365,-8 25-18,6-21-283,-8 23 197,1 1 0,1 0-1,2 1 1,1 0 0,1 0 0,0 17-216,4 341 1874,-1-369-1847,1 1 0,1-1 0,1 1 1,0-1-1,2 1 0,0-1 1,1 0-1,0-1 0,2 1 0,0-1 1,10 16-28,-17-32-40,10 10-270,-7-18-2833,-3-13-845</inkml:trace>
  <inkml:trace contextRef="#ctx0" brushRef="#br0" timeOffset="-115958.948">23020 1696 8498,'0'0'995,"0"0"-515,0 0-228,34-15 277,-12 4-400,10-4 27,0 1-1,0 1 0,1 2 1,1 2-1,0 0 0,0 3 1,5 0-156,212-10 1522,136 13-1522,-223 4 330,-135-2-152,-1 2-1,1 1 1,0 1 0,0 2 0,-1 0-1,0 2 1,7 4-178,-29 5 177,-9-7-3578,-8-8-3897</inkml:trace>
  <inkml:trace contextRef="#ctx0" brushRef="#br0" timeOffset="-114799.997">24070 1957 5905,'0'0'1108,"0"0"117,0 0 204,0 0-360,0 0-580,3 10-289,32 91 362,-18-59-270,-2 1 0,-2 1 1,-2 1-1,-1-1 0,-3 1 0,2 45-292,-9-90 628,0-4 42,2-192 422,0 185-1104,1 1 0,0-1 1,1 1-1,1 0 0,-1 0 0,1 0 0,1 1 0,0 0 0,0 0 0,1 0 1,0 1-1,1 0 0,-1 0 0,2 1 0,-1 0 0,1 0 0,0 1 1,0 0-1,1 1 0,-1 0 0,1 0 0,1 1 0,-1 0 0,0 1 0,1 0 1,0 1-1,0 0 0,-1 1 0,5 0 12,132 2-4170,-91 13-557</inkml:trace>
  <inkml:trace contextRef="#ctx0" brushRef="#br0" timeOffset="-114160.194">24948 2152 5801,'0'0'932,"0"0"-135,0 0 13,0 0 23,0 0-216,-3-27-19,-14-86-13,16 111-546,0-1 0,1 0 0,-1 0 1,0 1-1,-1-1 0,1 1 0,0-1 0,-1 1 0,1-1 0,-1 1 0,0 0 1,0 0-1,0 0 0,0 0 0,0 0 0,0 0 0,-1 0 0,1 1 1,0-1-1,-1 1 0,1 0 0,-1 0 0,0 0 0,1 0 0,-1 0 0,0 0 1,0 1-1,0-1 0,1 1 0,-1 0 0,0 0 0,0 0 0,0 0 1,0 0-1,1 1 0,-1 0 0,-2 0-39,-8-1 136,-1 3-71,1 0-1,0 1 0,0 0 1,1 1-1,-1 0 1,1 1-1,0 1 0,1 0 1,0 0-1,0 1 0,0 1 1,1 0-1,0 0 1,1 1-1,0 0 0,0 0 1,1 1-1,1 0 0,0 1 1,0 0-1,1 0 1,0 0-1,2 1 0,-1 0 1,1 0-1,-1 12-64,3-21 0,0 0 0,0 1-1,1-1 1,0 1 0,0-1 0,0 1-1,1 0 1,-1-1 0,1 1 0,0 0-1,1-1 1,-1 1 0,1 0 0,0-1-1,0 1 1,0-1 0,0 1 0,1-1-1,0 0 1,0 1 0,0-1 0,1 0-1,-1 0 1,1-1 0,0 1 0,0 0-1,0-1 1,1 0 0,-1 0 0,1 0-1,-1 0 1,1 0 0,0-1 0,0 1-1,1-1 1,-1 0 0,0-1 0,2 1 0,2 1 9,1-1 1,0 0-1,0-1 1,1 0-1,-1-1 0,0 1 1,0-2-1,0 1 1,0-1-1,1-1 1,-1 0-1,-1 0 1,1 0-1,0-1 1,-1-1-1,1 0 0,-1 0 1,0 0-1,0-1 1,0 0-1,-1-1 1,4-3-10,6-5-2,-1-1 0,-1-1 0,0 0 0,-1-1 0,-1-1 1,-1 0-1,0 0 0,-1-1 0,-2-1 0,3-6 2,-64 167 165,50-136-157,0 1-1,0 0 0,1-1 0,-1 1 0,1 0 1,1 0-1,-1 0 0,1 0 0,0 0 0,1 0 1,-1 0-1,1 0 0,1 0 0,-1-1 0,1 1 1,-1 0-1,2-1 0,-1 1 0,1-1 0,0 0 1,0 1-1,0-1 0,0-1 0,1 1 0,1 0-7,7-3-39,0 0 0,0-1 0,0-1-1,0 0 1,0 0 0,0-1-1,0-1 1,0 0 0,0-1-1,-1 0 1,1-1 0,-1 0-1,0 0 1,0-2 0,0 1-1,-1-1 1,1-1 0,-2 0-1,1 0 1,-1-1 0,0 0-1,0-1 1,-1 0 0,-1 0-1,1 0 1,-1-1 0,-1-1-1,0 1 1,0-1 0,-1 0 0,-1 0-1,0 0 1,0-2 39,5-60-185,-28 75 885,16 4-664,1 1 1,0 0 0,0 0 0,0 0-1,0 0 1,1 0 0,1 0-1,-1 0 1,1 0 0,0 0 0,1 0-1,-1 0 1,2 5-37,0-7-13,0 1 0,0-1 0,0 0 0,1 0-1,-1 0 1,1 0 0,1 0 0,-1-1 0,0 0 0,1 1 0,0-1-1,0 0 1,1-1 0,-1 1 0,1-1 0,-1 0 0,1 0-1,0 0 1,0-1 0,0 1 0,1-1 0,-1-1 0,1 1 0,-1-1-1,1 0 1,-1 0 0,1 0 0,1-1 13,61-5-4241,-42-12-2504</inkml:trace>
  <inkml:trace contextRef="#ctx0" brushRef="#br0" timeOffset="-113913.07">25331 1725 8314,'0'0'4889,"0"0"-4393,0 0-136,0 0-360,0 0-504,0 0-40,0 0-1777,145 48-3752</inkml:trace>
  <inkml:trace contextRef="#ctx0" brushRef="#br0" timeOffset="-113663.842">25636 2053 8650,'0'0'1219,"0"0"126,0 0-135,0 0-574,0 0-369,0 0 96,-3 27 99,-15 91-88,-14 58 246,74-176-639,136-119 182,-94 68-90,-83 51-75,0 0 0,0 0 0,-1-1 0,1 1 0,0 0 0,0 0 0,0 0 0,0 0 1,0 0-1,-1 0 0,1 0 0,0 0 0,0 1 0,0-1 0,0 0 0,0 0 0,-1 1 0,1-1 0,0 0 0,0 1 0,-1-1 0,1 1 0,0-1 0,-1 1 0,1-1 0,0 1 0,-1 0 0,1-1 0,-1 1 0,1 0 0,-1-1 0,1 1 0,-1 0 0,1 0 0,-1-1 0,0 1 0,1 0 0,-1 0 0,0 0 0,0 0 0,0 0 0,0-1 0,0 1 0,1 0 0,-2 0 0,1 0 0,0 0 1,0 0-1,0-1 0,0 1 0,0 0 0,-1 0 2,2 7 0,13 87-2049,-10-52-2057</inkml:trace>
  <inkml:trace contextRef="#ctx0" brushRef="#br0" timeOffset="-113459.786">26143 2478 8170,'0'0'1784,"0"0"177,0 0-49,0 0-744,0 0-488,0 0-352,0 0-112,94-37-39,-34 37-129,3 0 8,0 0-56,-3 8-48,6 6-409,-19-2-1407,-13-9-3913</inkml:trace>
  <inkml:trace contextRef="#ctx0" brushRef="#br0" timeOffset="-113055.18">26932 1577 7954,'0'0'1111,"0"0"-465,0 0 57,0 0-124,0 0-326,0 0-209,0 27 27,0 180 919,3 45 967,0-126-2219,-2-1-3355,-1-123-3595</inkml:trace>
  <inkml:trace contextRef="#ctx0" brushRef="#br0" timeOffset="-112522.936">26656 1829 7362,'0'0'1704,"0"0"-1000,0 0 688,0 0-231,0 0-889,0 0 96,0 0 8,201 0 144,-107 0-200,4 0-224,-1 0-88,-12 3-8,-9 3-312,-29 2-1872,-25-2-5426</inkml:trace>
  <inkml:trace contextRef="#ctx0" brushRef="#br0" timeOffset="-112056.033">27134 2112 7666,'0'0'1007,"0"0"-333,0 0-119,0 0-28,0 0 61,0 0-125,32 19-163,108 59-220,-131-73-65,0-1-1,0 0 1,0 0 0,1-1 0,-1 0-1,1-1 1,0 0 0,-1-1-1,1 1 1,0-2 0,10 0-15,-1 0 25,-2 1-14,-14 0 2,1 1 0,0-1 0,0 0 0,0 0-1,0-1 1,0 1 0,0-1 0,0 0 0,0 0-1,0 0 1,0-1 0,0 1 0,0-1 0,0 0-1,0 0 1,0 0 0,0-1 0,0 0-1,-1 1 1,1-1 0,-1 0 0,1-1 0,-1 1-1,0-1 1,0 1 0,0-1 0,0 0 0,0 0-1,-1 0 1,1 0 0,-1-1 0,0 1 0,0-1-1,0 1 1,-1-1 0,1 0 0,-1 0 0,0 0-1,0 0-12,-1-1-22,0 0-1,0 0 0,-1 0 1,0-1-1,0 1 1,0 0-1,0 0 0,-1 0 1,0 1-1,0-1 0,0 0 1,-1 1-1,0-1 0,1 1 1,-2 0-1,1 0 0,0 0 1,-1 0-1,0 1 1,0-1-1,0 1 0,0 0 1,0 0-1,-1 0 0,1 1 1,-1 0-1,0 0 0,-1-1 23,-8-2-36,-1 0-1,0 0 0,1 2 1,-1 0-1,0 1 0,-1 0 1,1 1-1,0 1 0,-6 0 37,10 3 116,0 0 0,0 0 0,1 1 1,-1 0-1,1 1 0,0 0 0,0 1 0,0 0 0,1 0 0,0 1 0,0 1 0,0-1 1,1 1-1,1 1 0,-1-1 0,1 2 0,1-1 0,0 0 0,0 1 0,1 0 0,0 1 1,0-1-1,1 1 0,1 0 0,0 0 0,0 0 0,1 0 0,1 0 0,0 1 0,0-1 1,1 1-117,1-7 29,-1 0 0,1 0 0,0 0 0,0-1 0,0 1 0,1 0 0,0-1 0,0 1 0,0-1 1,0 0-1,1 0 0,0 0 0,0 0 0,0 0 0,0 0 0,0-1 0,1 1 0,0-1 0,-1 0 0,1 0 1,0-1-1,1 1 0,-1-1 0,0 0 0,1 0 0,-1 0 0,1 0 0,0-1 0,-1 0 0,1 0 1,4 0-30,164 13-781,-151-14 404,50-3-1872,-10-11-1853</inkml:trace>
  <inkml:trace contextRef="#ctx0" brushRef="#br0" timeOffset="-108134.25">30650 1068 10082,'0'0'1419,"0"0"-173,0 0-2,0 0-473,0 0-475,0 0-247,-3 28-11,-44 409 839,28-302-591,-3 6-320,6 1-1,7 1 1,6 1 34,8-109-2295,8-20-2917</inkml:trace>
  <inkml:trace contextRef="#ctx0" brushRef="#br0" timeOffset="-107853.744">30713 1855 8530,'0'0'984,"0"0"-128,0 0 777,0 0-329,0 173-264,3-108-392,-3-6-344,0 3-152,10-8-48,-1-11-104,4-21-160,-4-8-1560,0-14-3577</inkml:trace>
  <inkml:trace contextRef="#ctx0" brushRef="#br0" timeOffset="-107697.007">30826 1495 10746,'0'0'1497,"0"0"-449,0 0-32,0 0-488,0 0-528,0 0-232,0 0-1712,44 74-6546</inkml:trace>
  <inkml:trace contextRef="#ctx0" brushRef="#br0" timeOffset="-107325.564">31374 963 9906,'0'0'1384,"0"0"-735,0 0 527,0 0-128,0 0-744,-70 170 48,33-6 216,2 43-112,19 11-160,16-40-144,0-53-152,13-52 0,12-19 0,6 3-232,-2-9-1248,-7-17-3721</inkml:trace>
  <inkml:trace contextRef="#ctx0" brushRef="#br0" timeOffset="-107124.874">30990 1609 11034,'0'0'1297,"0"0"-1041,0 0 544,0 0 360,236-43-440,-142 43-408,-3 11-200,-12 15-112,-13 31 0,-22-9-656,-28-12-2344</inkml:trace>
  <inkml:trace contextRef="#ctx0" brushRef="#br0" timeOffset="-109126.458">29631 1781 7306,'0'0'1319,"0"0"-62,0 0-6,0 0-155,0 0-356,-32-17-202,-106-53-130,131 67-381,1 0 1,-1 1-1,0 0 0,0 0 1,1 1-1,-1 0 0,0 0 0,0 0 1,0 1-1,0 0 0,0 1 1,0-1-1,0 1 0,0 1 1,0-1-1,0 1 0,0 0 1,1 1-1,-1 0 0,1 0 1,0 0-1,0 1 0,0 0 1,0 0-1,1 0 0,-1 1 0,-2 2-27,5-4 1,-1 0 0,1 0 0,0 0 0,0 0-1,1 0 1,-1 1 0,0-1 0,1 1 0,0 0-1,0-1 1,0 1 0,1 0 0,-1 0-1,1 0 1,0 1 0,0-1 0,0 0 0,1 0-1,-1 1 1,1-1 0,0 0 0,0 0 0,1 1-1,-1-1 1,1 0 0,0 0 0,0 0-1,0 1 1,1-1 0,0 0 0,-1-1 0,1 1-1,0 0 1,1 0 0,-1-1 0,1 0 0,0 1-1,0-1 1,3 3-1,190 128-69,-62-51 137,-130-81-65,0 0 1,0 1 0,0 0-1,0 0 1,0 0-1,-1 0 1,0 1 0,1-1-1,-1 1 1,-1 0-1,1-1 1,0 2 0,-1-1-1,0 0 1,0 0-1,0 1 1,-1-1 0,1 1-1,-1-1 1,0 1-1,0 0 1,-1-1-1,1 3-3,-3-2 61,0-1-1,-1 0 1,1 0-1,-1 0 1,1 0-1,-1-1 1,-1 1-1,1-1 1,0 1-1,-1-1 1,1 0-1,-1 0 1,0-1-1,0 1 1,0-1-1,-1 0 1,1 0-1,0 0 0,-1-1 1,1 0-1,-1 1 1,0-2-1,-3 2-60,-3 1 92,-130 24 659,140-28-810,-1 0-1,1 0 0,0 0 1,0 0-1,0 0 1,0 0-1,-1 0 0,2 0 1,-1-1-1,0 1 1,0 0-1,0-1 0,0 1 1,1 0-1,-1-1 1,1 1-1,-1-1 0,1 1 1,0-1-1,-1 1 1,1-1-1,0 0 0,0 1 1,0-1-1,0 1 1,0-1-1,0 1 0,1-1 1,-1 1-1,1-1 0,-1 1 1,1-1-1,-1 1 1,1-1-1,0 1 0,0-1 1,-1 1-1,1 0 1,0 0-1,0-1 0,0 1 1,1 0-1,-1 0 1,0 0-1,0 0 0,2 0 60,25-36-5278</inkml:trace>
  <inkml:trace contextRef="#ctx0" brushRef="#br0" timeOffset="-108831.368">29886 1863 7154,'0'0'1512,"0"0"376,0 0-17,0 0-428,0 0-528,0 0-423,-2 5-298,-51 195 98,41-131-207,-23 104 68,7 2 1,7 1-1,5 91-153,16-144-3618,0-96-2789</inkml:trace>
  <inkml:trace contextRef="#ctx0" brushRef="#br0" timeOffset="-108570.33">29766 1940 7098,'0'0'1148,"0"0"-337,38-15 263,126-43 15,-151 53-959,0 2 0,1 0 0,-1 0 1,1 1-1,0 1 0,0 0 0,-1 1 1,1 1-1,0 0 0,0 0 0,3 2-130,-17-3 1,7 1 68,0 0-1,-1 1 0,1 0 0,-1 0 0,1 0 0,-1 0 0,0 1 0,0 0 1,0 1-1,0-1 0,-1 1 0,1 0 0,-1 1 0,0-1 0,0 1 0,-1 0 1,0 0-1,1 0 0,-2 1 0,1 0 0,0-1 0,-1 1 0,0 1 1,-1-1-1,0 0 0,1 1 0,-2-1 0,1 1 0,-1-1 0,0 1 0,0 0 1,-1 0-1,0-1 0,-1 6-68,-4-4 121,0 0 0,-1 0 0,0-1 0,-1 0 0,0 0 0,0-1 0,0 0 0,-1 0 0,0-1 0,0 0 0,0 0 0,0 0 1,-1-1-1,0-1 0,0 0 0,0 0 0,0 0 0,0-1 0,-1-1 0,-7 1-121,5 1 85,1 0-33,-124 14 164,130-27-640,10-15-1611,19-10-2640</inkml:trace>
  <inkml:trace contextRef="#ctx0" brushRef="#br0" timeOffset="-110402.643">28049 2059 3145,'0'0'964,"0"0"236,0 0 155,0 0-23,0 0-86,0 0-115,1-23-123,3-72-310,-4 94-677,0 0 0,0 0 1,0-1-1,0 1 1,1 0-1,-2 0 0,1 0 1,0-1-1,0 1 0,0 0 1,-1 0-1,1 0 1,0 0-1,-1-1 0,1 1 1,-1 0-1,1 0 1,-1 0-1,0 0 0,1 0 1,-1 0-1,0 0 1,0 0-1,0 1 0,0-1 1,0 0-1,0 0 1,0 1-1,0-1 0,0 1 1,0-1-1,0 1 0,0-1 1,0 1-1,0-1 1,-1 1-1,1 0 0,0 0 1,0 0-1,0 0 1,-1 0-1,1 0 0,0 0 1,0 0-1,0 0 1,-1 0-1,1 1 0,0-1-21,-7 1 139,2-2-105,-1 1 0,0-1 0,1 2-1,-1-1 1,1 1 0,-1 0 0,1 0 0,0 1-1,-1 0 1,1 0 0,0 0 0,0 1 0,0 0-1,0 0 1,1 0 0,-1 1 0,1 0 0,0 0-1,0 0 1,0 1 0,1 0 0,-1 0 0,1 0-1,0 0 1,1 1 0,-1-1 0,1 1 0,0 0-1,1 0 1,-1 0 0,1 0 0,0 1-1,1-1 1,0 0 0,-1 4-34,3-2-3,0 0-1,0 0 0,0 0 1,1 0-1,0-1 1,0 1-1,1-1 1,0 1-1,1-1 1,0 0-1,0 0 1,0-1-1,1 1 1,-1-1-1,2 0 1,-1 0-1,1 0 0,0-1 1,0 0-1,6 4 4,15 15 8,73 84 56,-99-107-41,0 0 0,0 1 0,0-1 0,0 0 0,0 0-1,0 1 1,0-1 0,0 1 0,-1-1 0,1 1 0,-1-1-1,1 1 1,-1-1 0,0 1 0,1 0 0,-1-1-1,0 1 1,0-1 0,0 1 0,0 0 0,0-1 0,0 1-1,-1 0 1,1-1 0,-1 1 0,1-1 0,-1 1 0,1-1-1,-1 1 1,0-1 0,0 0 0,0 1 0,0-1 0,0 0-1,0 1 1,0-1 0,0 0 0,0 0 0,0 0 0,-1 0-1,1 0 1,-1 0 0,1-1 0,0 1 0,-1 0-1,1-1 1,-1 1 0,0-1 0,1 1 0,-1-1 0,1 0-1,-1 1 1,0-1 0,1 0 0,-1 0 0,1 0 0,-1-1-1,0 1 1,1 0 0,-2-1-23,2 0-22,-1 0 0,0-1-1,0 1 1,1-1 0,-1 1 0,1-1-1,0 0 1,-1 0 0,1 1 0,0-1-1,0 0 1,0 0 0,0 0 0,0 0 0,1 0-1,-1 0 1,0-1 0,1 1 0,0 0-1,0 0 1,-1 0 0,1 0 0,0-1-1,1 1 1,-1 0 0,0 0 0,1 0-1,-1 0 1,1-1 0,0 0 22,-1-11-616,0-33-2080</inkml:trace>
  <inkml:trace contextRef="#ctx0" brushRef="#br0" timeOffset="-110171.172">28404 1402 9946,'0'0'1320,"0"0"-103,0 0 23,0 0-736,0 0 16,-34 190-80,18-94-48,3 6-128,7 3-88,6-9-112,0-11-16,0-17-48,0-17-48,13-20-712,-4-14-1344,-6-17-4298</inkml:trace>
  <inkml:trace contextRef="#ctx0" brushRef="#br0" timeOffset="-109921.63">28178 1654 10450,'0'0'976,"0"0"-447,0 0 47,0 0-232,211 40-288,-104-15-56,-16-2-656,-22-6-4610</inkml:trace>
  <inkml:trace contextRef="#ctx0" brushRef="#br0" timeOffset="-109735.264">28376 2396 9034,'0'0'1456,"0"0"-39,0 0-121,0 0-408,0 0-232,170-26-320,-95 18-128,1-4-144,-4 12-64,-6 0-8,-19 0-584,-9 0-1544,-22 0-3786</inkml:trace>
  <inkml:trace contextRef="#ctx0" brushRef="#br0" timeOffset="-106034.543">25592 3613 7098,'0'0'1921,"0"0"-810,-33-6 1,-109-23 93,129 26-1062,0 0 1,1-1-1,-1 0 1,1 0-1,0-2 0,0 0 1,1 0-1,-1-1 1,2 0-1,-1-1 1,1 0-1,0 0 1,0-2-1,-4-5-143,10 11 23,-1-1 0,2 1-1,-1-1 1,1 0 0,-1 0-1,1 0 1,1 0 0,-1-1 0,1 1-1,0-1 1,0 0 0,0 1-1,1-1 1,0 0 0,0 0 0,1 0-1,-1 0 1,1 0 0,1 0-1,-1 0 1,1 1 0,0-1 0,0 0-1,1 0 1,-1 0 0,1 1-1,1-1 1,-1 1 0,1 0 0,3-5-23,9-2 6,0 0 1,1 1-1,0 1 1,0 1-1,1 0 1,1 2-1,-1-1 1,1 2-1,1 1 1,-1 0-1,1 1 1,0 1-1,0 1 1,0 0-1,0 2 1,12 0-7,-13-2 0,0 1 0,0 0 0,1 2 1,-1 0-1,0 1 0,0 0 0,0 2 1,0 0-1,0 1 0,-1 1 1,0 1-1,0 0 0,0 1 0,-1 1 1,-1 0-1,1 1 0,-1 1 0,-1 0 1,0 1-1,-1 1 0,-1 4 70,0 0 0,-2 1-1,0 0 1,-1 0 0,-1 1 0,-1 0 0,0 1 0,-2-1-1,0 1 1,-1 0 0,-1 1 0,-1-1 0,-1 1 0,0-1-1,-2 1 1,-1-1 0,0 0 0,-1 1 0,-1-1-1,-1 0 1,-1-1 0,-1 1 0,-1-1 0,0-1 0,-11 19-70,-35 56-295,-4-2 0,-5-2 0,-2-4 0,-5-2 0,-51 45 295,62-72-4611</inkml:trace>
  <inkml:trace contextRef="#ctx0" brushRef="#br0" timeOffset="-105783.562">25501 4533 13483,'0'0'1992,"0"0"-1416,0 0 241,0 0-121,0 0-528,0 0-168,0 0-128,47 28-2073,-47-17-12042</inkml:trace>
  <inkml:trace contextRef="#ctx0" brushRef="#br0" timeOffset="-93128.703">27197 3596 6121,'0'0'1119,"0"0"-233,0 0 330,-11-25-241,-40-78-296,48 98-596,0 0 1,0 0 0,0 0 0,-1 1-1,0-1 1,0 1 0,0 0-1,0 0 1,-1 0 0,0 1-1,1 0 1,-1 0 0,-1 0 0,1 0-1,-3-1-83,-5-1 233,0-1-144,-1 1-1,0 1 1,0 0 0,0 1-1,0 1 1,-1 0-1,1 1 1,-1 1 0,0 0-1,1 1 1,-1 0 0,1 1-1,0 1 1,0 0-1,0 1 1,0 0 0,0 2-1,1-1 1,0 2 0,0-1-1,0 2 1,1 0-1,0 0 1,-4 5-89,11-9 0,0 0 0,1-1 0,-1 1 0,1 1 1,0-1-1,0 1 0,1 0 0,-1-1 0,1 2 0,0-1 0,0 0 0,1 1 0,-1-1 0,1 1 1,1-1-1,-1 1 0,1 0 0,0 0 0,0 0 0,1 0 0,-1 0 0,1 0 0,1 0 0,-1 0 0,1 0 1,0 0-1,1 0 0,-1-1 0,3 7 0,98 87-89,-73-77 98,108 88 68,-136-109-58,1 0-1,-1 1 1,1-1-1,-1 1 1,0-1-1,1 1 1,-1 0-1,0-1 1,0 1 0,0 0-1,0 0 1,-1 0-1,1 0 1,0 0-1,-1 0 1,0 0-1,1 0 1,-1 0-1,0 0 1,0 0 0,0 0-1,0 0 1,0 0-1,-1 0 1,1 0-1,0 0 1,-1 0-1,0 0 1,1 0-1,-1 0 1,0-1 0,0 1-1,0 0 1,0 0-1,0-1 1,-1 1-1,1-1 1,-1 1-1,1-1 1,-1 1-1,1-1 1,-1 0 0,1 0-1,-1 0 1,0 0-1,0 0 1,0 0-19,-95 29 1086,-124-16-363,218-16-808,-1 1 1,1-1-1,-1 0 1,1 0 0,0 0-1,0 0 1,0-1-1,0 1 1,0-1 0,0 0-1,1 0 1,-1 0-1,1 0 1,0 0-1,0-1 1,0 1 0,1 0-1,-1-1 1,1 0-1,0 1 1,-1-1 0,2 0-1,-1 0 1,0 1-1,1-1 1,0 0-1,0 0 1,0 0 0,0 0-1,1 1 1,-1-1-1,1 0 1,0 0-1,0 1 1,0-1 0,1 0-1,-1 1 1,1-1-1,0 1 1,1-2 84,26-65-5409</inkml:trace>
  <inkml:trace contextRef="#ctx0" brushRef="#br0" timeOffset="-92866.623">27693 2749 11026,'0'0'1417,"0"0"-825,0 0 472,0 0-208,0 0-480,-97 165-224,59-49 232,1 19-160,5 4-64,19-23-64,10 3-96,3-17 81,0-17-81,22-20-113,0-37-663,-3-16-1448,-12-12-5026</inkml:trace>
  <inkml:trace contextRef="#ctx0" brushRef="#br0" timeOffset="-92662.364">27319 3324 10586,'0'0'1337,"0"0"-849,192-28 560,-91 11-288,9 0-432,0 8-328,6 9-16,-31 0-1872,-28 0-5210</inkml:trace>
  <inkml:trace contextRef="#ctx0" brushRef="#br0" timeOffset="-92367.391">27769 3315 8530,'0'0'901,"0"0"-14,0 0 429,0 0-111,0 0-529,27-1-375,85 2-78,-108 1-206,0-1 1,-1 0-1,0 1 1,1-1-1,-1 1 1,0 0-1,0 0 1,0 1-1,0-1 0,0 1 1,0-1-1,-1 1 1,1 0-1,-1 0 1,0 0-1,0 0 1,0 0-1,0 0 1,0 1-1,-1-1 0,0 1 1,1-1-1,-1 1 1,0 0-1,-1 1-17,5 8 37,4 18 51,-2-1-1,-1 2 0,-1-1 0,-2 1 0,-1-1 0,-1 1 0,-4 22-87,3-1 143,0-54-84,0 1 1,-1-1-1,1 1 1,0 0 0,0-1-1,-1 1 1,1 0-1,0 0 1,0-1-1,-1 1 1,1 0 0,0-1-1,-1 1 1,1 0-1,0 0 1,-1 0 0,1 0-1,-1-1 1,1 1-1,0 0 1,-1 0-1,1 0 1,-1 0 0,1 0-1,0 0 1,-1 0-1,1 0 1,-1 0-60,5-19 16,0 1 0,0 0 1,2 0-1,0 1 0,1 0 1,1 0-1,1 0 0,0 1 0,1 0 1,1 1-1,0 0 0,1 1 0,1 0 1,0 1-1,1 0 0,0 1 1,1 1-1,0 0 0,1 1 0,0 1 1,0 0-1,1 1 0,0 1 0,1 0 1,5 0-17,133-7-2905,-112 15 318,8-1-4172</inkml:trace>
  <inkml:trace contextRef="#ctx0" brushRef="#br0" timeOffset="-91989.755">28948 3556 5849,'0'0'1559,"0"0"-257,0 0 808,0 0-262,0 0-605,0 0-342,0-20-52,-4-61-126,3 79-696,0-1 0,0 1 0,-1-1 0,1 1 0,-1 0 0,0 0 0,1 0 0,-1 0 0,0 0 0,0 0 0,0 0 0,-1 1 0,1-1 0,0 1 0,0-1 0,-1 1 0,1 0 0,-1 0 0,0 0 0,1 0 0,-1 1 0,0-1 1,1 1-1,-1-1 0,0 1 0,1 0 0,-1 0 0,0 0 0,0 0 0,1 1 0,-1-1 0,0 1 0,-2 1-27,-7-2 0,-9 4 20,0 1 0,1 1-1,0 1 1,1 1 0,-1 0 0,1 2 0,1 0 0,0 1 0,0 0 0,1 2 0,1 0 0,0 1 0,1 1 0,0 0-1,-11 16-19,19-25 9,-1 0-1,1 1 0,0 0 0,1 0 0,0 1 1,0-1-1,1 1 0,-1 1 0,2-1 1,-1 1-1,1-1 0,1 1 0,0 1 0,0-1 1,0 0-1,1 1 0,1-1 0,0 1 0,0 7-8,2-14-11,1 0 0,0-1 0,1 1 0,-1 0 0,0 0 0,1-1 0,-1 0 0,1 1 0,0-1 0,0 0 0,0 0 0,0-1 0,0 1 0,0-1 0,0 1 0,1-1 0,-1 0 0,0 0-1,1 0 1,-1-1 0,1 1 0,-1-1 0,1 0 0,-1 0 0,1 0 0,-1 0 0,1-1 0,-1 1 0,1-1 0,1-1 11,10 2-41,14-3 27,-1-1 0,0-1 0,-1-1 0,1-2 0,-1 0 0,-1-2 0,0-1 0,0-2 0,-1 0 0,12-9 14,74-34-204,-110 56 197,0 0 0,0 1 0,0-1 0,0 0 0,0 1 0,0-1 0,0 1 0,0 0 0,0-1 0,0 1 0,-1 0 1,1-1-1,0 1 0,0 0 0,0 0 0,-1 0 0,1 0 0,0 0 0,-1-1 0,1 1 0,-1 0 0,1 0 0,-1 1 0,0-1 0,1 0 0,-1 0 0,0 0 0,0 0 0,0 0 0,0 0 0,0 0 0,0 0 0,0 1 0,0-1 0,0 0 0,0 0 0,-1 0 0,1 0 0,0 0 0,-1 1 7,2 10-3,0-8-44,0 0 1,1 0 0,-1-1 0,1 1 0,0 0 0,0 0 0,0-1-1,0 1 1,1-1 0,0 0 0,-1 0 0,1 0 0,0 0-1,1 0 1,-1-1 0,0 1 0,1-1 0,-1 0 0,1 0 0,0 0-1,0 0 1,0-1 0,1 1 46,65 11-4296,-20-11-3117</inkml:trace>
  <inkml:trace contextRef="#ctx0" brushRef="#br0" timeOffset="-91736.824">29445 2775 10370,'0'0'1489,"0"0"-281,0 0 368,0 0-552,0 0-215,0 0-449,-15 240 208,2-124-272,-3 9-104,4-6-64,-1-9-128,10-8 16,3-11-16,-6-12-248,0-22-1401,2-32-4440</inkml:trace>
  <inkml:trace contextRef="#ctx0" brushRef="#br0" timeOffset="-91487.93">29191 3290 11242,'0'0'1097,"0"0"-212,27-8 197,182-48 611,0 47-256,-203 9-1436,0 1-1,0-1 1,0 1 0,0 0 0,0 1 0,0-1 0,-1 1 0,1 0 0,0 1-1,-1-1 1,0 1 0,1 0 0,-1 0 0,0 1 0,0 0 0,-1 0 0,1 0 0,-1 0-1,0 0 1,0 1 0,-1 0 0,1 0 0,-1 0 0,0 0 0,0 1 0,-1-1-1,1 1 1,-1 0 0,-1-1 0,1 1 0,-1 0 0,0 0 0,0 0 0,0 0-1,-1 1 0,1 46 95,-1 0-1,-3-1 1,-3 1-1,-1-1 0,-11 36-94,-19 182-62,38-170-3451,4-82-1496</inkml:trace>
  <inkml:trace contextRef="#ctx0" brushRef="#br0" timeOffset="-91249.63">29920 3146 12763,'0'0'1448,"0"0"-984,0 0-464,0 0-88,0 0-1832,0 0-3545</inkml:trace>
  <inkml:trace contextRef="#ctx0" brushRef="#br0" timeOffset="-91003.888">30660 2871 7218,'0'0'1237,"0"0"225,-16-26-110,-49-84-325,64 107-982,0 0 1,0 0-1,0 0 1,0 0-1,-1 0 1,1 0-1,-1 0 1,0 1-1,0-1 0,0 0 1,0 1-1,0 0 1,-1-1-1,1 1 1,-1 0-1,1 0 1,-1 0-1,0 1 1,0-1-1,0 1 0,0-1 1,0 1-1,0 0 1,0 0-1,0 1 1,0-1-1,0 0 1,-1 1-1,1 0 1,0 0-1,0 0 0,-1 0 1,1 0-1,0 1 1,0 0-1,0-1 1,-1 1-1,1 0 1,0 1-1,0-1 1,0 0-1,1 1 0,-1 0 1,0-1-1,0 1 1,1 0-1,-1 0 1,1 1-1,0-1 1,0 1-1,0-1 1,0 1-1,0-1 0,0 1 1,1 0-1,-1 0 1,1 0-1,0 0 1,0 0-1,0 0 1,0 3-46,-17 42 143,2 1 1,3 1 0,1 0-1,3 0 1,2 1 0,2 0-1,3 1 1,2-1 0,3 23-144,-3-43 70,3 95 255,5 0 1,5 0 0,9 18-326,-13-96 63,4 12 16,-3 1-1,-3 1 1,-1 53-79,-6-104 6,0-1 0,-1 1 0,-1 0 0,0 0 0,0-1 0,-1 1 0,0-1 0,-1 0 0,0 0 0,-1 0 0,0 0 1,0-1-1,-1 0 0,0 0 0,-1 0 0,0-1 0,0 0 0,-1-1 0,0 1 0,0-1 0,-1-1 0,-1 1-6,-6 5-153,-2-1-1,1-1 1,-2-1-1,1-1 1,-1 0-1,0-1 1,-1-1-1,1-1 1,-1 0 0,-1-2-1,1-1 1,0 0-1,-1-1 1,-18-2 153,-16-11-3056,19-14-1651</inkml:trace>
  <inkml:trace contextRef="#ctx0" brushRef="#br0" timeOffset="-90707.192">30021 3791 11771,'0'0'1600,"0"0"-1336,0 0 696,0 0-248,0 0 16,236 0-151,-145 0-1,7 0-560,-10 0-16,6 11-560,-25 6-2041,-28-8-6617</inkml:trace>
  <inkml:trace contextRef="#ctx0" brushRef="#br0" timeOffset="-90333.22">30826 3409 9346,'0'0'4060,"0"0"-2715,0 0-625,0 0-216,-7 26-120,-2 8-243,2-1 0,0 1-1,3 1 1,0-1-1,3 0 1,0 1-1,3 0 1,3 18-141,0-38-1,0 1 0,1-1 1,1-1-1,1 1 0,0-1 1,1-1-1,0 1 0,1-2 1,0 1-1,1-1 0,1-1 1,0 0-1,0 0 0,1-1 1,1-1-1,-1 0 0,1-1 1,1-1-1,-1 0 0,1-1 1,1 0-1,-1-2 0,1 1 1,0-2-1,0 0 0,0-1 1,0-1-1,0 0 0,0-1 1,1-1-1,-1 0 0,4-2 1,-9 0 0,0 0-1,0-1 1,-1-1-1,1 0 1,-1 0-1,0-1 1,-1 0-1,1 0 1,-1-1-1,-1-1 1,1 0-1,-1 0 1,-1 0-1,1-1 1,-1 0-1,-1 0 1,0-1-1,0 0 0,0-1 2,6-14-64,0 0 0,-2 0 0,-1-1 0,-1-1 1,-1 1-1,-1-1 0,0-10 63,-2-42-193,-12 77 213,-30 32 126,7 11-34,1 1-1,2 2 0,3 1 1,-16 36-112,-3 12 106,4 2 1,5 1 0,4 2-1,3 1 1,6 1 0,3 2 0,3 20-107,-11 138-699,9-171-1370</inkml:trace>
  <inkml:trace contextRef="#ctx0" brushRef="#br0" timeOffset="-85634.612">31575 4015 7346,'0'0'1771,"0"0"325,0 0-51,0 0-504,0 0-277,-11 0 394,135-6-346,-119 5-1425,78-10 615,-43-18-4919,-36 13-1434</inkml:trace>
  <inkml:trace contextRef="#ctx0" brushRef="#br0" timeOffset="-85431.045">31512 3638 2913,'0'0'6569,"0"0"-5417,0 0 1065,0 0-609,0 0-32,0 0-815,0 0-241,189-17-272,-139 17-200,-6 0-48,3 0-24,-15 0-1337,-7 6-3416</inkml:trace>
  <inkml:trace contextRef="#ctx0" brushRef="#br0" timeOffset="-84989.699">32138 3443 9282,'0'0'1596,"0"0"609,0 0-764,0 0-784,0 0-269,-4 29 42,-17 193 263,19-212-679,1 0 1,1 0-1,0 0 1,0-1-1,1 1 1,0 0-1,1 0 1,0 0-1,1-1 1,0 1-1,0-1 1,1 0-1,0 0 1,1 0-1,0 0 1,0-1-1,1 1 1,0-2-1,0 1 1,1-1-1,0 1 1,0-2-1,1 1 1,0-1-1,0 0 1,0-1-1,1 0 1,-1-1-1,1 1 1,1-1-1,-1-1 1,0 0 0,1 0-1,8 0-14,-2-5 10,0-1 0,0 0 0,0-2 0,0 0 0,-1 0 0,1-2 0,-1 0 0,-1 0 0,0-1 0,0-1 0,0-1 0,-1 0 0,-1 0 0,0-2 0,0 1 0,-1-1 0,0-1 0,-1 0 0,7-14-10,13-6-70,56-65-178,-87 124 184,-48 146 421,-5 2 101,8 3-1,7 2 1,-3 79-458,35-51 166,22-21-1675,-11-136-1852</inkml:trace>
  <inkml:trace contextRef="#ctx0" brushRef="#br0" timeOffset="-64470.386">26687 4697 6273,'0'0'881,"0"0"-379,0 0 10,0 0 286,0 0-95,-4-5-122,-20-24 713,24 28-847,23-13-65,68-13-163,133-21 218,-125 48-150,-35 33 543,-45-30-812,0-2 0,0 0 0,0-1 0,0-1 0,0-1 0,0-1 0,-1 0 0,1-1 0,-1-1 0,0-1 0,14-7-18,175-81 35,-201 93-104,10 23 122,-11-17-47,0 0 1,0 0-1,1 0 0,-1-1 1,1 0-1,0 0 0,0 0 1,1-1-1,-1 0 1,1 0-1,0-1 0,-1 0 1,1 0-1,0-1 0,0 1 1,0-1-1,0-1 0,1 0 1,-1 0-1,0 0 0,0-1 1,0 1-1,0-2 0,0 1 1,0-1-1,0 0 0,0-1 1,-1 0-1,4-1-6,11-4-1,-12 3-9,0 1-1,0 1 0,1 0 0,-1 0 0,0 1 0,1 0 1,0 0-1,-1 1 0,1 1 0,0 0 0,0 0 0,1 1 11,-8 0 0,0 1 0,0 0 0,0-1-1,-1 1 1,1 1 0,-1-1 0,0 0-1,1 0 1,-1 1 0,0-1 0,0 1 0,-1 0-1,1 0 1,0 0 0,-1-1 0,0 2-1,0-1 1,0 0 0,0 0 0,0 0-1,0 0 1,-1 0 0,0 1 0,0 1 0,20 46 160,-14-47-151,1 0-1,-1-1 1,1 0 0,0 0-1,0 0 1,0-1-1,0 0 1,1 0-1,-1-1 1,1 0 0,-1 0-1,1-1 1,-1 0-1,1 0 1,-1-1 0,1 0-1,-1 0 1,0-1-1,1 0 1,-1 0 0,0 0-1,0-1 1,0 0-1,-1-1 1,1 0 0,-1 0-1,0 0 1,1-1-9,6-1-9,2 1 4,-1 0-1,1 1 1,0 0 0,0 2-1,1-1 1,-1 2 0,0 0-1,1 1 1,-1 0 0,15 3 5,-26-1-2,0-1-1,0 1 1,0 0 0,0 0 0,0 0 0,-1 0-1,1 1 1,-1-1 0,0 1 0,1 0 0,-1 0 0,0 0-1,-1 0 1,1 1 0,-1-1 0,1 1 0,-1 0-1,1 1 3,46 45 22,-35-46-13,0-2-1,1 0 1,-1 0-1,1-1 1,-1-1-1,0-1 0,1 0 1,-1 0-1,0-2 1,1 0-1,-1 0 1,-1-1-1,1-1 0,0 0 1,-1-1-1,0-1 1,-1 0-1,0 0 0,10-8-8,-22 14 1,6-2-11,-5 3-48,18 34 28,-14-28 32,0 0 0,1-1 0,-1 1-1,1-1 1,0 0 0,1-1 0,-1 0 0,1 0 0,0 0-1,0-1 1,0 1 0,0-2 0,1 1 0,-1-1-1,1 0 1,-1-1 0,1 0 0,0 0 0,0-1 0,-1 1-1,1-2 1,0 1 0,0-1 0,2-1-2,-7 2-1,161-62 24,-31 110-55,-126-48 36,1 1 0,0-1 0,-1-1 0,1 1 0,0-1 1,-1-1-1,1 1 0,-1-1 0,1-1 0,-1 1 0,0-1 1,0-1-1,0 1 0,-1-1 0,1 0 0,0-1-4,46-34-77,-41 52-115,-9-9 199,0 0 0,0-1 0,1 1 0,-1-1 0,1 0 0,-1 0 0,1 0 0,0 0 0,0-1 0,0 1 0,1-1 1,-1 0-1,1 0 0,-1-1 0,1 0 0,-1 1 0,1-1 0,0-1 0,0 1 0,-1-1 0,1 0 0,0 0 0,0 0 0,0 0 0,-1-1 0,1 0 0,0 0 0,-1 0 1,1-1-1,-1 0 0,1 0 0,-1 0 0,0 0 0,4-3-7,12-6-7,-10 4-10,0 1-1,1 0 1,0 1 0,0 0-1,1 1 1,-1 0 0,1 1-1,0 0 1,0 1 0,4-1 17,15 57 62,-28-50-58,1 0-1,0 0 0,0-1 1,0 0-1,1 0 0,-1 0 1,1 0-1,0 0 0,0-1 0,0 0 1,0 0-1,0-1 0,0 1 1,0-1-1,1 0 0,-1 0 0,0-1 1,1 0-1,-1 0 0,1 0 1,-1 0-1,0-1 0,1 0 0,-1 0 1,0-1-4,13 1 34,-9 0-28,0-1 0,0 0 0,0-1 0,0 0 1,0-1-1,0 0 0,-1 0 0,0 0 1,0-1-1,0-1 0,0 1 0,3-5-6,-4 4-15,0 0 0,0 1 0,1 0 0,0 0 0,0 1 0,0 0 0,0 0 0,0 1-1,1 0 1,0 1 0,0-1 0,-1 2 0,10-2 15,18 67 43,-35-61-41,0 0 0,0 1 1,0-1-1,0 0 0,1 0 1,-1 0-1,1 0 0,0 0 1,0-1-1,0 1 0,0 0 1,0-1-1,1 0 1,-1 1-1,1-1 0,0 0 1,0 0-1,-1-1 0,1 1 1,0 0-1,0-1 0,1 0 1,-1 0-1,0 0 0,0 0 1,1 0-1,-1-1 0,3 1-2,3-2 11,-1 0-1,1 0 1,0-1-1,-1 0 0,1-1 1,-1 0-1,0 0 1,1 0-1,-2-1 1,1-1-1,0 1 1,-1-1-1,0 0 0,0-1 1,0 0-1,-1 0 1,1-2-11,-6 8 0,4-5-13,0-1 1,1 1 0,-1 1 0,1-1-1,0 1 1,1 0 0,-1 1 0,1-1 0,-1 1-1,1 1 1,0-1 0,0 1 0,0 0 0,1 1-1,-1 0 1,0 0 0,1 0 0,-1 1-1,2 0 13,21 39-2,-26-33 5,1-1 1,0 1 0,0-1-1,0 0 1,1 0 0,0-1-1,0 0 1,0 0 0,0 0-1,1-1 1,-1 0 0,1 0-1,0 0 1,0-1 0,0 0-1,0 0 1,0-1 0,0 0-1,1 0 1,-1-1 0,0 0-1,0 0 1,2-1-4,7 1 10,0-1 0,0-1 1,0 0-1,0-2 0,0 1 0,-1-2 0,0 0 1,0-1-1,0 0 0,-1-1 0,0-1 1,10-6-11,144-86 41,-165 99-45,-1 1 1,1-1-1,-1 1 0,1-1 0,0 1 1,-1 0-1,1 0 0,-1 0 1,1 0-1,-1 1 0,1-1 1,0 1-1,-1 0 0,1-1 1,-1 1-1,0 0 0,1 0 1,-1 1-1,0-1 0,0 0 1,0 1-1,1-1 0,-1 1 1,-1 0-1,1 0 0,0 0 1,0 0-1,-1 0 0,1 0 1,-1 0-1,0 0 0,1 1 0,-1-1 1,0 0-1,-1 1 0,1-1 1,0 1-1,0 1 4,18 27-27,-13-24 31,1-1 0,0 0 0,1 0 0,-1 0 0,1-1 0,0 0 0,0-1 0,1 0 0,-1 0 0,1-1 0,0 0 0,0 0 0,0-1 0,0 0 0,1-1 0,-1 0 0,0 0 0,1-1 0,-1 0 0,0-1 0,1 0 0,4-1-4,90-43 69,-98 40-72,1 1 0,-1-1 0,1 1 0,-1 1 0,1-1 0,0 1 0,1 0 0,-1 0 0,0 1 0,1 0 0,-1 1 0,1-1 0,0 1 0,0 1 0,-1 0 0,1 0 0,0 0 3,37 59-74,-20-11 88,-23-39-4,1 0 1,1-1-1,-1 0 0,1 1 0,0-1 1,1-1-1,0 1 0,0-1 0,1 0 0,0 0 1,0 0-1,1-1 0,-1 0 0,1 0 1,1-1-1,-1 0 0,1 0 0,0-1 1,0 0-1,0 0 0,1-1 0,-1 0 1,3 0-11,-1-1 4,0 0 0,-1-1 0,1-1 1,0 0-1,0 0 0,0-1 1,0 0-1,0 0 0,0-1 1,-1-1-1,1 0 0,-1 0 1,1-1-1,-1 0 0,0 0 0,-1-1 1,1 0-1,-1-1 0,0 0 1,0 0-1,-1-1 0,1 0-4,-1 0-4,0 0-1,0 0 1,0 0 0,-1-1-1,0 0 1,-1-1-1,1 1 1,-2-1 0,1 0-1,-1 0 1,-1 0-1,0-1 1,2-7 4,16 78-119,-18-51 125,0-1 0,1-1 0,0 1 0,0 0 0,1-1 0,0 0 0,1 0 0,0-1 0,0 1 1,0-1-1,1-1 0,0 1 0,1-1 0,-1 0 0,1-1 0,0 0 0,1 0 0,-1-1 0,1 0 0,0 0 0,0-1 0,0 0 0,0-1 0,0 0 0,9 1-6,-4-3-9,-9 1 16,0-1-1,-1 1 1,1-1 0,0 0-1,0-1 1,0 1 0,-1-1-1,1 0 1,0 0 0,-1-1-1,1 1 1,-1-1-1,1 0 1,-1-1 0,0 1-1,1 0 1,-1-1 0,0-1-7,7-6 13,-6 3-9,1 1-1,0 0 1,0 0-1,1 0 1,0 1-1,0 0 1,0 0-1,0 1 1,1 0-1,-1 0 1,1 1-1,0 0 1,1 0-1,-1 1 1,0 0-1,1 0 1,1 1-4,2 1 4,1 0-1,0 1 1,0 0 0,-1 1 0,1 0-1,-1 1 1,1 1 0,-1 0-1,0 0 1,0 2 0,-1-1 0,1 1-1,-1 1 1,2 2-4,16 6 5,1-1 0,1-1 0,0-1 0,1-2 0,-1-2 1,2 0-1,-1-2 0,1-2 0,0-1 0,0-1 0,8-2-5,19 1-2603</inkml:trace>
  <inkml:trace contextRef="#ctx0" brushRef="#br0" timeOffset="-62147.362">25775 5402 9882,'0'0'1264,"0"0"-623,0 0 79,0 0 256,0 0-376,0 0-440,-6 14-152,6 20 104,0 11 360,-7 23 32,-5 6-120,-4 8-104,-6 0-168,9-3 0,4-14-112,9-11-24,0-17-1016,19-32-3321</inkml:trace>
  <inkml:trace contextRef="#ctx0" brushRef="#br0" timeOffset="-61883.096">26033 5438 9650,'0'0'1384,"0"0"-1048,0 0-176,0 0 521,0 0 39,0 0-312,6 170-200,0-107 48,1-1-240,5-3 72,17-8-88,-7-17-1368,-4-17-3089</inkml:trace>
  <inkml:trace contextRef="#ctx0" brushRef="#br0" timeOffset="-61599.842">26388 5472 9226,'0'0'920,"0"0"-462,0 0-148,0 0 66,0 0-44,0 31-2,1 185 386,-2-197-644,1-1 0,1 1 0,1-1 0,0 1 1,2-1-1,0 0 0,0 0 0,2 0 0,0-1 0,1 0 0,1 0 0,1-1 0,0 1 1,8 9-73,-12-22 72,-1-1 1,1 0 0,-1 1-1,1-1 1,0-1 0,0 1-1,0-1 1,1 0 0,-1 0-1,0 0 1,1-1 0,-1 0-1,1 0 1,0 0 0,-1-1 0,1 0-1,0 0 1,-1 0 0,1-1-1,0 0 1,-1 0 0,1 0-1,-1-1 1,0 0 0,1 0-1,-1 0 1,0 0 0,0-1-1,0 0 1,0 0 0,-1 0-1,1-1 1,-1 0 0,2-1-73,17-24 151,0-1-1,-2-1 1,-2-1 0,0-1 0,-2 0 0,-2-1 0,-1-1-1,-2-1 1,-1 1 0,0-10-151,-5 10-809,-5 6-1516</inkml:trace>
  <inkml:trace contextRef="#ctx0" brushRef="#br0" timeOffset="-61273.197">27074 4867 8306,'0'0'1320,"0"0"-1128,0 0 240,0 0-400,0 0-32,0 0-1008,0 0-880,-32 189-2201</inkml:trace>
  <inkml:trace contextRef="#ctx0" brushRef="#br0" timeOffset="-61023.186">27225 5478 5161,'0'0'832,"0"0"-344,0 0 449,0 0-57,16 144-280,-16-90 104,0-3 320,0-5 8,-7-4 97,-18-8-1,0-9-368,-6-8-280,2-11-176,1-6-72,15-8-232,4-18-632,9-8-3449</inkml:trace>
  <inkml:trace contextRef="#ctx0" brushRef="#br0" timeOffset="-60570.752">27716 5940 6137,'0'0'965,"0"0"252,0 0 526,0 0-232,0 0-547,0 0-362,-16 7 19,9-3-502,-34 15 162,41-19-270,0 0 0,1 0 0,-1-1 0,0 1 0,1 0 0,-1 0 0,0-1 0,1 1 0,-1 0 0,0-1 0,0 1 0,1-1 0,-1 1 0,0 0 0,0-1 0,0 1 0,1-1 1,-1 1-1,0-1 0,0 1 0,0 0 0,0-1 0,0 1 0,0-1 0,0 1 0,0-1 0,0 1 0,0-1 0,0 1 0,-1 0 0,1-1 0,0 1 0,0-1 0,0 1 0,0-1 0,-1 1 0,1 0 0,0-1 0,0 1 0,-1 0 0,1-1 0,0 1 0,-1 0 0,1-1 0,0 1 0,-1 0 1,1 0-1,0-1 0,-1 1 0,1 0 0,-1 0 0,1 0 0,-1 0 0,1 0 0,0-1 0,-1 1-11,31-51 48,-3-2 0,-2 0 0,-2-2-1,-2-1 1,-3-1 0,-3 0 0,-2-1 0,-3-1 0,-2 1 0,-2-2 0,-4 1 0,-2 0 0,-6-52-48,6 107 6,0-1 1,0 1 0,0-1 0,0 0 0,-1 1 0,0-1-1,0 1 1,0-1 0,0 1 0,-1 0 0,0-1-1,1 1 1,-2 0 0,1 0 0,0 0 0,-1 0 0,0 1-1,0-1 1,0 1 0,0 0 0,-1-1 0,1 1-1,-1 1 1,0-1 0,1 0 0,-1 1 0,0 0 0,-1 0-1,1 0 1,0 1 0,-1-1 0,1 1 0,-1 0 0,1 0-1,-1 1 1,1-1 0,-1 1 0,0 0 0,1 0-1,-1 1 1,1-1 0,-1 1 0,1 0 0,-4 1-7,-1 3 32,1-1 0,-1 2 0,1-1 0,0 1 0,0 0 0,1 1 0,0 0 0,0 0 0,0 1 0,1-1 0,0 1 0,1 1 0,-1-1 1,2 1-1,-1 0 0,1 0 0,1 1 0,0-1 0,0 1 0,0-1 0,2 1 0,-1 0 0,1 0 0,0 0 0,1 0 0,1 7-32,-1-9 6,0 0 0,1 0 0,-1 0 0,2 0 0,-1 0 0,1 0 0,1 0 0,-1 0 0,1-1 0,1 1 0,-1-1 0,1 0 0,1 0 0,-1 0 0,1 0 0,0-1 0,0 0 0,1 0 0,0 0 0,0-1 0,1 0 0,-1 0 0,1-1 0,0 0 0,0 0 0,1 0 0,-1-1 0,1 0 0,2 1-6,22 7-177,0-1 0,1-1 1,0-2-1,1-1 0,-1-2 1,1-1-1,0-2 0,0-1 1,1-1 176,15 1-1150,66 0-4256</inkml:trace>
  <inkml:trace contextRef="#ctx0" brushRef="#br0" timeOffset="-60195.733">28112 5563 6777,'0'0'1378,"0"0"81,0 0 263,0 0-654,0 0-583,0 0 24,8 20 173,-5-11-594,4 7 24,-1 0-1,0 1 0,-1 0 0,-1 0 0,-1 0 1,-1 1-1,0-1 0,-1 3-111,0 187 659,0-204-657,0 0 1,1 0-1,-1 0 0,1-1 1,-1 1-1,1-1 1,0 1-1,0-1 0,0 1 1,0-1-1,0 0 1,1 0-1,-1 0 1,1 0-1,-1-1 0,1 1 1,0-1-1,0 1 1,0-1-1,-1 0 1,1 0-1,0 0 0,0-1 1,1 1-1,-1-1 1,0 1-1,0-1 1,0 0-1,0 0 0,0 0 1,0-1-1,0 1 1,0-1-1,0 0 0,0 0 1,0 0-1,0 0 1,0 0-1,0-1 1,-1 1-1,1-1 0,0 0 1,-1 0-1,1 0 1,-1 0-1,0 0 1,0 0-1,0 0 0,1-2-2,29-24-200,-1-1 0,-2-1-1,-1-2 1,-1-1 0,-1-2 200,-26 36 5,0-1 0,0 0 1,0 1-1,0-1 0,0 0 0,-1 1 1,1-1-1,0 1 0,0-1 1,0 0-1,0 1 0,0-1 0,0 1 1,1-1-1,-1 0 0,0 1 0,0-1 1,0 1-1,0-1 0,0 0 0,0 1 1,1-1-1,-1 0 0,0 1 1,0-1-1,1 0 0,-1 1 0,0-1 1,0 0-1,1 0 0,-1 1 0,0-1 1,1 0-1,-1 0 0,0 0 1,1 1-1,-1-1 0,0 0 0,1 0 1,-1 0-1,1 0 0,-1 0 0,0 0 1,1 0-1,-1 0 0,0 0 0,1 0 1,-1 0-1,1 0 0,-1 0 1,0 0-1,1 0 0,-1 0 0,1 0 1,-1 0-1,0 0 0,1-1 0,-1 1 1,0 0-1,1 0 0,-1 0 1,0-1-1,1 1 0,-1 0-5,0 51 250,0-36-230,-1-2-17,1-10-26,-1-1 1,1 0-1,-1 1 0,1-1 0,0 0 0,0 1 0,0-1 0,0 0 1,0 1-1,1-1 0,-1 0 0,1 1 0,-1-1 0,1 0 0,0 0 1,0 1-1,0-1 0,0 0 0,0 0 0,0 0 0,1 0 0,-1 0 1,1-1-1,0 1 0,-1 0 0,1-1 0,0 1 0,0-1 0,0 0 1,0 1-1,0-1 0,0 0 0,0 0 0,2 0 23,27 7-2764,-5-6-3410</inkml:trace>
  <inkml:trace contextRef="#ctx0" brushRef="#br0" timeOffset="-60008.453">28420 5311 11466,'0'0'1505,"0"0"-753,0 0 96,0 0-280,164-25-296,-79 19-152,50 0-120,-22 3-736,-19-2-7186</inkml:trace>
  <inkml:trace contextRef="#ctx0" brushRef="#br0" timeOffset="-59319.248">29694 5577 2721,'0'0'3770,"0"0"-2317,0 0-366,-34-7 139,-110-24-231,132 29-874,-1 0 1,1 0 0,-1 1-1,1 0 1,-1 1-1,0 1 1,1 0 0,-1 1-1,1 0 1,-1 1 0,1 0-1,0 1 1,0 0-1,1 1 1,-1 1 0,1 0-1,0 0 1,0 1-1,1 0 1,0 1 0,0 0-1,1 0 1,0 1 0,1 1-1,-1 0 1,-3 6-122,7-8 48,0 0 1,0 0-1,1 1 0,0 0 1,0-1-1,1 1 1,0 0-1,1 0 1,0 1-1,1-1 0,-1 0 1,2 1-1,-1-1 1,2 1-1,-1-1 1,1 2-49,0-6 1,0 0 0,1 0 0,0 0 1,-1 0-1,1 0 0,1-1 0,-1 1 1,1-1-1,0 1 0,0-1 0,0 0 1,0 0-1,1-1 0,0 1 1,0-1-1,0 1 0,0-1 0,0 0 1,1-1-1,-1 1 0,1-1 0,0 0 1,-1 0-1,1 0 0,1 0-1,134 24 6,75-30-972,-78-25-2968,-41-4-3103</inkml:trace>
  <inkml:trace contextRef="#ctx0" brushRef="#br0" timeOffset="-59052.515">30062 5087 8250,'0'0'1584,"0"0"-320,0 0-207,0 0-609,0 0 472,0 167-160,-6-79-96,-13 8-112,3 4-224,-3-1-200,7-9 0,5-11-128,7-13-40,7-24-296,21-16-1648,3-24-4089</inkml:trace>
  <inkml:trace contextRef="#ctx0" brushRef="#br0" timeOffset="-58660.377">30420 5690 4193,'0'0'4170,"0"0"-2622,0 0-335,0 0-85,0 0-260,0 0-118,-12-7-148,-44-20-243,54 27-345,-1-1 1,0 1-1,1 0 0,-1-1 0,0 1 0,0 0 0,1 0 1,-1 1-1,0-1 0,0 1 0,1-1 0,-1 1 0,1 0 1,-1 0-1,0 0 0,1 0 0,0 1 0,-1-1 0,1 1 1,0-1-1,0 1 0,-1 0 0,1 0 0,1 0 0,-1 0 1,-1 2-15,-3 1 30,-4 4-1,0 0 0,0 0 0,1 1 0,0 0 0,1 0 0,0 1 0,1 1 0,0-1 0,1 1 0,0 0 0,1 0 0,0 1 0,1 0 0,0-1 0,1 2 0,0-1 0,1 10-29,2-21-2,0-1 1,1 1-1,-1 0 0,1-1 0,-1 1 0,1 0 0,0-1 0,0 1 1,0-1-1,0 1 0,0-1 0,0 1 0,0-1 0,0 0 0,1 0 0,-1 0 1,0 1-1,1-1 0,-1 0 0,1-1 0,-1 1 0,1 0 0,0 0 0,-1-1 1,1 1-1,0-1 0,-1 1 0,1-1 0,0 0 0,0 1 0,-1-1 0,1 0 1,0 0-1,0-1 0,-1 1 0,1 0 0,0 0 0,0-1 0,0 1 2,74-17-91,144-109-2335,-219 126 2444,0-1-1,-1 1 0,1 0 0,0-1 0,0 1 0,-1 0 0,1-1 0,0 1 0,0 0 0,0 0 0,0 0 0,-1 0 1,1-1-1,0 1 0,0 0 0,0 1 0,0-1 0,0 0 0,-1 0 0,1 0 0,0 0 0,0 1 0,0-1 0,-1 0 1,1 1-1,0-1 0,0 1 0,-1-1 0,1 1 0,0-1 0,-1 1 0,1-1 0,0 1 0,-1 0 0,1-1 0,-1 1 1,1 0-1,-1-1 0,0 1 0,1 0 0,-1 0 0,0 0 0,1-1 0,-1 1 0,0 0 0,0 0 0,0 0 0,0 0 1,1-1-1,-1 1 0,-1 0 0,1 0 0,0 0 0,0 0 0,0-1 0,0 1 0,0 0 0,-1 0 0,1 0 0,0-1 1,-1 1-1,1 0 0,-1 0-17,1 9 225,-6 154 1065,6-161-1377,1-1 1,0 1 0,-1 0-1,1-1 1,1 1 0,-1-1 0,0 1-1,0-1 1,1 0 0,0 1-1,-1-1 1,1 0 0,0 0-1,0 0 1,0 0 0,0 0 0,0-1-1,1 1 1,-1-1 0,1 1-1,-1-1 1,1 0 0,-1 0-1,1 0 1,-1 0 0,1 0 0,0-1-1,0 1 1,-1-1 0,1 0-1,0 0 1,0 0 0,-1 0-1,1 0 1,0-1 0,0 1 0,-1-1 86,0 1-161,28 1-5985</inkml:trace>
  <inkml:trace contextRef="#ctx0" brushRef="#br0" timeOffset="-58304.319">30870 5586 5625,'0'0'2765,"0"0"-934,0 0-32,0 0-372,0 0-672,0 0-417,-18-4-164,-56-7-63,72 11-108,-1 1 1,1-1-1,0 1 1,0 0-1,-1 0 1,1 0 0,0 0-1,0 0 1,0 0-1,0 0 1,0 1 0,0-1-1,1 1 1,-1 0-1,0-1 1,1 1 0,-1 0-1,1 0 1,0 0-1,0 0 1,0 0 0,0 0-1,0 1 1,0-1-1,0 0 1,1 0 0,-1 1-1,1-1 1,-1 0-1,1 1 1,0-1 0,0 0-1,0 1 1,0-1-1,1 1 1,-1-1 0,1 0-1,0 3-3,-1 1 10,0 2-8,-1-1 0,1 1 0,1-1 0,0 0 0,0 0 0,0 1 0,1-1-1,0 0 1,0 0 0,1 0 0,0 0 0,0-1 0,1 1 0,3 4-2,20 24 52,-21-29-42,0 1 0,0 0 1,-1-1-1,0 2 0,0-1 1,0 1-1,-1-1 0,0 1 1,-1 0-1,0 1 0,0-1 1,-1 1-1,0-1 1,0 1-1,-1-1 0,0 9-10,-4-13 32,0-1 0,-1 0 0,1 1 0,-1-1-1,0 0 1,0-1 0,0 1 0,0-1 0,0 0 0,-1 0-1,1 0 1,-1 0 0,1-1 0,-1 0 0,0 0-1,1 0 1,-1 0 0,0-1 0,0 0 0,0 0 0,1 0-1,-6-1-31,9 1-55,0 1 0,0-1 0,0 0-1,0 1 1,-1-1 0,1 0 0,0 0-1,0 0 1,0 0 0,-1 0-1,1 0 1,0 0 0,0-1 0,0 1-1,0 0 1,-1-1 0,1 1 0,0 0-1,0-1 1,0 0 0,0 1-1,0-1 1,0 0 0,0 1 0,0-1-1,0 0 1,1 0 0,-1 0 0,0 0-1,0 0 1,1 0 0,-1 0-1,0 0 1,1 0 0,-1 0 0,1 0-1,0 0 1,-1 0 0,1 0 0,0 0-1,0-1 1,-1 1 0,1 0-1,0 0 1,0 0 0,0-1 0,1 1-1,-1 0 1,0 0 0,0 0 0,1 0-1,-1-1 1,0 1 0,1 0 55,-1-32-5881</inkml:trace>
  <inkml:trace contextRef="#ctx0" brushRef="#br0" timeOffset="-58007.195">31147 5665 5969,'0'0'1199,"0"0"-273,0 0 242,0 0 23,0 0-272,0 0-415,-20-2-183,6 0-254,8 1-38,-1-1 0,1 1 0,0 1 0,-1-1 0,1 1 0,-1 0 0,1 1 0,0 0 0,-1 0 0,1 0 0,0 0 0,-1 1 0,1 0 0,0 1 0,1-1 0,-1 1 0,0 0 0,1 1 0,-3 1-29,2-1 16,1 0 1,-1 1-1,1-1 1,0 1 0,1 0-1,-1 1 1,1-1-1,0 1 1,0 0-1,1 0 1,0 0 0,0 0-1,0 0 1,1 1-1,0-1 1,0 1 0,1 0-1,-1 0 1,2-1-1,-1 1 1,1 0-1,0 0 1,0 0 0,1 0-1,0 0 1,0-1-1,0 1 1,1 0-1,0-1 1,1 1 0,-1-1-1,1 1 1,0-1-1,1 0 1,0 1-17,129 113 32,-132-119-13,0-1-1,0 1 1,0-1-1,0 1 1,-1-1 0,1 1-1,0 0 1,0-1 0,0 1-1,-1 0 1,1 0 0,0 0-1,-1-1 1,1 1 0,-1 0-1,1 0 1,-1 0 0,1 0-1,-1 0 1,0 0 0,1 0-1,-1 0 1,0 0 0,0 0-1,0 0 1,0 0-1,0 0 1,0 1 0,0-1-1,0 0 1,0 0 0,0 0-1,-1 0 1,1 0 0,0 0-1,-1 0 1,1 0 0,-1 0-1,1 0 1,-1-1 0,1 1-1,-1 0 1,0 0 0,1 0-1,-1 0 1,0-1 0,0 1-1,1 0 1,-1-1 0,0 1-1,0-1 1,0 1-1,0-1 1,0 1 0,0-1-1,0 0 1,0 1 0,0-1-1,0 0 1,0 0 0,0 0-1,0 0 1,-1 0-19,-74 5 572,68-5-707,-34-3-469,11-11-1580</inkml:trace>
  <inkml:trace contextRef="#ctx0" brushRef="#br0" timeOffset="-57431.887">31663 6047 6833,'0'0'1381,"0"0"80,0 0 645,0 0-376,0 0-795,0 0-352,1-15-223,25-101-12,-13 82-312,-2 0 1,0-1-1,-3 0 1,-1 0-1,-1-1 1,-2 0-1,-2 0 1,-1 0 0,-2 0-1,-2-9-36,3 29-43,-1 1 0,-1-1 0,0 1-1,-2 0 1,1 0 0,-2 0 0,0 0 0,-1 1 0,0 0-1,-1 0 1,0 0 0,-1 1 0,-1 0 0,0 1-1,-1 0 1,-9-9 43,16 18 1,0 0 1,0 0-1,1 1 0,-2 0 0,1-1 0,0 1 0,0 0 1,-1 1-1,1-1 0,-1 1 0,1-1 0,-1 1 0,0 0 0,1 0 1,-1 1-1,0-1 0,0 1 0,0 0 0,1 0 0,-1 0 1,0 0-1,0 1 0,0-1 0,1 1 0,-1 0 0,0 0 1,1 1-1,-1-1 0,0 1 0,1-1 0,0 1 0,0 0 0,-1 1 1,1-1-1,0 0 0,1 1 0,-1 0 0,0-1 0,1 1 1,-1 0-1,1 1 0,0-1 0,0 0 0,0 1 0,0 0-1,0 2 12,0 0-1,0-1 1,0 1-1,1 0 1,0 0-1,0 0 1,1 0-1,0 0 1,-1 0-1,2 0 0,-1 0 1,1 0-1,0 0 1,0 0-1,1 0 1,0 0-1,0-1 1,0 1-1,1-1 1,-1 1-1,2-1 1,-1 0-1,0 0 1,1 0-1,0 0 1,0-1-1,0 0 0,1 0 1,-1 0-1,1 0-11,16 6-124,-1 0 0,1-2 0,0 0 0,1-2-1,0 0 1,0-2 0,0 0 0,1-1 0,-1-1-1,14-2 125,-33 1-85,73 0-4345</inkml:trace>
  <inkml:trace contextRef="#ctx0" brushRef="#br0" timeOffset="-57011.734">31874 5659 6369,'0'0'1399,"0"0"456,0 0-216,0 0-626,0 0-223,0 0-72,0 21 10,-4 159 486,4-177-1209,-1 1 1,1-1 0,-1 1 0,1 0-1,0-1 1,0 1 0,1-1 0,-1 1-1,1 0 1,-1-1 0,1 1 0,0-1-1,1 0 1,-1 1 0,1-1 0,-1 0-1,1 0 1,0 0 0,0 0 0,0 0-1,1 0 1,-1 0 0,0-1 0,1 1-1,0-1 1,0 0 0,0 0 0,0 0-1,2 1-5,22 9 4,0-2-1,1-1 0,0-1 1,0-1-1,1-2 0,0 0 1,0-2-1,14-1-3,106 17-113,-146-19 103,0 0 0,0 0 0,-1 0 0,1 1 1,0-1-1,0 1 0,-1 0 0,1-1 0,0 1 0,-1 0 1,1 1-1,-1-1 0,1 0 0,-1 1 0,0 0 0,0-1 1,0 1-1,1 0 0,-2 0 0,1 0 0,0 0 0,0 0 0,-1 1 1,1-1-1,-1 0 0,1 1 0,-1 0 0,0-1 0,0 1 1,0-1-1,-1 1 0,1 0 0,-1 0 0,1-1 0,-1 1 1,0 0-1,0 0 0,0 0 0,0-1 0,-1 1 0,1 0 1,-1 0-1,0-1 0,0 1 0,0 0 0,0-1 0,0 1 1,-1 1 9,-6 3 59,1 1 1,-2-2 0,1 1-1,-1-1 1,0 0 0,0-1-1,0 0 1,-1 0 0,0-1-1,0 0 1,0-1 0,-1 0-1,1-1 1,0 0 0,-1 0-1,0-1 1,1-1 0,-1 0-1,-4 0-59,12-1 45,0 1 0,-1-1 0,1 1 0,-1-1 0,1 0 0,0 0 0,0-1 0,0 1 0,0-1 0,0 1 0,0-1 0,0 0 0,0 0 0,1 0 0,-1-1 0,1 1 0,-1-1 0,1 1 0,0-1 0,0 0 0,0 0 0,0 0 0,1 0 0,-1 0 0,1 0 0,0 0 0,0 0 0,0-1 0,0 1 0,0 0-1,1-1 1,-1-2-45,-4-122 370,6 118-349,66-271-667,-66 232-1658,-1 12-3232</inkml:trace>
  <inkml:trace contextRef="#ctx0" brushRef="#br0" timeOffset="-54795.698">25567 6486 7522,'0'0'1372,"0"0"83,0 0-122,0 0-202,0 0-257,-13 27-242,-42 94-139,52-112-456,1 1-1,-1-1 1,2 1-1,-1-1 1,1 1-1,1 0 0,0-1 1,0 1-1,1 0 1,0-1-1,1 1 0,0-1 1,0 1-1,1-1 1,0 0-1,1 0 1,0 0-1,0 0 0,1-1 1,0 0-1,1 0 1,0 0-1,0-1 0,0 1 1,1-1-1,0-1 1,1 0-1,-1 0 0,1 0 1,0-1-1,1 0 1,-1 0-1,3 0-36,-4-1 12,0-1-1,1 1 1,-1-1-1,1-1 1,-1 0-1,1 0 1,0 0-1,0-1 1,0 0-1,0 0 1,0-1-1,0 0 1,0-1-1,0 0 1,0 0-1,-1 0 1,1-1-1,0 0 1,-1-1-1,1 0 1,-1 0-1,0 0 1,0-1-1,0 0 1,0-1-1,-1 1 1,1-1-1,-1-1 1,-1 1-1,6-6-11,-2-4-48,0-1-1,-2 0 0,1 0 0,-2-1 0,0 0 0,-1 0 0,-1 0 1,-1-1-1,0 1 0,-1-1 0,-1 0 0,-1 1 0,0-1 0,-2-4 49,2 22-4,1 1 0,-1-1 0,0 1 0,0-1 0,0 1-1,0-1 1,0 1 0,0-1 0,0 1 0,0-1 0,0 1-1,0-1 1,0 1 0,0-1 0,0 1 0,0-1 0,0 1-1,-1-1 1,1 1 0,0-1 0,0 1 0,-1-1 0,1 0 0,0 1-1,0-1 1,-1 1 0,1-1 0,-1 0 0,1 1 0,0-1-1,-1 0 1,1 1 0,-1-1 0,1 0 0,-1 0 0,1 0-1,0 1 1,-1-1 0,1 0 0,-1 0 0,1 0 0,-1 0 0,1 0-1,-1 0 1,1 0 0,-1 0 0,0 0 0,1 0 0,-1 0-1,1 0 1,-1 0 0,1 0 0,0 0 0,-1-1 0,1 1-1,-1 0 1,1 0 0,-1-1 0,0 1 4,-28 290 320,21-190-105,-37 258 1054,44-356-1258,0 8-340,17-31-2099,70-129-9157,-64 98 8405,-20 12 3088,-3 19 461,0 17-369,1 1 0,0-1 0,0 1 0,0-1 0,0 1 0,0 0 0,1-1 0,0 1 0,0-1 0,0 1 0,0 0 0,0-1 0,0 1 0,1 0 0,0 0 0,0 0 0,0 0 0,0 0 0,0 1 0,0-1 0,1 0 0,-1 1 0,1 0 0,-1 0 0,1 0 0,0 0 0,0 0 0,0 0 0,0 1 0,1-1 0,-1 1 0,0 0 0,1 0 0,292-49 0,-180 26 0,-93 11 0,-11 10 0,-3 2 0,1-1 0,0-1 0,-1 1 0,0-1 0,1-1 0,-1 0 0,0 0 0,-1-1 0,1 0 0,-1 0 0,0-1 0,0 0 0,-1 0 0,0-1 0,0 0 0,0-1 0,-1 1 0,1-3 0,3-8 0,0-1 0,-2-1 0,0 0 0,-1 0 0,-1 0 0,-1-1 0,0 0 0,-2 0 0,0 0 0,-2 0 0,0-1 0,-2-5 0,1 26 0,0 0 0,0 0 0,0 0 0,-1 0 0,1 0 0,0 0 0,-1 0 0,1 0 0,-1 0 0,1 0 0,-1 0 0,1 0 0,-1 0 0,1 0 0,-1 1 0,0-1 0,1 0 0,-1 0 0,0 1 0,0-1 0,0 0 0,0 1 0,0-1 0,0 1 0,0-1 0,0 1 0,0 0 0,0-1 0,0 1 0,0 0 0,0-1 0,0 1 0,0 0 0,0 0 0,0 0 0,0 0 0,0 0 0,0 0 0,0 1 0,0-1 0,0 0 0,0 0 0,0 1 0,0-1 0,0 1 0,0-1 0,0 1 0,0-1 0,0 1 0,0 0 0,1-1 0,-1 1 0,0 0 0,0-1 0,1 1 0,-1 0 0,0 0 0,1 0 0,-1 0 0,1 0 0,-1 0 0,1 0 0,0 0 0,-1 0 0,1 0 0,-10 19 0,0 0 0,2 0 0,0 1 0,1 0 0,2 0 0,0 0 0,1 1 0,1 0 0,1 0 0,1 0 0,1 0 0,0 0 0,2-1 0,2 5 0,-3 45 0,0-47 0,0-19 0,0 1 0,0-1 0,-1 0 0,0 0 0,0 0 0,0 0 0,-1 0 0,0 0 0,0 0 0,0 0 0,0 0 0,-1 0 0,0 0 0,0-1 0,0 1 0,-1-1 0,1 1 0,-2 0 0,-135 72 0,119-69 0,-198 70 0,165-62 0,48-30 0,7 7 0,0 1 0,0-1 0,0 1 0,1 0 0,0-1 0,0 1 0,1 0 0,0 1 0,0-1 0,0 1 0,0 0 0,1 0 0,0 0 0,0 0 0,3-1 0,15-18 0,13-12 0,1 1 0,2 2 0,1 1 0,1 2 0,12-4 0,27-26 0,-75 23 0,3 26 0,1 0 0,0 1 0,0 0 0,1 0 0,1 1 0,-1 0 0,1 1 0,1 0 0,-1 1 0,1 1 0,1 0 0,-1 0 0,13-3 0,43 2 609,-67 7 2528,-1 0 491,0 0-1819,0 0-466,0 0 23,0 0-238,0 0-250,-17-21-246,-52-66-219,49 26 74,22 47-335,-2 13-145,1 0-1,-1 1 1,0-1-1,1 1 1,-1-1 0,0 0-1,1 1 1,-1-1 0,1 1-1,-1-1 1,1 1-1,-1-1 1,1 1 0,-1-1-1,1 1 1,0 0-1,-1-1 1,1 1 0,-1 0-1,1 0 1,0-1 0,-1 1-1,1 0 1,0 0-1,-1 0 1,1 0 0,0 0-1,0 0 1,-1 0-1,1 0 1,0 0 0,-1 0-1,1 0 1,0 0 0,-1 0-1,1 1 1,0-1-1,-1 0 1,1 0 0,0 1-1,-1-1 1,1 0-1,-1 1 1,1-1 0,-1 1-1,1-1 1,-1 1 0,1-1-1,-1 1 1,1 0-7,5 8 66,0 1-1,-1 0 1,-1 0 0,1 1 0,-2-1-1,1 1 1,-1 0 0,-1 0 0,0 0 0,-1 0-1,0 0 1,0 9-66,-4 217 642,1-226-615,0 1 0,-1-1 0,0 1 0,0-1 0,-1 0 0,-1 0 0,0 0 0,0-1 0,-1 0 0,-1 0-1,1 0 1,-2-1 0,1 0 0,-1 0 0,-1-1 0,1 0 0,-2 0 0,-8 5-27,14-10 8,-1 0 0,0 0-1,-1 0 1,1-1 0,0 0 0,-1 0 0,1 0-1,-1-1 1,0 1 0,1-2 0,-1 1-1,0 0 1,0-1 0,0 0 0,1-1 0,-1 1-1,0-1 1,0 0 0,1 0 0,-1-1 0,0 0-1,1 0 1,0 0 0,-1-1 0,1 1-1,0-1 1,0-1 0,1 1 0,-1-1 0,1 1-1,0-1 1,-1-1 0,2 1 0,-1 0-1,0-1 1,0-2-8,-2-4-63,0 0-1,1-1 0,1 0 1,0 1-1,0-1 1,1 0-1,1-1 1,0 1-1,1 0 1,0-1-1,1 1 0,0-1 1,1 1-1,1-1 1,0-3 63,1 13-8,0-1 0,0 1 0,0 0 0,0 0 0,0 0 0,1 0 0,0 0 0,-1 1 0,1 0 0,0 0 0,0 0 0,0 0 0,1 0 0,-1 1 0,0 0 0,0 0 0,1 0 0,-1 0 0,1 1 0,-1-1 0,1 1 0,-1 1 0,1-1 0,-1 0 0,1 1 0,-1 0 0,0 0 0,1 0 0,-1 1 0,0 0 0,1 0 8,139 98 101,-115-78-87,-16-10-8,1 0 0,0 0 0,1-2 0,0 0-1,1 0 1,0-2 0,0 0 0,1 0 0,0-2 0,0 0 0,1-1 0,-1-1-1,1 0 1,0-1 0,0-2 0,15 1-6,-26-6 7,1 0 0,-1-1 0,0 0 0,0 0 0,0-1 0,-1 1 0,0-1 0,0-1 0,0 1 0,-1-1 0,0 0 0,0-1 0,-1 1-1,0-1 1,0 1 0,-1-1 0,0-1 0,2-7-7,10-152-48,-15 158 32,1 1-1,-2-1 0,1 1 0,-1-1 0,0 1 0,-1-1 1,0 1-1,-1 0 0,0 0 0,0 0 0,-1 0 1,0 1-1,-1-1 0,0 1 0,0 0 0,-1 0 1,0 1-1,0 0 0,0 0 0,-1 0 0,0 1 1,-1 0-1,1 0 0,-1 1 0,0 0 0,-1 0 0,1 1 1,-1 0-1,0 0 0,0 1 0,0 0 0,0 1 1,0 0-1,-1 0 0,1 1 0,-1 1 0,1-1 1,-2 2 16,7 1 6,0 1 1,0 0 0,0 1 0,0-1 0,0 1 0,1 0-1,-1 0 1,1 0 0,0 0 0,1 0 0,-1 1 0,1-1-1,-1 1 1,1 0 0,1-1 0,-1 1 0,1 0 0,0 0-1,0 0 1,0 0 0,1 0 0,0 1 0,0-1 0,0 0-1,0 0 1,1 0 0,0 0 0,0 0 0,0 0 0,1 0-1,0 0 1,-1 0 0,2-1 0,-1 1 0,1-1 0,-1 1-1,1-1 1,0 0 0,1 0 0,1 2-7,9 0 48,1 1 0,0-2 0,0 0 0,1 0 0,-1-2 0,1 0 1,0 0-1,0-2 0,-1 0 0,1-1 0,0 0 0,0-2 0,0 1 0,0-2 0,-1 0 0,1-1 0,-1-1 0,6-2-48,-7 2 29,0-1 0,0 0 0,0-1 0,-1-1-1,0 0 1,-1 0 0,0-1 0,0-1 0,-1 0 0,4-4-29,-12-3-1941,-3 16-1570</inkml:trace>
  <inkml:trace contextRef="#ctx0" brushRef="#br0" timeOffset="-54141.053">27272 7114 6865,'0'0'1591,"0"0"-672,0 0 210,0 0 53,0 0-185,0 0-189,-10 12-11,-32 33-54,31-47-288,12-17-543,1 0-1,1-1 1,1 1 0,0 0-1,1 1 1,1-1 0,1 1-1,1 0 1,0 1 0,2 0-1,-1 0 1,2 1 0,12-15 88,-21 29-6,1-1 1,-1 1 0,1-1 0,-1 1-1,1 0 1,0 0 0,0 0-1,0 0 1,1 1 0,-1-1-1,0 1 1,1 0 0,-1 0-1,0 0 1,1 0 0,-1 0 0,1 1-1,0 0 1,-1 0 0,1 0-1,-1 0 1,1 0 0,-1 1-1,1-1 1,-1 1 0,1 0 0,-1 0-1,0 0 1,1 1 0,-1-1-1,0 1 1,0 0 0,0 0-1,0 0 1,0 0 0,0 0 0,-1 1-1,1-1 1,-1 1 0,0 0-1,0 0 1,0 0 0,2 3 5,1 0 18,1-1 0,0 1 1,0-1-1,0 0 1,0-1-1,1 1 0,0-1 1,0 0-1,0-1 0,0 0 1,1 0-1,-1 0 0,1-1 1,0 0-1,-1-1 1,1 0-1,0 0 0,0 0 1,0-1-1,0-1 0,0 1 1,6-2-19,-11 0 5,0 0 0,0 0 1,-1-1-1,1 1 0,-1-1 0,1 0 1,-1 1-1,0-1 0,0 0 0,0 0 1,0 0-1,0-1 0,-1 1 0,0 0 1,1-1-1,-1 1 0,-1-1 0,1 1 1,0-1-1,-1 1 0,0-1 0,1 0 1,-1 1-1,-1-1 0,1 1 0,-1-1 1,1 0-1,-1 1 0,0-1-5,0-10-54,-1 2 12,0 0-1,-2 1 0,1 0 0,-2 0 1,1 0-1,-1 0 0,-1 1 0,0-1 0,0 2 1,-1-1-1,-1 1 0,1 0 0,-1 0 1,-1 1-1,0 0 0,0 0 0,0 1 0,-1 1 1,0-1-1,-1 1 0,1 1 0,-1 0 1,0 1-1,0 0 0,0 1 0,-9-2 43,20 5 17,1 0-1,-1 0 1,1 1-1,0-1 1,-1 0-1,1 1 1,-1-1-1,1 0 1,-1 1-1,1-1 0,-1 1 1,1-1-1,-1 1 1,0-1-1,1 1 1,-1-1-1,1 1 1,-1 0-1,0-1 1,0 1-1,1-1 1,-1 1-1,0 0 1,0-1-1,0 1 1,0 0-1,0-1 1,0 1-1,0 0 1,0-1-1,0 1 1,0 0-1,0-1 0,0 1 1,0-1-1,0 1 1,-1 0-1,1-1 1,0 1-1,0 0 1,-1-1-1,1 1 1,-1-1-1,1 1 1,0-1-1,-1 1 1,1-1-1,-1 1 1,1-1-1,-1 0 1,1 1-1,-1-1 1,1 0-1,-1 1 1,0-1-1,1 0 0,-1 1 1,1-1-1,-2 0-16,19 8 41,-1-1 0,1 0 0,0-1 0,0-1 0,0-1 0,1 0 0,0-1 0,0-1 0,0-1 0,0 0 0,0-2 0,0 0 0,-1-1 0,5-1-41,-16 1-11,1 0 1,-1 0-1,0-1 1,0 0-1,0 0 1,0 0-1,0-1 1,-1 0 0,1 0-1,-1 0 1,0-1-1,-1 0 1,1 0-1,-1 0 1,0 0-1,0-1 1,0 0-1,-1 0 1,0 0-1,0 0 1,-1 0-1,1 0 1,-1-1-1,-1 1 1,1-1-1,-1 0 1,0 1-1,-1-1 1,0 0-1,0 0 1,0 1-1,-1-1 1,0 0-1,0 1 1,0-1-1,-1 1 1,0-1 0,-1 1-1,1 0 1,-1 0-1,0 0 1,-1 0-1,-2-4 11,0 2-26,-1 0 0,0 0 1,0 1-1,0 0 0,-1 1 0,0-1 0,-1 1 0,1 1 0,-1 0 1,0 0-1,0 1 0,-1 0 0,1 0 0,-1 1 0,0 0 1,0 1-1,0 0 0,0 1 0,0 0 0,-1 0 0,0 1 26,10 0 4,0-1-1,0 1 0,0 0 0,-1 0 0,1-1 0,0 1 1,0 0-1,-1 0 0,1 0 0,0 0 0,0 0 0,0 1 1,-1-1-1,1 0 0,0 0 0,0 1 0,0-1 0,0 1 1,0-1-1,-1 1 0,1 0 0,0-1 0,0 1 0,0 0 1,0 0-1,1-1 0,-1 1 0,0 0 0,0 0 0,0 0 1,1 0-1,-1 0 0,1 0 0,-1 0 0,1 1 0,-1-1 1,1 0-1,-1 0 0,1 0 0,0 0 0,0 1 1,-1-1-1,1 0 0,0 0 0,0 2-3,3 0 36,0 1-1,1-1 1,-1 0-1,0 0 1,1 0-1,0 0 1,-1-1-1,1 1 1,0-1-1,0 0 1,1 0-1,-1-1 1,0 1-1,0-1 1,1 0-1,-1 0 1,1 0 0,-1-1-1,1 0 1,0 1-1,-1-2 1,2 1-36,-1 1 40,375 3-1685,-337-2-2773,-15 7-3952</inkml:trace>
  <inkml:trace contextRef="#ctx0" brushRef="#br0" timeOffset="-53776.784">27873 6910 5153,'0'0'1651,"0"0"-813,0 0-62,0 0 423,0 0-68,0 0-258,13 21-215,41 66-113,-52-85-523,-1-1 0,0 0 0,0 1-1,0-1 1,0 0 0,-1 1 0,1-1 0,0 1 0,-1-1-1,1 1 1,-1 0 0,1-1 0,-1 1 0,0-1-1,1 1 1,-1 0 0,0-1 0,0 1 0,0 0 0,0-1-1,-1 1 1,1 0 0,0-1 0,-1 1 0,1-1 0,-1 1-1,0 0 1,1-1 0,-1 1 0,0-1 0,0 0 0,0 1-1,0-1 1,0 0 0,0 0 0,0 1 0,-1-1 0,1 0-1,0 0 1,-1 0 0,1 0 0,0-1 0,-1 1-1,0 0-21,-5 3 99,-4 4 0,-1-2-1,0 0 1,0 0 0,-1-1-1,1 0 1,-1-1 0,0-1-1,0 0 1,-1-1 0,1 0 0,0-1-1,-1-1 1,1 0 0,-1 0-1,1-2 1,-8-1-99,17 0 5,-1-1 0,1 1 0,0-1-1,1 0 1,-1-1 0,1 1 0,0-1 0,0 1 0,0-1 0,0 0 0,1 0-1,0 0 1,0 0 0,0-1 0,1 1 0,0 0 0,0-1 0,0 1 0,1-1-1,-1 1 1,1-1 0,1 1 0,-1-1 0,1 1 0,0-1 0,0 1 0,0-1-1,1 1 1,2-5-5,2-4 1,1 1-1,0 0 0,0 0 0,1 1 1,1 0-1,0 1 0,1-1 0,0 2 1,1-1-1,0 2 0,0-1 1,1 2-1,1-1 0,-1 2 0,1-1 1,0 2-1,1 0 0,0 0 0,0 2 1,10-3-1,-17 4 21,0 1 0,1 0 0,-1 1 0,1-1 0,0 1 1,-1 1-1,1 0 0,0 0 0,0 0 0,-1 1 0,1 0 1,0 1-1,-1-1 0,1 1 0,-1 1 0,0 0 0,0 0 1,0 0-1,0 1 0,0 0 0,-1 0 0,0 0 0,1 2-21,7 13-71,0 2 0,-2 0-1,0 1 1,-1 0 0,-2 0-1,0 1 1,-1 0 0,-2 1-1,0-1 1,-1 2 0,-2-1-1,0 0 1,-2 1 0,-1 10 71,1 10-3398</inkml:trace>
  <inkml:trace contextRef="#ctx0" brushRef="#br0" timeOffset="-53230.051">28354 7092 8234,'0'0'1045,"0"0"-99,0 0 166,0 0-285,0 0-343,0 0-99,-15 13 133,-43 38-67,49-54-390,19-17-182,-1 10 6,0 0 0,0 0 0,1 1 0,1 0 0,-1 1 1,1 0-1,1 0 0,-1 1 0,1 1 0,1 0 0,-1 1 1,1 0-1,0 1 0,0 0 0,0 1 0,0 1 0,1 0 1,9 0 114,-15 3 56,0 1 0,0 0 0,0 0 0,0 1 0,-1 0 0,1 0 0,-1 1 0,0 0 0,0 0 0,0 0 0,-1 1 0,1 0 0,-1 1 0,5 5-56,41 28 285,-41-33-255,0-1 0,0 0-1,0-1 1,0 0 0,0-1-1,1-1 1,-1 1 0,1-2-1,0 0 1,0 0 0,3-1-30,-13-1 6,0 0 0,0 0 0,0 0 0,0 0 0,0-1 0,-1 1 0,1-1 0,0 0 0,-1 1 0,1-1 0,-1 0 0,0 0 0,1 0 0,-1 0 0,0 0 0,0 0 0,0 0 0,-1 0 0,1 0 0,0 0 0,-1-1 0,1 1 0,-1 0 0,0 0 0,0-1 0,0 1 0,0 0 0,0 0 0,0-1 0,-1 1 0,1 0 0,-1 0 0,0-1 0,1 1 0,-1 0 0,0 0 0,0 0 0,0 0 0,-1 0 0,1 0 0,0 0 0,-2 0-6,-9-12-116,0 0 0,-1 1 0,-1 1-1,0 1 1,-1-1 0,0 2 0,0 0 0,-1 1 0,-6-2 116,15 7-57,-266-124-197,277 120 2197,33 7-1737,-27 2 30,245-9 978,-89-19-3142,-119 11-2244</inkml:trace>
  <inkml:trace contextRef="#ctx0" brushRef="#br0" timeOffset="-53046.317">28687 6401 2977,'0'0'7033,"0"0"-6009,0 0 857,0 0-489,0 0-1016,0 0-376,0 0 0,29 82-752,-26-28-2073</inkml:trace>
  <inkml:trace contextRef="#ctx0" brushRef="#br0" timeOffset="-52734.769">28848 7332 5241,'0'0'807,"0"0"-204,0 0 138,0 0-7,0 0 105,28 2-42,89 0-123,-113-3-629,0 1 0,0-1 0,0 0 0,0 0 0,0-1 1,0 1-1,0-1 0,0 0 0,0 0 0,-1 0 0,1 0 0,-1-1 1,0 0-1,0 1 0,1-1 0,-2 0 0,1-1 0,0 1 1,-1 0-1,1-1 0,-1 1 0,0-1 0,0 0 0,0-2-45,2-2 109,3-6 171,-2 0 1,0-1-1,-1 0 0,0 1 1,-1-1-1,-1-1 0,-1 1 1,0 0-1,-1-1 1,-1-14-281,1 12 342,0 14-280,0-1 0,0 1 0,-1-1 0,1 0 0,-1 1 0,0-1 0,0 1 0,-1 0 0,1-1 0,-1 1 0,0 0 0,0 0 0,-1 0 0,1 0 0,-1 0 0,0 1 0,0-1 0,0 1 0,0 0 1,0 0-1,-1 0 0,0 0 0,1 0 0,-1 1 0,0 0 0,0-1 0,-1 2 0,1-1 0,0 0 0,-1 1 0,-3-1-62,-30-1-273,29 21-3448,9-3-996</inkml:trace>
  <inkml:trace contextRef="#ctx0" brushRef="#br0" timeOffset="-52300.989">29316 6956 7562,'0'0'2047,"0"0"-1006,0 0 229,0 0-273,0 0-351,0 0-102,6 14 67,23 96 317,-30-81-743,0-25-173,0 1 1,0-1-1,1 1 0,-1-1 1,1 1-1,0 0 1,0-1-1,1 1 1,-1-1-1,1 1 0,0-1 1,0 1-1,1-1 1,-1 1-1,1-1 0,0 0 1,0 0-1,0 0 1,1 0-1,-1 0 1,1 0-1,0-1 0,0 0 1,1 1-1,-1-1 1,1 0-1,0 0-12,19 5 15,1 0 1,0-2-1,1-1 0,-1-1 1,1-1-1,0-1 0,-1-2 0,1 0 1,19-3-16,17 2 11,15 1-19,-75 1 4,1 0 0,-1 0-1,0 0 1,0 0-1,-1 0 1,1 0-1,0 0 1,0 0-1,0 0 1,-1 1 0,1-1-1,-1 0 1,1 0-1,-1 1 1,1-1-1,-1 0 1,0 1-1,1-1 1,-1 1 0,0-1-1,0 0 1,0 1-1,0-1 1,0 0-1,-1 1 1,1-1-1,0 1 1,-1-1 0,1 0-1,-1 0 1,1 1-1,-1-1 1,1 0-1,-1 0 1,0 1-1,0-1 1,0 0 0,0 0-1,1 0 1,-1 0-1,-1 0 1,1 0-1,0-1 1,0 1-1,0 0 1,0-1 0,-1 1-1,1 0 5,-10 5 20,1-1 0,0 0 0,-1-1 0,0 0 0,0 0 0,0-2-1,-1 1 1,1-1 0,-1-1 0,1 0 0,-1 0 0,0-1 0,-8-2-20,15 0 29,0-1 1,1 0-1,-1 0 1,1 0-1,0 0 0,0-1 1,0 1-1,0-1 1,0 0-1,1-1 1,0 1-1,0 0 0,0-1 1,0 0-1,1 0 1,0 0-1,0 0 1,0 0-1,1 0 0,-1 0 1,1-1-1,0 1 1,1 0-1,-1-1 1,1 1-1,0 0 0,1-1 1,-1 1-1,1-1 1,0 1-30,-3-29 10,2 0 1,1 1-1,1-1 1,2 0-1,2 1 1,1 0-1,1 0 1,2 1-1,2-3-10,-10 29 182,-5 5-3131,-1 4 1825,-18 15-5634</inkml:trace>
  <inkml:trace contextRef="#ctx0" brushRef="#br0" timeOffset="-48661.462">30122 7024 6193,'0'0'1190,"0"0"-511,0 0 350,0 0 362,0 0-145,0 0-262,10 17-41,32 57-174,-40-70-723,1 0 0,-1 0-1,-1 0 1,1 0 0,-1 0 0,1 1-1,-1-1 1,-1 1 0,1-1-1,-1 1 1,1-1 0,-1 1-1,0-1 1,-1 1 0,1-1-1,-1 1 1,0-1 0,0 0 0,0 1-1,-1-1 1,1 0 0,-1 0-1,0 0 1,-1 0 0,1 0-1,-1 0 1,1-1 0,-1 1-1,0-1 1,0 1 0,-1-1-1,1 0 1,-1-1 0,1 1 0,-1 0-1,0-1 1,0 0 0,0 0-1,0 0 1,0-1 0,-1 1-1,1-1 1,0 0 0,-1 0-1,1-1 1,-1 1 0,1-1 0,-1 0-1,1 0 1,-5-1-46,6 0 7,0-1 0,-1 0 0,1 0 1,0 0-1,0 0 0,0-1 0,0 1 0,0-1 1,1 0-1,-1 0 0,1 0 0,0 0 0,0 0 0,0 0 1,0-1-1,0 1 0,1-1 0,-1 1 0,1-1 1,0 0-1,0 1 0,1-1 0,-1 0 0,1 0 0,0 0 1,-1 1-1,2-3-7,-2 2-3,-6-205-381,7 207 386,-1 1-8,0-1 0,1 0 0,-1 1 0,1-1 0,0 0-1,-1 0 1,1 1 0,0-1 0,0 0 0,0 0 0,0 1 0,1-1 0,-1 0 0,0 0 0,1 1 0,-1-1 0,1 0 0,-1 1 0,1-1 0,0 0-1,0 1 1,0-1 0,0 1 0,0 0 0,0-1 0,0 1 0,0 0 0,1-1 0,-1 1 0,0 0 0,1 0 0,-1 0 0,1 0 0,-1 1-1,1-1 1,0 0 0,-1 0 0,1 1 0,0-1 0,0 1 0,-1 0 0,1-1 0,0 1 0,0 0 0,0 0 6,205 50 70,-195-48-72,-1-1 0,1 0 0,0 0 0,-1-1-1,1-1 1,0 0 0,0 0 0,-1-1-1,1-1 1,-1 0 0,0 0 0,0-1 0,0-1-1,0 0 1,-1 0 0,0-1 0,0 0-1,7-7 3,-15 12 6,-2 0-7,0 1 1,1-1-1,-1 1 0,0-1 1,0 1-1,1-1 1,-1 1-1,1 0 0,-1-1 1,0 1-1,1-1 1,-1 1-1,1 0 0,-1-1 1,1 1-1,-1 0 1,1 0-1,-1-1 0,1 1 1,-1 0-1,1 0 1,-1 0-1,1 0 0,-1 0 1,1 0-1,-1 0 1,1 0-1,-1 0 0,1 0 1,-1 0-1,1 0 1,0 0-1,-1 0 0,1 0 1,-1 0-1,1 1 1,-1-1-1,1 0 0,-1 0 1,1 1-1,-1-1 1,0 0-1,1 1 0,-1-1 1,1 0-1,-1 1 1,0-1-1,1 1 0,-1-1 1,0 1-1,1-1 0,-1 0 1,0 1-1,0-1 1,1 1-1,-1 0 0,0-1 1,0 1-1,0-1 1,0 1-1,0-1 0,0 1 1,100 245 313,-80-179-526,-17-39-2466,-3-26 239,0-17-1814,0 11 3628,0-11 182,-2 6 769,1 0 0,0 0 0,0-1 0,1 1 0,1 0 0,-1 0 0,1 0 0,1 0 0,0 0 0,0 0 0,1 0 0,0 0 0,0 1 0,1-1 0,0 1-1,1 0 1,-1 0 0,2 1 0,-1-1 0,1 1 0,0 0 0,0 1 0,1-1 0,6-3-325,-12 9 50,0 0 0,1 0 1,-1 0-1,1 0 0,-1 0 1,1 0-1,-1 1 0,1-1 0,0 0 1,0 1-1,-1 0 0,1-1 1,0 1-1,-1 0 0,1 0 0,0 0 1,0 0-1,0 0 0,-1 0 1,1 0-1,0 1 0,-1-1 0,1 1 1,0-1-1,-1 1 0,1 0 1,0-1-1,-1 1 0,1 0 0,-1 0 1,1 0-1,-1 0 0,0 1 1,0-1-1,1 0 0,-1 1 0,0-1 1,0 0-1,0 1 0,0-1 1,0 1-1,-1 0 0,1-1 0,0 1 1,-1 0-51,11 81 716,-29 161-1637,15-213-501,2-8-3959</inkml:trace>
  <inkml:trace contextRef="#ctx0" brushRef="#br0" timeOffset="-48205.011">31122 6973 9338,'0'0'1683,"0"0"-853,0 0 131,0 0 410,0 0-268,1 24-396,7 138 24,-7-157-692,-1 0 0,0 0 1,0 0-1,-1 0 1,1 0-1,-1 0 1,0 0-1,0 0 0,-1 0 1,0-1-1,1 1 1,-2 0-1,1-1 1,0 0-1,-1 1 0,0-1 1,0 0-1,0 0 1,0-1-1,-1 1 0,0-1 1,0 1-1,1-1 1,-2 0-1,1-1 1,0 1-1,-1-1 0,1 0 1,-1 0-1,1 0 1,-1 0-1,-5 0-39,8-1-3,1-1-1,-1 0 1,0 1-1,1-1 1,-1 0-1,0 0 1,0 0-1,0 0 1,1 0-1,-1-1 1,0 1-1,1 0 1,-1-1-1,0 1 1,1-1-1,-1 0 1,0 1-1,1-1 0,-1 0 1,1 0-1,-1 0 1,1 0-1,0 0 1,-1-1-1,1 1 1,0 0-1,0 0 1,0-1-1,0 1 1,0-1-1,0 1 1,0-1-1,1 1 1,-1-1-1,0 0 1,1 1-1,-1-1 1,1 0-1,0 0 1,-1 1-1,1-1 1,0 0-1,0 0 1,0 1-1,1-1 1,-1 0-1,0 0 1,1 1-1,-1-1 1,1 0-1,-1 1 1,1-1-1,0 0 1,-1 1-1,1-1 1,0 1-1,1-1 4,0-3-26,0 0 0,1 0 0,0 1 0,1-1 1,-1 1-1,1-1 0,-1 1 0,1 0 0,0 0 0,1 1 0,-1-1 0,1 1 0,0 0 0,-1 0 0,1 1 0,0-1 1,1 1-1,-1 0 0,0 0 0,1 1 0,-1 0 0,1 0 0,-1 0 0,1 0 0,-1 1 0,1 0 0,0 0 1,-1 1-1,1 0 0,-1 0 0,1 0 0,-1 0 0,1 1 0,-1 0 0,0 0 0,0 0 0,0 1 0,0 0 0,0 0 1,-1 0-1,1 0 0,-1 1 0,0 0 0,3 2 26,132 177 56,-138-181-31,0 0 0,0-1 0,1 1 0,-1-1 0,0 1-1,0-1 1,1 0 0,-1 1 0,1-1 0,-1 0 0,1 0 0,0 0 0,-1 0 0,1 0 0,0-1 0,-1 1 0,1 0-1,0-1 1,0 0 0,0 1 0,0-1 0,0 0 0,0 0 0,-1 0 0,1 0 0,0 0 0,0 0 0,0 0 0,0-1 0,0 1-1,0-1 1,-1 1 0,1-1 0,0 0 0,0 0 0,-1 0 0,1 0 0,-1 0 0,1 0 0,-1 0 0,1-1 0,-1 1 0,0 0-1,1-1 1,-1 1 0,0-1 0,0 1 0,0-1 0,0 0 0,0 1 0,0-3-25,24-43 286,-2-1 0,-2-1 0,-2-1 0,10-46-286,-25 72-45,-22 15-1909,-11 9-2424</inkml:trace>
  <inkml:trace contextRef="#ctx0" brushRef="#br0" timeOffset="-47502.513">26077 7898 7466,'0'0'1432,"0"0"216,0 0 537,0 0-489,0 0-528,0 0-440,0 0-223,-148 114 47,79-52-112,0 3-240,6-6-32,6-13-64,22-12 24,10-12-120,13-13-8,9-9-288,3-9-1024,0-16-1705</inkml:trace>
  <inkml:trace contextRef="#ctx0" brushRef="#br0" timeOffset="-47316.15">25438 7745 9226,'0'0'4809,"0"0"-3849,0 0 136,0 0-151,0 0-497,0 0-448,0 0 120,60-31-112,-16 31-8,22 12-368,-12 16-1593,-7 3-4752</inkml:trace>
  <inkml:trace contextRef="#ctx0" brushRef="#br0" timeOffset="-47019.026">26199 8289 12667,'0'0'1920,"0"0"-760,0 0-23,0 0-569,0 0-256,0 0-168,0 0-144,-37-88 0,59 68-48,25-8-488,-6 8-1985,-10 3-4792</inkml:trace>
  <inkml:trace contextRef="#ctx0" brushRef="#br0" timeOffset="-46720.498">26803 7867 9154,'0'0'1500,"0"0"-171,0 0 55,0 0-229,0 0-567,0 0-313,2 14-15,-3 338 1711,0-312-1947,17-41-32,104-108 154,-94 83-133,-16 14-29,1 0 0,1 1 0,-1 0 0,2 1-1,-1 0 1,1 1 0,1 0 0,0 1 0,0 1 0,0 0-1,1 1 1,0 0 0,7 0 16,-19 6 0,0 1-1,0 1 0,0-1 1,0 0-1,-1 1 1,1-1-1,0 1 1,-1 0-1,1 0 1,-1 0-1,1 0 0,-1 1 1,0-1-1,0 0 1,0 1-1,0 0 1,0-1-1,-1 1 0,1 0 1,-1 0-1,0 0 1,0 0-1,0 0 1,0 0-1,0 0 1,-1 0-1,0 1 0,1-1 1,-1 0-1,0 0 1,0 0-1,-1 1 1,1-1-1,-1 0 1,0 0-1,1 0 0,-1 0 1,-2 3 0,3 10 30,1 51 242,1-2-3483,-2-64-1518</inkml:trace>
  <inkml:trace contextRef="#ctx0" brushRef="#br0" timeOffset="-46421.484">27005 7561 10706,'0'0'1291,"0"0"-627,0 0-141,21 26 17,74 79-68,-89-101-451,-1 1 0,1-1 0,0 0 0,1 0 0,-1-1 0,1 1 0,-1-1 0,1-1 0,0 0 0,0 0 0,0 0-1,0-1 1,1 1 0,-1-2 0,0 1 0,1-1 0,-1 0 0,3-1-21,11 1 38,-1 0-11,-7 2-25,1 0 0,-1-1 1,0 0-1,0-1 0,1-1 0,-1 0 0,0-1 0,0 0 0,0-1 1,0 0-1,-1-1 0,1-1 0,-1 0 0,0 0 0,0-1 0,-1-1 1,0 0-1,0-1 0,0 0 0,-1 0 0,2-4-2,-9 9-6,0 0 1,-1-1-1,1 0 1,-1 1-1,0-1 0,0 0 1,0 0-1,0-1 0,-1 1 1,1 0-1,-1 0 0,-1-1 1,1 1-1,0-1 0,-1 1 1,0-1-1,0 1 1,0-1-1,-1 1 0,1 0 1,-1-1-1,0 1 0,-1 0 1,1-1-1,-1 1 0,1 0 1,-1 0-1,-1 0 0,1 0 1,0 1-1,-1-1 0,0 1 1,0-1-1,0 1 1,0 0-1,0 0 0,-1 0 1,1 1-1,-1-1 0,0 1 1,0 0-1,0 0 0,0 0 1,0 0-1,0 1 0,-1-1 1,0 1 5,3 0-16,0 1 0,-1-1 0,1 1 0,0-1 1,-1 1-1,1 0 0,0 0 0,-1 0 0,1 0 0,0 0 1,-1 0-1,1 1 0,0-1 0,0 1 0,-1 0 0,1 0 1,0 0-1,0 0 0,0 0 0,0 0 0,0 0 0,0 1 1,0-1-1,0 1 0,1-1 0,-1 1 0,0 0 1,1-1-1,0 1 0,-1 1 16,-15 49-3351,13-23-2456</inkml:trace>
  <inkml:trace contextRef="#ctx0" brushRef="#br0" timeOffset="-46142.09">27756 7513 9738,'0'0'1192,"0"0"-888,0 0-224,0 0-80,0 0-208,19 179-2312</inkml:trace>
  <inkml:trace contextRef="#ctx0" brushRef="#br0" timeOffset="-45737.631">28017 8063 7762,'0'0'1027,"0"0"-443,0 0 14,0 0 75,0 0-205,-34-6-83,-109-11 51,139 17-410,0-1-1,0 1 1,0 1 0,0-1-1,0 1 1,0-1-1,1 1 1,-1 0 0,0 0-1,0 1 1,1-1-1,-1 1 1,1 0 0,-1 0-1,1 0 1,0 0 0,0 1-1,0-1 1,0 1-1,0 0 1,0 0 0,1 0-1,0 0 1,-1 0-1,1 0 1,0 1 0,0-1-1,1 1 1,-1 0-26,-1 3 43,0-2-35,0 0 0,1 1 0,-1-1 0,1 1 1,1 0-1,-1 0 0,1 0 0,0 0 0,0 0 1,1 0-1,-1 0 0,1 0 0,1 0 0,-1 0 1,1 0-1,0 0 0,1 0 0,-1 0 0,1 0 1,1 0-1,-1-1 0,1 1 0,-1-1 0,2 0 1,-1 1-1,0-2 0,1 1 0,3 3-8,164 134 117,-169-140-88,0 0 0,0 1 0,0 0 0,-1 0 0,1-1 0,0 1 0,-1 0 0,0 0 0,0 0 0,0 1 0,0-1-1,0 0 1,-1 0 0,1 1 0,-1-1 0,0 0 0,0 0 0,0 1 0,0-1 0,-1 0 0,0 0 0,1 1-1,-1-1 1,0 0 0,0 0 0,-1 0 0,1 0 0,0 0 0,-1 0 0,0-1 0,0 1 0,0 0 0,0-1 0,0 1-1,-1-1 1,1 0 0,-2 2-29,-4 2 127,-1 1 0,1-1 0,-1-1 0,0 0 0,0 0 0,0-1 1,-1 0-1,0 0 0,1-1 0,-1 0 0,-5 0-127,9-2 29,4 0-24,0 0 0,0 0 0,1 0 0,-1-1 0,0 1 0,0-1 0,0 1 0,0-1 0,0 0 0,0 1 0,0-1 0,0 0 0,0 0 0,0-1 0,0 1 0,0 0 0,0-1 0,0 1 0,1-1 0,-1 1 0,0-1 0,0 0 0,0 0 0,1 0 0,-1 0 0,0 0 0,1 0 0,-1 0 0,1-1 0,-1 1 0,1-1 0,0 1 0,0-1 0,-1 1 0,1-1 0,0 0 0,0 1 0,1-1 0,-1 0 0,0 0 0,1 0 0,-1 0 0,1 0 0,-1 0 0,1-1-5,0-9-377,0-1-1,1 1 1,1-1-1,0 1 1,1 0-1,0-1 1,0 1-1,2 1 0,-1-1 1,5-7 377,23-47-5539</inkml:trace>
  <inkml:trace contextRef="#ctx0" brushRef="#br0" timeOffset="-45518.017">28017 8063 1200</inkml:trace>
  <inkml:trace contextRef="#ctx0" brushRef="#br0" timeOffset="-45238.764">28017 8063 1200,'186'50'7818,"-186"-4"-6818,0 16-152,0 29 3665,0 16-4161,0-19-152,0-3-104,0-3-88,0-11-8,0-9 0,-9-5-792,-7-21-1312,10-16-2537</inkml:trace>
  <inkml:trace contextRef="#ctx0" brushRef="#br0" timeOffset="-44943.59">28206 8051 5985,'0'0'1118,"0"0"-327,0 0 84,31-11 111,98-34-176,-126 43-763,1 0-1,0 0 1,0 1 0,0 0-1,0 0 1,0 0 0,0 0-1,0 1 1,0 0 0,0-1-1,0 1 1,1 1 0,-1-1-1,0 1 1,0-1 0,0 1-1,0 0 1,0 1 0,0-1-1,-1 1 1,1 0 0,0 0 0,-1 0-1,1 0 1,-1 0 0,1 1-1,0 1-46,2 1 94,4 3 54,0 1 1,-1 0-1,0 0 1,0 1 0,-1 0-1,0 0 1,-1 1 0,-1 0-1,1 1 1,-2-1-1,0 1 1,0 0 0,-1 1-1,0-1 1,-1 1 0,-1-1-1,0 1 1,0 13-149,-2-22 71,0 0 0,-1-1-1,0 1 1,0 0 0,0 0 0,0 0 0,0 0 0,-1-1 0,0 1 0,0-1-1,0 1 1,0-1 0,0 0 0,-1 0 0,1 0 0,-1 0 0,0 0-1,0 0 1,0-1 0,0 1 0,0-1 0,-1 0 0,1 0 0,-1 0 0,1-1-1,-1 1 1,0-1 0,1 0 0,-3 0-71,-119 20 642,115-20-596,-7 0 9,3 1-41,1 0 0,-1-1-1,1 0 1,-1-2 0,0 1 0,1-2-1,-1 1 1,1-2 0,0 0 0,-1-1-1,2 0 1,-4-2-14,12 3-50,1-1 0,0 0 0,0 1-1,0-1 1,0 0 0,1-1 0,0 1 0,-1 0-1,2-1 1,-1 1 0,0-1 0,1 0 0,0 1-1,0-1 1,1 0 0,-1 0 0,1 0 0,0 0-1,0 0 1,0 1 0,1-1 0,0-3 50,0-3-284,6-66-3032,20 6-3280</inkml:trace>
  <inkml:trace contextRef="#ctx0" brushRef="#br0" timeOffset="-44942.59">28936 7678 8898,'0'0'1740,"0"0"-53,0 0-146,0 0-561,0 0-559,0 0-234,-3 21 85,-66 317 1542,58-294-1735,3 2 0,1-1-1,3 1 1,1 0 0,2 0 0,5 36-79,-4-80-25,0 0 0,1 0 0,-1 0 0,1 0-1,-1 0 1,1 0 0,-1 0 0,1-1 0,0 1 0,0 0 0,0 0-1,0 0 1,0-1 0,1 1 0,-1-1 0,0 1 0,1-1 0,-1 1-1,1-1 1,-1 0 0,1 0 0,0 0 0,0 0 0,-1 0-1,1 0 1,0 0 0,1 0 25,36 3-3482,-19-4-2648</inkml:trace>
  <inkml:trace contextRef="#ctx0" brushRef="#br0" timeOffset="-44675.89">29121 8091 9034,'0'0'1552,"0"0"-335,0 0 231,0 0-504,-12 167-432,9-119-240,3 3-112,0-9-48,0-11-96,0-8-16,3-17-400,9-6-1512,-5 0-2329</inkml:trace>
  <inkml:trace contextRef="#ctx0" brushRef="#br0" timeOffset="-44412.987">29065 7740 11931,'0'0'1864,"0"0"-520,0 0-232,0 0-871,0 0-193,0 0-48,0 0-377,113 20-1479,-85 2-2385</inkml:trace>
  <inkml:trace contextRef="#ctx0" brushRef="#br0" timeOffset="-44178.822">29493 7610 6273,'0'0'1187,"0"0"-54,0 0 113,0 0-363,0 0-100,-8 28 57,-22 98 134,-6 170 1598,-46 24-1909,83-320-750,-1 0-1,0 0 0,1 0 1,-1 0-1,0 0 0,0 0 1,1 0-1,-1 0 0,0 0 0,0 0 1,1 0-1,-1 0 0,0 0 1,1 0-1,-1 0 0,0 0 1,0 0-1,1 0 0,-1 1 1,0-1-1,0 0 0,1 0 1,-1 0-1,0 0 0,0 1 1,0-1-1,0 0 0,1 0 1,-1 1-1,0-1 0,0 0 1,0 0-1,0 1 0,0-1 1,1 0-1,-1 0 0,0 1 1,0-1-1,0 0 0,0 0 1,0 1-1,0-1 0,0 0 1,0 1-1,0-1 0,0 0 88,15-22-2967</inkml:trace>
  <inkml:trace contextRef="#ctx0" brushRef="#br0" timeOffset="-43926.62">29197 8054 8090,'0'0'1680,"0"0"-392,0 0-239,0 0-225,0 0 216,198-20 48,-122 15-304,-1 2-119,-6 3-345,-3 0-192,-12 0-24,-13 0-104,-10 0-8,-25 11-392,-6 6-1721,0 0-1816</inkml:trace>
  <inkml:trace contextRef="#ctx0" brushRef="#br0" timeOffset="-43655.545">29785 8581 12859,'0'0'1888,"0"0"-1256,0 0 136,0 0-471,0 0-281,0 0-16,0 0-1505,0 62-5640</inkml:trace>
  <inkml:trace contextRef="#ctx0" brushRef="#br0" timeOffset="-40545.497">18166 5291 9978,'0'0'1729,"0"0"-312,0 0-334,0 0-285,0 0-190,0-6-252,-3-4-209,3 61-76,0-14 11,0 272 313,1 22-224,-26 1366 334,11-1411-436,-62 874 87,69-1081-138,-3-1 1,-4 0-1,-3-2 0,-16 40-18,30-109-74,2-2-82,0 1 0,-1-1 0,0 1 0,0-1 0,-1 0 0,1 1 0,-1-1 0,0-1 0,-1 1-1,1 0 1,-1-1 0,0 0 0,0 0 0,0 0 0,-1 0 0,1 0 0,-4 1 156,-5-4-4045</inkml:trace>
  <inkml:trace contextRef="#ctx0" brushRef="#br0" timeOffset="-40249.969">17534 9249 10946,'0'0'1749,"0"0"-972,0 0-458,0 0-31,31 21 87,122 69 129,36-42-69,90-24 247,259-10-682,-383-16 110,0-7 0,87-18-110,71-34 77,179-23 161,-485 84-283,-1 0 0,1 0 0,-1-1 0,1 0 0,-1 0-1,1-1 1,-1 1 0,0-1 0,0-1 0,0 1 0,0-1 0,0 0-1,0 0 1,-1-1 0,1 0 0,-1 0 0,0 0 0,0 0 0,-1-1-1,2-1 46,3-26-2416</inkml:trace>
  <inkml:trace contextRef="#ctx0" brushRef="#br0" timeOffset="-39656.609">18311 5283 9946,'0'0'1656,"0"0"-709,0 0-293,0 0-43,0 0-391,37 0-80,592 3 808,-509-3-833,10 3-17,1-6-1,-1-5 1,1-6-1,5-7-97,81-18 58,-215 41-27,0-1-1,-1 0 1,1 0 0,0 0 0,-1 1 0,1-1 0,-1 1 0,0-1-1,1 1 1,-1-1 0,0 1 0,0 0 0,0 0 0,0 0 0,0-1-1,-1 1 1,1 0 0,-1 0 0,1 0 0,-1 0 0,0 0 0,1 0-1,-1 0 1,0 0 0,0 0 0,0 0 0,-1 1 0,1-1 0,-1 0-1,1 0 1,-1-1 0,1 1 0,-1 0 0,0 0 0,-1 1-31,1 8 73,-16 222 263,10 232-201,-65 456-135,23-552 6,-103 958 92,120-657 243,32-736-3058,0 8-2694</inkml:trace>
  <inkml:trace contextRef="#ctx0" brushRef="#br0" timeOffset="-36581.62">18037 6081 6529,'0'0'1285,"0"0"30,0 0 105,0 0 150,0 0-186,0 0-441,-9-2-427,2 1-455,-17-5 61,39-6 79,64-10 129,1 2-1,1 5 1,1 2 0,69 0-330,839 9 131,-506 27-19,-524-42-554,5-7-1549</inkml:trace>
  <inkml:trace contextRef="#ctx0" brushRef="#br0" timeOffset="-36005.212">18858 5535 6761,'0'0'1069,"0"0"108,0 0 276,0 0-332,0 0-178,0 0-140,-24 0-187,-78 4-161,99-4-443,1 0 0,-1 1 1,1 0-1,-1-1 1,1 1-1,-1 0 0,1 0 1,0 0-1,-1 1 0,1-1 1,0 1-1,0-1 1,0 1-1,0 0 0,0 0 1,0-1-1,1 1 0,-1 1 1,0-1-1,1 0 0,0 0 1,-1 0-1,1 1 1,0-1-1,0 1 0,1-1 1,-1 1-1,0-1 0,1 1 1,0 0-1,-1-1 0,1 1 1,0-1-1,0 1 1,1 1-13,-3 6 14,1-2-8,-1 0 0,1 1 1,0-1-1,1 1 0,-1-1 1,2 0-1,-1 1 0,1-1 1,1 1-1,-1-1 0,2 0 1,-1 0-1,1 0 0,0 0 1,0-1-1,3 4-6,6-3-1,1 1 0,0-2 0,0 0-1,1-1 1,0 0 0,0-1 0,1 0 0,-1-2 0,1 1 0,0-2 0,0 0 0,0-1-1,0 0 1,0-1 0,0-1 0,9-1 1,-14 2 17,-2 0-6,0 1 1,-1-1 0,1 0 0,-1-1-1,1 0 1,0 0 0,-1 0 0,0-1-1,1 0 1,-1-1 0,0 0 0,0 0-1,0 0 1,-1-1 0,1 0 0,-1 0-1,0-1 1,0 1 0,0-1 0,-1-1-1,1 1 1,-1-1 0,-1 0 0,1 0-1,-1 0 1,0-1 0,0 0 0,-1 1-1,0-1 1,0-1 0,-1 1 0,1-2-12,-2 4 16,0 0 0,0 0 0,0 0 0,-1-1 0,0 1 0,0 0 0,0 0 0,0 0 0,-1 0 0,0-1 0,0 1 0,0 0 0,-1 0 0,0 1 0,0-1 0,0 0 0,0 0 0,-1 1 0,0 0 0,0-1 0,0 1 1,0 0-1,-1 0 0,1 1 0,-1-1 0,0 1 0,0 0 0,0 0 0,-1 0 0,1 0 0,-1 1 0,0 0 0,1 0 0,-1 0 0,-1 0-16,-15-4 35,0 1-1,-1 1 1,0 0-1,0 2 0,-1 1 1,1 0-1,-20 3-34,36-2-78,0 1 0,-1-1 0,1 1-1,0 0 1,-1 1 0,1 0-1,0 0 1,0 0 0,0 0-1,1 1 1,-1 0 0,0 1-1,1-1 1,0 1 0,-1 1 78,-43 46-3625,22-19-3026</inkml:trace>
  <inkml:trace contextRef="#ctx0" brushRef="#br0" timeOffset="-35412.435">18088 6446 6633,'0'0'1079,"0"0"-72,0 0 225,0 0-386,0 0-246,0 0 220,12 14-49,-5-7-671,-1 1-20,1-1 1,0 0 0,0 0 0,1 0 0,-1-1-1,2 0 1,-1-1 0,1 0 0,-1 0-1,1-1 1,1 0 0,-1 0 0,1-1-81,73 13 251,2-3-1,-1-4 1,1-4 0,84-5-251,-129 0 29,496-28 180,-485 27-211,402 16 148,-292 2 78,-170-23-33,-16-12-779,-6-7-1719</inkml:trace>
  <inkml:trace contextRef="#ctx0" brushRef="#br0" timeOffset="-34878.421">18821 6081 7154,'0'0'1068,"0"0"-49,0 0 133,0 0-337,0 0-268,0 0-71,-27 13 2,-81 42-24,104-53-417,0 0 0,0 0 0,0 1 0,0-1 1,1 1-1,-1-1 0,1 1 0,0 0 0,0 0 0,0 1 1,0-1-1,0 1 0,1-1 0,-1 1 0,1 0 0,0 0 0,1 0 1,-2 4-38,-2 4 102,-14 130 532,19-137-632,0 0 0,0 0 0,1 0 0,0 0-1,0-1 1,1 1 0,-1 0 0,1 0-1,0-1 1,0 1 0,0-1 0,1 0 0,0 0-1,-1 0 1,1 0 0,1 0 0,-1 0-1,1-1 1,-1 0 0,1 0 0,0 0 0,0 0-1,0 0 1,1-1 0,-1 0 0,1 0 0,-1 0-1,1 0 1,0-1 0,3 1-2,154 14 14,-155-16-2,0 0-1,0 0 0,0-1 0,0 0 0,0 0 0,0-1 0,0 0 0,0 0 0,-1-1 0,1 1 0,-1-1 0,0-1 1,0 1-1,0-1 0,0 0 0,0-1 0,-1 1 0,0-1 0,0 0 0,0 0 0,-1-1 0,1 0 0,-2 1 1,1-1-1,0 0 0,-1-1 0,0 1 0,-1-1 0,1 1 0,-1-1 0,0 0 0,0-7-11,0 6 6,0 0 0,-1 0-1,0 0 1,0-1 0,-1 1-1,0 0 1,-1 0 0,0-1-1,0 1 1,-1 0 0,0 0-1,0 0 1,0 0 0,-1 0-1,-1 1 1,1-1 0,-1 1-1,-1 0 1,1 0 0,-1 1-1,0-1 1,-1 1 0,1 0-1,-1 0 1,0 1 0,-1-1-1,1 1 1,-1 1 0,0-1-1,-1 1 1,1 1 0,-1-1-1,1 1 1,-1 1 0,0-1-1,-8 0-5,-55 4-5226,45 8-4295</inkml:trace>
  <inkml:trace contextRef="#ctx0" brushRef="#br0" timeOffset="-34362.016">17962 7230 6241,'0'0'1579,"0"0"58,0 0-280,0 0-517,0 0-281,0 0-132,8 0 66,506 6 2285,626-6-2412,-822 28-145,-310-27-214,-8 0-7,1-1 0,0 1 0,-1-1 0,1 1 0,-1-1 0,1 0 0,0 0 0,0 1 0,-1-1 0,1 0 0,0 0-1,-1 0 1,1 1 0,0-1 0,0 0 0,-1 0 0,1 0 0,0 0 0,0-1 0,-1 1 0,1 0 0,0 0 0,0 0 0,-1-1 0,1 1 0,0 0 0,-1-1 0,1 1-1,0 0 1,-1-1 0,1 1 0,-1-1 0,1 1 0,-1-1 0,1 1 0,-1-1 0,1 1 0,-1-1 0,1 0 0,-1 1 0,0-1 0,1 0 0,-1 1 0,0-1 0,0 0-1,1 1 1,-1-1 0,0 0 0,0 0 0,0 0 0,0-25-481,0-8-1761</inkml:trace>
  <inkml:trace contextRef="#ctx0" brushRef="#br0" timeOffset="-33725.756">18720 6729 5401,'0'0'1741,"0"0"-333,0 0-73,0 0-120,0 0-471,0 0-329,-19 6-105,-61 23-75,78-28-215,0 1-1,-1-1 1,1 0-1,0 1 1,0-1 0,0 1-1,0 0 1,0 0-1,0 0 1,0 0 0,1 0-1,-1 0 1,1 0-1,-1 1 1,1-1 0,0 0-1,0 1 1,0-1-1,0 1 1,0 0 0,1-1-1,-1 1 1,1 0-1,0 1-19,-2 4 92,-1 0-50,1 0 0,0 0 0,1 0 1,-1 0-1,1 0 0,1 0 1,0 1-1,0-1 0,0 0 0,1 0 1,0 0-1,1 0 0,0 0 0,0 0 1,1 0-1,0 0 0,0-1 1,1 0-1,-1 1 0,2-1 0,-1 0 1,1-1-1,0 1 0,1-1 1,-1 0-1,1-1 0,0 1 0,1-1 1,-1 0-1,1-1 0,0 1 1,0-1-1,0-1 0,7 3-42,135 7 158,-141-15-139,0 0 0,0 0 0,0 0 0,-1-1 0,1-1 0,-1 1 0,0-1 0,0 0 0,0-1 0,0 1 0,-1-1 0,0-1 0,0 1 0,0-1 0,-1 0 0,0-1 0,0 1 0,0-1 0,-1 0 0,0 0 1,0 0-1,-1-1 0,0 1 0,0-1 0,-1 0 0,0 0 0,0 0 0,-1 0 0,0 0 0,0 0 0,-1 0 0,0 0 0,-1 0 0,1 0 0,-2-1 0,1 1 0,-1 1 0,0-1 0,-2-4-19,-1 3 10,-1 0 0,0 0 0,0 1-1,-1 0 1,0 0 0,0 0 0,-1 1-1,1 0 1,-2 1 0,1 0 0,-1 0-1,0 1 1,0 0 0,-1 0-1,1 1 1,-1 0 0,0 1 0,0 0-1,0 1 1,0 0 0,-1 0 0,1 1-1,-8 0-9,15 1-132,0 0-1,0 0 0,0 0 0,0 0 0,0 0 0,0 1 0,0-1 1,0 1-1,0 0 0,0 0 0,1 0 0,-1 0 0,0 0 1,0 1-1,1-1 0,-1 1 0,1 0 0,-1 0 0,1-1 0,0 2 1,0-1-1,0 0 0,0 0 0,0 1 0,0-1 0,1 1 1,-1-1-1,1 1 0,0 0 0,0 0 0,-1 0 133,-5 25-5288</inkml:trace>
  <inkml:trace contextRef="#ctx0" brushRef="#br0" timeOffset="-32965.081">18044 7986 4305,'0'0'1287,"0"0"-208,0 0-12,0 0 309,0 0-5,0 0-362,-7-8-175,-20-24-67,20 24-64,7 8-155,0 0-83,0 0-182,16 0 92,357 22 544,1-21-752,408 16-86,-371 11 508,-411-28-501,-30-50-2239,0 9-3857</inkml:trace>
  <inkml:trace contextRef="#ctx0" brushRef="#br0" timeOffset="-32424.541">18651 7377 6273,'0'0'1014,"0"0"-187,0 0 280,0 0 126,0 0-258,0 0-252,-24 13-99,-74 46-82,95-57-518,0 0 0,0 1 0,1-1 0,-1 1 0,1 0 0,-1 0 1,1 0-1,0 0 0,0 0 0,1 1 0,-1-1 0,1 0 1,0 1-1,-1-1 0,1 1 0,1 0 0,-1-1 0,1 1 1,-1 0-1,1-1 0,0 1 0,0 0 0,1-1 0,-1 1 1,1 0-25,0 11 81,-2-8-69,1 0 0,0 0-1,1 0 1,0 0 0,0-1 0,0 1 0,1 0-1,0-1 1,0 1 0,0-1 0,1 0 0,0 1 0,1-1-1,-1 0 1,1-1 0,0 1 0,0-1 0,1 0-1,0 0 1,0 0 0,0-1 0,0 1 0,1-1-1,0 0 1,-1-1 0,2 0 0,-1 0 0,4 2-12,10 2 10,0-1 0,1 0 0,-1-1 0,1-1 0,0-2 1,1 0-1,-1-1 0,0-1 0,1 0 0,18-5-10,-34 6 21,0-1 0,0 0 0,-1-1 1,1 1-1,0-1 0,-1 0 0,1 0 0,-1-1 0,1 0 0,-1 0 0,0 0 0,1-1 1,-1 0-1,0 1 0,-1-2 0,1 1 0,-1-1 0,1 1 0,-1-1 0,0 0 0,0-1 0,-1 1 1,1-1-1,-1 0 0,0 0 0,0 0 0,-1 0 0,1 0 0,-1 0 0,-1-1 0,1 1 1,-1-1-1,1 1 0,-2-1 0,1-4-21,-1 3 42,0-1 0,-1 1 0,-1 0 0,1 0 0,-1 0-1,0 0 1,0 0 0,-1 0 0,0 0 0,-1 1 0,1 0 0,-1-1 0,0 1 0,-1 1 0,1-1 0,-1 1 0,0-1-1,0 1 1,-1 1 0,0-1 0,0 1 0,0 0 0,-6-3-42,-4-5-36,3 1-105,0 1 0,0 1 1,-1 0-1,0 0 1,-1 2-1,0 0 1,0 0-1,0 1 0,-10-1 141,22 6-285,0 1 0,0 0 0,-1-1 0,1 1 0,0 1 0,0-1-1,0 0 1,0 1 0,0-1 0,0 1 0,0 0 0,0 0 0,0 1-1,0-1 1,0 0 0,0 1 0,1 0 0,-1-1 0,1 1-1,-1 0 1,1 1 0,-2 0 285,-24 29-7619</inkml:trace>
  <inkml:trace contextRef="#ctx0" brushRef="#br0" timeOffset="-31897.57">17959 8575 4249,'0'0'1308,"0"0"-458,0 0-35,0 0 239,0 0 19,0 0-114,14 0-133,159 17 1795,639 96-1102,-109-27-1263,-582-79-63,-123-12-69,-53-55-1625,12 24-3555</inkml:trace>
  <inkml:trace contextRef="#ctx0" brushRef="#br0" timeOffset="-31447.298">18679 8006 7386,'0'0'1251,"0"0"-609,0 0-11,0 0 180,0 0-291,0 0-189,-21 27-66,-63 89-58,81-111-197,0 1 0,0-1 0,1 0 0,0 1 0,0 0 0,0-1 0,0 1 0,1 0 0,0 0 0,0 0 0,1 0 0,0 0 0,0 0 0,0 0 0,1 0 0,0-1 0,0 1 0,0 0 0,1 0 0,-1 0 0,2-1 0,-1 1 0,0-1 0,1 0 0,0 1 0,1-1 0,-1-1 0,1 1 0,0 0 1,0-1-1,0 0 0,0 0 0,1 0 0,0 0 0,0-1 0,0 0 0,3 2-10,0 0 33,1 0 1,0 0 0,0-1 0,1 0 0,-1-1-1,1 0 1,0 0 0,0-1 0,0 0 0,0-1-1,0 0 1,0-1 0,0 0 0,0 0-1,1-1 1,-1 0 0,0-1 0,0 0 0,-1-1-1,1 0 1,0-1 0,-1 0 0,0 0-1,8-5-33,-10 2 89,0 0 0,-1 0 0,0 0 0,0-1-1,-1 1 1,0-2 0,0 1 0,-1 0-1,0-1 1,0 0 0,-1 0 0,-1 0-1,1 0 1,-1 0 0,-1-1 0,0 1-1,0-1 1,-1 1 0,0-1 0,0 1-1,-1-1 1,0 1 0,-1 0 0,0-1-1,-1 1 1,0 0 0,0 0 0,-1 1-1,-3-6-88,2 7-76,-1 0-1,0 0 1,-1 0-1,1 1 1,-1 0-1,-1 1 1,1-1-1,-1 1 0,0 1 1,0-1-1,0 1 1,0 1-1,-1 0 1,0 0-1,0 0 1,0 1-1,0 0 0,0 1 1,0 0-1,-2 1 77,-9 9-2872,4 12-2275</inkml:trace>
  <inkml:trace contextRef="#ctx0" brushRef="#br0" timeOffset="-31030.764">18676 8906 7338,'0'0'1206,"0"0"-344,0 0-24,0 0-384,0 0-162,0 0 2,-13 15 16,-40 51 36,47-58-250,0 0 0,1 1 0,0 0 0,0 0 0,1 0 0,1 1 0,-1 0 0,1-1 0,1 1 0,0 0 0,0 0 0,1 0 0,1 1 0,-1-1 0,2 0 0,0 5-96,-1-3 12,0-6-9,0-1 1,1 0-1,0 0 0,0 0 0,1 0 0,-1 0 0,1 0 0,0 0 1,0 0-1,1-1 0,0 1 0,-1-1 0,1 0 0,1 0 0,-1 0 1,1 0-1,-1 0 0,1-1 0,0 1 0,0-1 0,1 0 0,-1-1 1,1 1-1,-1-1 0,1 0 0,0 0 0,0 0 0,0 0 1,0-1-1,0 0 0,0 0 0,0 0 0,0-1 0,1 0 0,-1 0 1,3 0-4,1 1 17,1 0 0,-1 0 1,1-1-1,0 0 1,-1 0-1,1-1 0,-1 0 1,1-1-1,-1 0 1,0-1-1,0 0 0,0 0 1,0-1-1,0 0 1,-1 0-1,1-1 0,-1 0 1,0-1-1,2-3-17,-2 1 61,-1 0-1,0-1 1,0 0 0,-1-1-1,-1 0 1,1 1-1,-2-2 1,1 1 0,-1-1-1,-1 1 1,0-1-1,-1 0 1,0 0-1,0 0 1,-1 0 0,0-1-1,-1 1 1,-1 0-1,0 0 1,0-1 0,-3-7-61,0 9 17,0 0 0,-1 1 1,0-1-1,0 1 1,-1 0-1,-1 0 1,1 1-1,-1 0 1,-1 0-1,0 1 1,0 0-1,0 0 0,-1 0 1,1 1-1,-2 1 1,1 0-1,-1 0 1,1 1-1,-1 0 1,-1 0-1,1 1 0,0 1 1,-1-1-1,0 2-17,8 0-112,-1 1 0,0 0 1,1 0-1,-1 0 0,1 0 0,-1 1 0,1-1 0,-1 1 0,1 0 0,-1 0 0,1 1 0,0-1 0,-1 0 0,1 1 0,0 0 0,0 0 0,0 0 0,0 0 1,1 0-1,-1 1 0,0-1 0,1 1 0,0 0 0,0 0 0,-1 0 0,2 0 0,-1 0 0,0 0 0,1 0 0,-1 1 0,0 1 112,-10 35-5664</inkml:trace>
  <inkml:trace contextRef="#ctx0" brushRef="#br0" timeOffset="-29890.883">17952 9396 5137,'0'0'1023,"0"0"-180,0 0-27,0 0-233,0 0-219,0 0 297,-2 9 162,-12 229 2072,15-167-2621,0 92 293,-14 355 207,-13-19-91,23-426-333,34-73-93,112 5-190,-52-5-63,29-2-19,0 6 0,111 18 15,348 109-308,-316-116-496,-260-16 846,-1-1 0,1 1 0,-1-1-1,0 0 1,0 1 0,1-1 0,-1 0-1,-1-1 1,1 1 0,0 0 0,0 0 0,-1-1-1,1 1 1,-1-1 0,0 1 0,0-1 0,0 0-1,0 0 1,0 1 0,-1-1 0,1 0-1,-1-2-41,4-6 71,28-83 442,6-9-403,-5-1-1,-4-2 1,-5-1 0,-3-15-110,-6-82 298,-11-153-298,0-11 310,5 92 804,-18 281-4134,-10 8-4009</inkml:trace>
  <inkml:trace contextRef="#ctx0" brushRef="#br0" timeOffset="-29278.601">17669 10149 5985,'0'0'1394,"0"0"-174,0 0-44,0 0-191,0 0-34,0 0 70,23 0-158,155 0 445,455-15-386,169-51-824,-526 65 17,-275 1-95,-4-15-527,-13-4-1825</inkml:trace>
  <inkml:trace contextRef="#ctx0" brushRef="#br0" timeOffset="-28905.865">18582 9467 7410,'0'0'1776,"0"0"-896,0 0-144,0 0-208,0 0-320,0 0 561,0 0-153,22 144-8,-22-82 32,0 0-208,0-2-56,0-15-120,0-5-112,0-15-136,0-11-8,0-2-552,0-12-4769</inkml:trace>
  <inkml:trace contextRef="#ctx0" brushRef="#br0" timeOffset="-28328.101">18641 10471 5345,'0'0'2649,"0"0"-457,0 0 129,0 0-657,0 0-816,0 0-448,0 0-192,0 40-112,0 11 112,0 11 48,-3 9 49,-3-3-57,6-6-72,0-14-104,0-17-48,19-19-24,6-12-224,-9 0-2433</inkml:trace>
  <inkml:trace contextRef="#ctx0" brushRef="#br0" timeOffset="-27238.244">17918 10882 5137,'0'0'1642,"0"0"-705,0 0 84,0 0 184,-2 34-101,-16 214 706,-46 372 1265,35-139-2448,28-478-626,1 1 0,0 0 1,0-1-1,1 1 0,-1 0 0,1-1 0,0 1 0,0-1 0,0 1 1,0-1-1,1 1 0,-1-1 0,1 0 0,0 0 0,0 1 0,0-1 0,0 0 1,0-1-1,1 1 0,-1 0 0,1-1 0,0 0 0,0 1 0,0-1 0,0 0 1,0 0-1,1-1 0,-1 1 0,0-1 0,1 0 0,-1 0 0,1 0 1,2 1-2,179 12 111,-137-14-81,721-4 29,-474-28 22,-87 20-50,-192-21 115,-4-59 91,-4 0 0,-4-1-1,-6-32-236,2 52 25,1 14-18,-4-1 1,-2 1-1,-2 0 0,-3 0 0,-14-44-7,23 96-9,0 0 1,-1 0-1,0 0 0,0 1 0,0-1 0,-1 1 1,0-1-1,0 1 0,-1 0 0,0 0 1,0 0-1,0 1 0,-1-1 0,1 1 0,-1 0 1,-1 1-1,1-1 0,-1 1 0,1 0 1,-1 0-1,-1 1 0,1-1 0,0 2 0,-1-1 1,1 1-1,-1-1 0,0 2 0,0-1 1,0 1-1,0 0 0,-4 0 9,-13 9-1700,0 9-2382</inkml:trace>
  <inkml:trace contextRef="#ctx0" brushRef="#br0" timeOffset="-26851.825">18478 11595 7162,'0'0'2096,"0"0"-1024,0 0 625,0 0-369,0 0-600,0 0-296,0 0 200,-10 207-272,1-128-136,-4-8-128,4-6-48,-1-11 0,10-15-48,0-16-624,0-9-1944,-3-11-4410</inkml:trace>
  <inkml:trace contextRef="#ctx0" brushRef="#br0" timeOffset="-26006.169">17773 12379 5425,'0'0'2121,"0"0"-202,0 0 12,0 0-614,0 0-560,0 0-281,0 10-243,-19 456 1810,2-334-1793,-19 251 160,38-380-410,0 0-1,0-1 1,0 0 0,0 0-1,0 1 1,1-1-1,-1-1 1,1 1 0,-1 0-1,1-1 1,0 1-1,-1-1 1,1 0-1,0 0 1,0 0 0,0 0-1,0 0 1,0-1-1,0 1 1,1-1 0,-1 0-1,0 0 1,0 0-1,0 0 1,0-1-1,0 1 1,0-1 0,0 0-1,0 1 1,3-3 0,14 2 6,225-41 107,198 29-73,-289 15-33,426 18-55,-565-21-6,0 1 0,1-2 1,-1 0-1,0-1 1,0 0-1,0-1 0,0-1 1,-1 0-1,1-1 1,-1-1 53,-3-51 258,-28-231 13,11 259-238,-24-106 109,6-1 0,7-1 0,1-95-142,16 232-43,0 0 1,1 0-1,-1 1 1,0-1 0,0 0-1,0 0 1,1 0-1,-1 0 1,0 0-1,0 1 1,0-1 0,0 0-1,0 0 1,-1 0-1,1 0 1,0 0-1,0 0 1,0 1 0,-1-1-1,1 0 1,0 0-1,-1 0 1,1 1-1,-1-1 1,1 0 0,-1 1-1,0-1 1,1 0-1,-1 1 1,1-1 0,-1 1-1,0-1 1,0 1-1,1-1 1,-1 1-1,0-1 1,0 1 0,1 0-1,-1-1 1,0 1-1,0 0 1,0 0-1,0 0 1,0 0 0,1-1-1,-1 1 1,0 0-1,0 1 1,0-1-1,0 0 1,0 0 0,0 0-1,1 0 1,-1 1-1,0-1 1,0 0-1,0 1 1,1-1 0,-1 1-1,0-1 1,0 1-1,1-1 1,-1 1-1,0 0 43,-20 13-5818</inkml:trace>
  <inkml:trace contextRef="#ctx0" brushRef="#br0" timeOffset="-25162.145">18550 12829 6785,'0'0'1609,"0"0"-105,0 0 425,0 0-289,0 0-648,0 0-488,0 0-232,-3 85-8,-3-25 56,6-1-24,-3-2 1,3-12-185,0-14-48,0-5-56,12-23-8,7-3-1129,-10 0-7809</inkml:trace>
  <inkml:trace contextRef="#ctx0" brushRef="#br0" timeOffset="-20793.659">22507 6435 5193,'0'0'1747,"0"0"-907,0 0-314,-29-2 355,-94-6-75,113 7-677,0-1 1,0 1-1,0 0 0,0 1 1,0 0-1,0 1 0,0 0 1,0 1-1,0 0 0,1 0 1,-1 1-1,1 0 0,-1 1 1,1 0-1,0 0 1,0 1-1,1 0 0,-1 1 1,1 0-1,1 0 0,-1 1 1,1 0-1,0 0 0,0 1 1,-2 4-130,6-7 24,1 0 1,-1 0-1,1 1 1,0-1-1,1 1 1,-1-1-1,1 1 1,0 0-1,1 0 0,-1-1 1,1 1-1,0 0 1,1 0-1,-1 0 1,1-1-1,0 1 1,1 0-1,-1-1 1,1 1-1,0-1 1,1 0-1,-1 1 1,1-1-1,0 0 0,0 0 1,1-1-1,0 1 1,-1-1-1,2 0-24,263 176 248,-264-178-240,-1 1-1,0-1 0,0 1 0,0 0 0,-1 0 0,1 0 1,-1 1-1,1-1 0,-1 1 0,0-1 0,-1 1 1,1 0-1,0-1 0,-1 1 0,0 0 0,0 0 1,0 0-1,-1 0 0,1 0 0,-1 0 0,0 0 0,0 0 1,0 1-1,-1-1 0,1 0 0,-1 0 0,0 0 1,0-1-1,0 1 0,-1 0 0,0 0 0,1 0 1,-1-1-1,0 1 0,-1-1 0,-1 2-7,-4 3 79,-1-1 1,0 0-1,-1-1 0,0 0 0,0 0 0,0-1 1,0 0-1,-1-1 0,0 0 0,0-1 1,0 0-1,0-1 0,0 0 0,-1-1 1,1 0-1,-1-1 0,-2 0-79,10-1 56,0-1 1,-1 0-1,1 0 1,0 0-1,0-1 0,0 1 1,0-1-1,0 0 0,0 0 1,1 0-1,0-1 1,-1 1-1,1-1 0,1 0 1,-1 0-1,0 0 0,1 0 1,0 0-1,0 0 1,0-1-1,1 1 0,-1-1 1,1 0-1,0 1 0,0-1 1,1 0-1,-1 1 1,1-1-1,0 0 0,0 0 1,1 1-1,0-1 0,0 0 1,0 1-1,1-5-56,-2 1 7,5-13-11,0-1 0,1 1-1,1 0 1,1 0 0,1 1-1,1 0 1,0 1 0,2 0-1,0 1 1,1 0 0,1 1-1,1 0 1,0 1 0,1 1-1,1 0 1,0 2 0,1-1-1,0 2 1,1 1 0,19-9 4,95-24-2456,-39 40-2114,-36 4 233</inkml:trace>
  <inkml:trace contextRef="#ctx0" brushRef="#br0" timeOffset="-20497.814">22837 6636 6633,'0'0'2089,"0"0"10,0 0-351,0 0-695,0 0-321,0 0-244,-16-3-119,-50-8-31,65 11-330,-1-1 0,0 1 0,0 0 0,0 1 0,0-1 0,1 0 1,-1 1-1,0-1 0,0 1 0,0-1 0,1 1 0,-1 0 0,0-1 0,1 1 1,-1 0-1,1 0 0,-1 0 0,1 1 0,-1-1 0,1 0 0,0 0 0,0 1 1,-1-1-1,1 1 0,0-1 0,0 1 0,1 0 0,-1-1 0,0 1 0,0 0 1,1-1-1,-1 1 0,1 0 0,0 0 0,-1 0 0,1-1 0,0 1 0,0 0 1,0 0-1,0 0 0,0 0 0,1 0 0,-1-1 0,1 1 0,-1 0-8,0 10 23,-3 1-19,1-1 1,1 1-1,0 0 1,1 0 0,0 0-1,1 0 1,1 0-1,0 0 1,0 0 0,1 0-1,1-1 1,0 1-1,1-1 1,0 0-1,1-1 1,1 1 0,-1-1-1,2 0 1,-1-1-1,2 0 1,-1 0 0,1-1-1,4 3-4,-4-5-3,1 0 0,1-1 0,-1-1 0,1 0 0,0 0 0,0-1 0,1 0 1,-1-1-1,1 0 0,0-1 0,0 0 0,-1-1 0,1 0 0,0-1 0,6-1 3,-12 1 25,0-1-1,0 0 1,0 0 0,-1 0 0,1-1-1,0 0 1,0 0 0,-1 0-1,1-1 1,-1 0 0,0 0 0,0 0-1,0-1 1,0 0 0,-1 0-1,1 0 1,-1 0 0,0-1 0,0 1-1,-1-1 1,1 0 0,-1 0 0,0-1-1,-1 1 1,1 0 0,-1-1-1,0 0 1,0 0 0,-1 1 0,1-6-25,0 3 43,0-1 0,-1 0 0,-1 0 1,1 0-1,-1 0 0,-1 0 0,1 1 0,-2-1 1,1 0-1,-1 0 0,-1 1 0,1-1 1,-1 1-1,-1 0 0,0 0 0,0 0 1,0 0-1,-1 1 0,0-1 0,-1 1 0,1 0 1,-1 1-1,-1 0 0,-2-2-43,-137-81-561,139 86 120,-11-12-3265,17 12-2081</inkml:trace>
  <inkml:trace contextRef="#ctx0" brushRef="#br0" timeOffset="-20248.475">23787 6341 12251,'0'0'1696,"0"0"-848,0 0 160,-119 190-432,43-94-319,-9 15 159,-6 5 112,0 3-104,12-15-208,19-19-96,19-25-64,23-23-56,18-37-200,6 0-1584,16-32-3306</inkml:trace>
  <inkml:trace contextRef="#ctx0" brushRef="#br0" timeOffset="-20000.552">23255 6220 14643,'0'0'1753,"0"0"-833,0 0-160,0 0-608,0 0-152,0 0-24,0 0-600,199 82-1497,-146-40-5256</inkml:trace>
  <inkml:trace contextRef="#ctx0" brushRef="#br0" timeOffset="-19764.677">23668 7332 11995,'0'0'1976,"0"0"-352,0 0-431,0 0-777,0 0-248,0 0-168,0 0-720,88-90-2001</inkml:trace>
  <inkml:trace contextRef="#ctx0" brushRef="#br0" timeOffset="-19005.681">24020 7595 6049,'0'0'2772,"0"0"-1675,0 0-659,0 0 224,1 27 141,4 167 902,-7-175-1553,-1-1 1,0 0 0,-2 0-1,0 0 1,-1-1 0,0 1-1,-2-1 1,0-1 0,-1 1-1,0-2 1,-1 1 0,-1-1-1,-1-1 1,0 0 0,-1 0-1,0-2 1,-1 1 0,0-2-1,-1 0 1,0 0 0,-1-2-1,0 0 1,-1 0 0,0-2-1,-3 1-152,15-5 11,0-1 0,1 0-1,-1 1 1,0-2 0,0 1-1,0 0 1,0-1 0,-1 0-1,1-1 1,0 1 0,-1-1-1,1 0 1,0 0 0,0 0-1,-1-1 1,1 0 0,0 0-1,0 0 1,0-1 0,0 1-1,0-1 1,0-1 0,0 1-1,1-1 1,-1 1 0,1-1-1,-1 0 1,1-1 0,-3-2-11,5 3-11,0-1 1,1 1-1,-1 0 0,1 0 1,0-1-1,0 1 0,0 0 1,0-1-1,0 1 0,1-1 1,-1 1-1,1-1 0,0 1 1,0-1-1,1 0 1,-1 1-1,1-1 0,-1 1 1,1-1-1,0 1 0,1 0 1,-1-1-1,0 1 0,1 0 1,0 0-1,0 0 1,0 0-1,0 0 0,0 0 1,0 1-1,1-1 0,0 1 1,-1-1-1,1 1 0,0 0 1,0 0-1,0 1 1,0-1-1,0 0 0,1 1 11,8-2-4,1 1 0,-1 1-1,1 0 1,0 1-1,-1 0 1,1 1 0,0 0-1,-1 1 1,0 1 0,1 0-1,-1 0 1,0 1-1,0 1 1,-1 0 0,1 1-1,9 6 5,164 131-79,-125-80-1739,-40-42-1791</inkml:trace>
  <inkml:trace contextRef="#ctx0" brushRef="#br0" timeOffset="-18052.918">23076 6183 11322,'0'0'1450,"0"0"-707,0 0 117,-22 34 322,-323 451 1170,46-66-1324,292-408-1000,1-1 0,-1 1 0,2 0 0,-1 0 0,2 1 0,-1-1 0,2 1 0,-1 0 0,2 1 0,-1-1-1,2 0 1,0 1 0,0-1 0,1 0 0,1 9-28,31 11-40,70-34 8,73-47 51,28-39-96,-5-9 0,26-25 77,-63 34-224,456-242-1908,-610 327 2712,-18 13-351,-36 24 30,-150 108 449,7 8 0,6 8-1,-153 172-707,320-310 41,-1-2-7,0 1 0,1 1-1,1 1 1,1 0 0,1 1 0,0 1 0,2 0-1,1 0 1,1 2 0,-1 5-34,10-28-2,1 0 0,-1 0-1,1 0 1,-1 0 0,1 0 0,0 0 0,0 0-1,0 0 1,0 0 0,1 0 0,-1 0 0,0 0-1,1 0 1,-1 0 0,1 0 0,0 0 0,0 0-1,0 0 1,0-1 0,0 1 0,0 0 0,0-1-1,0 1 1,1-1 0,-1 1 0,1-1 0,-1 1 0,1-1-1,-1 0 1,1 0 0,0 0 0,0 0 0,-1 0-1,1 0 1,0 0 0,0-1 0,0 1 0,0-1-1,0 1 1,0-1 0,0 0 0,0 0 0,0 0-1,0 0 1,0 0 0,0 0 0,0-1 0,0 1-1,0-1 1,0 1 0,2-1 2,33 0-27,1-1 1,0-2-1,0-1 0,-1-2 1,0-2-1,-1-1 0,30-13 27,598-221-816,-656 241 793,14-6-96,0 0-1,1 2 0,-1 0 0,2 1 0,-1 2 0,1 0 1,18 1 119,-42 2-2,1 1 0,0 1 0,0-1 0,0 0 1,0 0-1,0 0 0,0 0 0,0 1 0,-1-1 0,1 0 1,0 1-1,0-1 0,0 1 0,0-1 0,-1 1 1,1-1-1,0 1 0,-1-1 0,1 1 0,0 0 0,-1-1 1,1 1-1,-1 0 0,1 0 0,-1 0 0,1-1 1,-1 1-1,0 0 0,1 0 0,-1 0 0,0 0 0,0 0 1,0-1-1,1 1 0,-1 0 0,0 0 0,0 0 1,0 0-1,-1 0 0,1 0 0,0 0 0,0 0 0,0-1 1,-1 1-1,1 0 0,0 0 0,-1 0 0,1 0 0,-1-1 1,1 1-1,-1 0 2,0 4-2,-2 8 7,-1 0 1,-1-1 0,0 1-1,-1-1 1,-1 0-1,1-1 1,-2 0 0,1 0-1,-2 0 1,1-1-1,-2 0 1,0 0-6,2-1 10,-434 502 734,427-491-705,1-1-1,0 2 0,2 0 1,0 1-1,2 0 0,0 1 0,-1 6-38,10-26 3,0-1 0,0 1-1,0-1 1,0 1-1,0 0 1,0 0-1,1-1 1,-1 1 0,1 0-1,0 0 1,0 0-1,0 0 1,0-1-1,1 1 1,-1 0-1,1 0 1,-1-1 0,1 1-1,0 0 1,0 0-1,0-1 1,1 1-1,-1-1 1,0 1-1,1-1 1,0 0 0,0 0-1,-1 0 1,1 1-1,1-2 1,-1 1-1,0 0 1,0 0-1,1-1 1,-1 1 0,1-1-1,1 1-2,19 2 4,1-2-1,-1-1 1,1 0-1,-1-2 1,1 0-1,-1-2 1,1-1-1,1-1-3,20-9 22,-2-2-1,0-2 0,-1-1 1,0-3-1,-2-1 0,-1-2 1,-1-2-1,24-22-21,-57 45-21,29-20-392,-1-2 1,-1-1-1,-1-2 0,-2-1 0,-1-1 0,23-34 413,-30 19-3854</inkml:trace>
  <inkml:trace contextRef="#ctx0" brushRef="#br0" timeOffset="-17383.044">23337 8705 6849,'0'0'1841,"0"0"-341,0 0-38,0 0-57,0 0-326,0 0-265,-19 18-279,-133 153 90,143-157-571,-25 29 159,1 2-1,3 2 1,2 0-1,2 2 1,2 1-1,2 1 1,-13 47-213,33-93 4,0 0-1,0 0 1,0 0 0,1 0 0,-1 1-1,1-1 1,1 0 0,-1 1 0,1-1-1,0 1 1,0-1 0,1 1 0,-1-1 0,1 1-1,0-1 1,1 0 0,-1 0 0,1 1-1,0-1 1,0 0 0,1 0 0,0-1 0,0 1-1,0-1 1,0 1 0,0-1 0,1 0-1,0 0 1,2 2-4,14 0-31,0-1-1,0 0 0,0-1 1,0-2-1,1 0 1,-1-1-1,1-1 1,-1 0-1,1-2 1,-1-1-1,1 0 0,-1-2 1,0 0-1,-1-1 1,13-6 31,-17 8-39,-1-1 0,1-1 0,-1-1 0,0 0 0,-1 0 0,0-2 0,0 1 0,-1-2 0,0 0 0,-1 0 0,0-1 0,10-12 39,-20 22 8,1-1 1,-1 0 0,0 0 0,0 0 0,0 1 0,0-1 0,0 0-1,0 0 1,-1 0 0,1-1 0,-1 1 0,1 0 0,-1 0-1,0 0 1,0 0 0,0 0 0,0-1 0,0 1 0,0 0 0,0 0-1,-1 0 1,1 0 0,-1 0 0,0 0 0,0 0 0,0 0-1,0 0 1,0 0 0,0 0 0,0 0 0,0 1 0,-1-1 0,1 0-1,-1 1 1,1-1 0,-1 1 0,0 0 0,1-1 0,-1 1-1,0 0-7,-89-33 587,79 31-524,-56-11 237,-1 3-1,0 3 1,-1 3-1,-52 3-300,207-7-2695,-14-2-1931</inkml:trace>
  <inkml:trace contextRef="#ctx0" brushRef="#br0" timeOffset="-17055.555">23853 9059 11306,'0'0'1907,"0"0"-864,0 0-69,0 0-241,0 0-402,0 0-195,-22 27-21,-66 92-14,84-113-96,1-1-1,0 1 1,0 0-1,1 0 1,0 0-1,0 0 1,0 0-1,0 1 1,1-1-1,0 1 1,1-1-1,-1 1 0,1-1 1,1 1-1,-1-1 1,1 1-1,0-1 1,0 0-1,3 6-4,-3-7 1,2 4 0,0 1 0,1 0 0,0-1 0,1 0-1,0 0 1,0 0 0,1 0 0,0-1 0,0 0 0,1 0 0,1-1 0,-1 0 0,1 0 0,0-1 0,0 0 0,1 0 0,0-1 0,0 0 0,0 0 0,4 0-1,7 4 0,1-2 0,0 0-1,1-2 1,0 0 0,-1-1-1,2-1 1,-1-1 0,21-1 0,-34-2 19,-1 0-1,1 0 1,-1 0-1,0-1 1,1 0 0,-1-1-1,0 0 1,-1 0 0,1-1-1,0 0 1,-1 0 0,0 0-1,0-1 1,0-1-1,-1 1 1,1-1 0,-1 0-1,-1 0 1,1-1 0,-1 1-1,0-1 1,-1-1 0,1 1-1,-1-1 1,-1 1-1,0-1 1,0 0 0,0 0-1,-1-1 1,0 1 0,-1 0-1,0-1 1,0 1 0,-1-1-1,0 1 1,0-1-1,-1 1 1,0-1 0,-2-5-19,1 6 57,0 1 0,-1-1 0,0 1 0,0 0 0,-1 0 0,0 0 0,0 0 1,-1 1-1,0 0 0,0 0 0,0 0 0,-1 0 0,0 1 0,0 0 0,0 0 0,-1 0 1,1 1-1,-1 0 0,0 1 0,-4-2-57,-153-45 355,34 43-396,142 30-2321,22-10-1445</inkml:trace>
  <inkml:trace contextRef="#ctx0" brushRef="#br0" timeOffset="-16792.157">24916 8779 12579,'0'0'2248,"0"0"-1272,0 0 241,0 0-649,0 0-168,-144 215-8,84-125 64,-3 4-80,-3 5-112,12-9-112,4-13-24,15-23-80,13-18-48,10-21-72,12-15-416,0-15-1464,0-19-5866</inkml:trace>
  <inkml:trace contextRef="#ctx0" brushRef="#br0" timeOffset="-16542.992">24444 8827 7890,'0'0'7209,"0"0"-6257,0 0-527,0 0-225,0 0-200,0 0-649,0 0-2527</inkml:trace>
  <inkml:trace contextRef="#ctx0" brushRef="#br0" timeOffset="-16309.766">24790 9568 14859,'0'0'2113,"0"0"-1113,0 0-88,0 0-696,0 0-216,0 0-80,0 0-416,95-11-1400,-58-6-6082</inkml:trace>
  <inkml:trace contextRef="#ctx0" brushRef="#br0" timeOffset="-15903.663">26096 8745 11146,'0'0'2649,"0"0"-826,0 0-507,0 0-478,0 0-441,-15 25-234,-35 61-9,4 2 0,4 2 1,-11 42-155,29 35 302,24-162-300,-1 0 0,1 0-1,0 0 1,1 0 0,-1 1-1,1-1 1,0 0 0,0 0-1,1-1 1,-1 1 0,1 0 0,0 0-1,0-1 1,1 1 0,0-1-1,-1 0 1,1 1 0,1-2-1,-1 1 1,1 0 0,-1 0-1,1-1 1,0 0 0,0 0-1,1 0 1,-1 0 0,0-1-1,1 0 1,0 0 0,-1 0-1,1 0 1,0-1 0,0 0-1,0 0 1,5 1-2,10 3-18,1-1 0,-1-1 0,1-1 1,0-1-1,-1 0 0,1-2 0,0 0 0,0-1 0,-1-1 0,1-1 1,-1-1-1,0-1 0,-1-1 0,1 0 0,12-8 18,-19 6-415,0-1 1,0 0-1,-1-1 1,0 0-1,-1-1 0,0 0 1,-1-1-1,-1 0 1,1-2 414,14-42-7307</inkml:trace>
  <inkml:trace contextRef="#ctx0" brushRef="#br0" timeOffset="-15621.45">26269 9050 9122,'0'0'4113,"0"0"-3425,0 0 360,0 0 128,0 0-591,0 0 215,-10 150-184,1-84-304,3 1-176,-4 1-88,10-5-48,0 2-632,0-17-1497,3-14-5392</inkml:trace>
  <inkml:trace contextRef="#ctx0" brushRef="#br0" timeOffset="-15357.7">26722 9384 10362,'0'0'2483,"0"0"-993,0 0-142,0 0-390,0 0-483,-15 25-230,-44 85-74,56-104-160,1 1 1,-1 0-1,1-1 1,1 1 0,-1 0-1,1 0 1,0 0-1,1 0 1,0 0-1,0 0 1,0 0-1,1 0 1,0 0 0,0 0-1,1 0 1,0 0-1,0 0 1,3 5-12,0 0-16,-1-1 1,2 1 0,0-1-1,0 0 1,1-1 0,0 0-1,1 0 1,0 0 0,1-1-1,0-1 1,0 1 0,0-1-1,1-1 1,1 0 0,-1 0-1,1-1 1,0 0 0,1-1-1,-1 0 1,1-1 0,0-1-1,0 0 1,1 0 0,-1-1-1,0 0 1,1-1 0,-1-1-1,11-1 16,-17 0 1,1-1-1,-1 0 1,0 0-1,0-1 1,0 1 0,0-1-1,0-1 1,-1 1-1,1-1 1,-1 0-1,0 0 1,0-1-1,0 1 1,-1-1-1,0 0 1,0 0-1,0-1 1,0 1-1,-1-1 1,0 0-1,0 0 1,-1 0-1,0 0 1,1-3-1,3-8 72,-1-1 0,-1 0 0,-1-1 0,0 1 0,-1-1 0,-1 1 0,-1-1-1,-1-1-71,0 13 28,-1-1-1,0 1 0,0 0 0,0-1 1,-1 1-1,0 0 0,0 1 0,-1-1 1,0 0-1,0 1 0,-1 0 0,0 0 1,0 0-1,0 1 0,0 0 0,-1 0 1,0 0-1,0 0 0,0 1 0,-1 0 0,0 1 1,1-1-1,-1 1 0,-1 0 0,1 1 1,0 0-1,0 0 0,-1 1 0,1-1 1,-1 2-1,0-1 0,1 1 0,-1 0-27,-11-6-1899,19 1-3060</inkml:trace>
  <inkml:trace contextRef="#ctx0" brushRef="#br0" timeOffset="-15109.612">27741 9280 688,'0'0'12379,"0"0"-10723,0 0-856,0 0 273,-139 212-337,70-127-168,-6 17-40,-7-3-16,9-9-168,14-16-336,18-17 56,13-23-64,15-34-192,10 0-896,0-9-3185</inkml:trace>
  <inkml:trace contextRef="#ctx0" brushRef="#br0" timeOffset="-14859.64">27222 9025 12979,'0'0'496,"0"0"-496,0 0-2137</inkml:trace>
  <inkml:trace contextRef="#ctx0" brushRef="#br0" timeOffset="-14609.918">27671 9914 15843,'0'0'2129,"0"0"-1473,0 0-120,0 0-536,0 0-184,0 0-760,0 0-3473</inkml:trace>
  <inkml:trace contextRef="#ctx0" brushRef="#br0" timeOffset="-11240.275">14376 9133 4545,'0'0'684,"0"0"-81,-26 0 152,-13 0-341,-127-1 3665,128-3-1860,33 3-2076,0-1-1,0 2 1,0-1-1,0 0 1,-1 1-1,1 0 1,0 0-1,-1 1 1,1 0-1,0-1 1,0 2-1,0-1 1,0 1-1,0-1 1,0 1 0,0 1-1,-3 1-142,9-4 42,-1 0 1,1 0-1,-1 0 1,1 0-1,-1 0 1,0 0-1,1 0 0,-1 0 1,1 1-1,-1-1 1,0 0-1,1 0 0,-1 1 1,0-1-1,1 0 1,-1 0-1,0 1 1,0-1-1,1 0 0,-1 1 1,0-1-1,0 0 1,1 1-1,-1-1 0,0 1 1,0-1-1,0 0 1,0 1-1,0-1 1,1 1-1,-1-1 0,0 0 1,0 1-1,0-1 1,0 1-1,0-1 0,0 0 1,0 1-1,-1-1 1,1 1-1,0-1 1,0 1-1,0-1 0,0 0 1,0 1-1,-1-1 1,1 1-43,14-1-71,318 55 970,431-11-566,-314-1-279,76-49-93,-475 9 34,1 2 0,0 3 0,-1 2 0,23 8 5,124 22-4,248-33 148,-60 12-160,-307-14 33,1-3 1,-1-3-1,1-4 0,-1-3 1,31-10-18,23 2-27,0 5 0,1 6 0,46 7 27,38-1 1,-145-6-2,1-3 0,-2-3 0,42-14 1,198-23-4,-272 46 18,-1 3 1,1 1-1,-1 2 1,0 2-1,14 4-14,46 7 12,1-5-1,0-5 1,0-3 0,47-7-12,137 6 17,212 26-49,-425-25 23,-1 4-1,0 2 1,0 3 0,-1 4-1,-1 2 1,40 19 9,-78-29 8,0-1 0,0-1 0,1-2-1,0 0 1,1-3 0,-1 0 0,0-2 0,0-1 0,4-2-8,23-5-14,-57 8-40,-15-23 2202,15 23-2120,0 0-9,0 0 8,0 0-38,0 0-40,0 0 27,0 0-5,0 0 16,0 0-2,0 0-17,0 0 28,0 0 1,0 0 9,0 0-10,0 0-35,0 0 47,0 0 28,0 0-33,-27-14-1022,6 1-1662,-4-5-3874</inkml:trace>
  <inkml:trace contextRef="#ctx0" brushRef="#br0" timeOffset="-4865.844">22636 10437 7626,'0'0'1265,"0"0"-345,0 0-26,0 0 202,-32-1-80,-101-4-305,126 5-665,-1 1-1,1 0 0,0 0 1,0 1-1,0 0 0,0 0 1,0 0-1,1 1 1,-1 0-1,1 1 0,0-1 1,0 1-1,0 0 1,0 1-1,1 0 0,-1-1 1,1 2-1,0-1 0,1 1 1,-1-1-1,1 1 1,0 0-1,1 1 0,0-1 1,0 1-1,0-1 0,0 1 1,1 0-1,1 0 1,-1 0-1,1 0 0,0 0 1,0 0-1,1 1 0,0-1 1,0 0-1,1 0 1,0 0-1,2 8-45,-4-6 12,0 1 1,1-1 0,0 1-1,1-1 1,0 1-1,0-1 1,1 1-1,0-1 1,1 0-1,0 0 1,0 0-1,1 0 1,0 0-1,1-1 1,0 0-1,0 0 1,1 0-1,4 5-12,2-3 10,1-1-1,0 0 1,1-1-1,0 0 1,0-1-1,0-1 1,1 0-1,0-1 1,0 0-1,1-1 1,-1-1-1,1-1 1,-1 0-1,1-1 1,0-1-1,0 0 1,15-2-10,-19 1 29,0 0-1,0-1 1,-1 0 0,1-1 0,-1 0 0,1 0 0,-1-1 0,0-1 0,0 0-1,-1-1 1,1 0 0,-1 0 0,-1-1 0,1 0 0,-1-1 0,0 0-1,-1-1 1,0 0 0,0 0 0,-1 0 0,0-1 0,-1 0 0,0-1 0,0 1-1,-1-1 1,-1 0 0,0 0 0,0-1 0,-1 1 0,-1-1 0,0 0 0,0 0-1,-1 0 1,-1 1 0,0-1 0,-1 0 0,0-2-29,-5 3 14,0 1 1,0-1-1,-1 2 0,-1-1 1,0 1-1,0 0 1,-1 0-1,0 1 0,0 0 1,-1 1-1,0 0 0,0 0 1,-1 1-1,0 1 1,0 0-1,0 0 0,0 1 1,-3 0-15,-106-33-3281,79 25-1712</inkml:trace>
  <inkml:trace contextRef="#ctx0" brushRef="#br0" timeOffset="-4384.403">22576 11672 5161,'0'0'1310,"0"0"-199,0 0 150,0 0 234,0 0-248,0 0-357,-14-20-329,-44-58-127,57 76-400,0 0 1,-1 0 0,1 0 0,-1 1 0,1-1-1,-1 0 1,0 1 0,1-1 0,-1 1 0,0 0-1,0 0 1,0-1 0,0 1 0,0 0 0,0 1-1,-1-1 1,1 0 0,0 1 0,0-1-1,-1 1 1,1 0 0,0-1 0,-1 1 0,1 0-1,0 1 1,0-1 0,-1 0 0,1 1-35,-10 0 280,9 1-263,-1-1 0,1 1-1,0 0 1,0 1-1,0-1 1,0 1 0,0-1-1,1 1 1,-1 0-1,1 0 1,0 0-1,-1 0 1,2 0 0,-1 1-1,0-1 1,0 0-1,1 1 1,0-1-1,0 1 1,0 0 0,0 0-1,1-1 1,-1 1-1,1 0 1,0 0-1,0-1 1,0 1 0,1 1-17,-4 5-1,2 0 1,-1 0-1,1 0 1,0 0 0,1 0-1,1 0 1,-1 0-1,1-1 1,1 1 0,0 0-1,0 0 1,1-1 0,0 1-1,1-1 1,0 0-1,1 0 1,-1 0 0,2-1-1,-1 0 1,1 1-1,0-2 1,1 1 0,0-1-1,6 5 1,-1-6-2,0 1 0,0-1 0,1-1 0,0 0 0,0-1 0,0 0 0,1-1 0,-1-1 0,1 0 0,0-1 0,-1 0 0,1-1 0,0-1 0,0 0 0,1-1 2,-6 0 46,0-1 0,-1-1 0,0 1 0,1-1 0,-1 0 0,0-1 0,-1 0 0,1 0 0,-1-1 0,0 0 0,0 0 0,-1-1 0,0 0 0,0 0 0,-1 0 0,0 0 0,0-1 0,0 0 0,-1 0 0,0-1 0,-1 1 0,0-1 0,0 0 0,-1 1 0,0-1 0,-1 0 0,0 0 0,0-1 0,-1 1 0,0 0 0,0 0 1,-1 0-1,0 0 0,-1 0 0,-2-7-46,0 7 24,-1 1 0,0 0 0,0 0 1,-1 0-1,0 1 0,-1-1 0,1 2 0,-1-1 1,0 1-1,-1 0 0,0 0 0,0 1 1,0 0-1,0 1 0,-4-2-24,-16-11-87,-46-28-3423,47 28-2038</inkml:trace>
  <inkml:trace contextRef="#ctx0" brushRef="#br0" timeOffset="-3841.749">22570 12357 7202,'0'0'1333,"0"0"-231,0 0-254,0 0-308,0 0 115,0 0-136,-2-6-33,1 4-424,-1-1 0,1 1-1,0 0 1,-1-1-1,0 1 1,1 0 0,-1 0-1,0 0 1,0 0 0,0 0-1,0 1 1,-1-1-1,1 1 1,0-1 0,-1 1-1,1 0 1,-1 0-1,1 0 1,-1 0 0,1 0-1,-1 0 1,0 1-1,0-1 1,1 1 0,-1 0-1,0 0 1,0 0 0,1 0-1,-1 0 1,-1 1-62,0-1 13,0 0 1,0 0 0,0 0-1,0 1 1,0-1-1,0 1 1,1 0-1,-1 0 1,0 1 0,1-1-1,-1 1 1,0 0-1,1-1 1,0 2 0,-1-1-1,1 0 1,0 1-1,0-1 1,0 1-1,1 0 1,-1 0 0,1 0-1,-1 0 1,1 1-1,0-1 1,0 0 0,0 3-14,-4 4 3,1 1 1,1-1 0,-1 1 0,2 0 0,-1 1-1,2-1 1,0 0 0,0 1 0,1 0 0,0-1 0,1 1-1,0-1 1,1 1 0,0 0 0,2 3-4,0-7 0,1-1 1,1 1-1,-1-1 1,1 0-1,0 0 1,1 0-1,-1-1 1,1 0-1,1 0 1,-1 0-1,1-1 1,0 0-1,0 0 0,1-1 1,-1 0-1,1 0 1,0-1-1,0 0 1,0 0-1,0-1 1,1 0-1,-1-1 1,1 1-1,-1-2 1,1 1-1,-1-1 1,1 0-1,0-1 1,-1 0-1,1-1 1,7-1-1,-7-3 46,0 0 1,0-1 0,-1 0 0,0-1 0,0 1 0,-1-2-1,0 1 1,0-1 0,-1 0 0,0 0 0,0 0 0,-1-1 0,0 0-1,-1 0 1,0-1 0,-1 1 0,0-1 0,-1 1 0,0-1 0,-1 0-1,0 0 1,0 0 0,-1-4-47,-6-108-2,-21 79-2568,8 26-2114</inkml:trace>
  <inkml:trace contextRef="#ctx0" brushRef="#br0" timeOffset="-248.543">22447 13144 5833,'0'0'1281,"0"0"-360,0 0-66,0 0-315,0 0-293,0 0-117,-10-1 6629,-28-1-6700,21 39 2543,7-21-2600,0 1 0,1 0 0,1 0 1,0 0-1,2 1 0,0 0 0,0 0 1,2 1-1,1 0 0,0 0 0,1-1 0,1 1 1,1 1-1,0-1 0,4 17-2,-4-30 0,1 0 0,0-1 0,0 1 0,0 0 1,1 0-1,-1 0 0,2-1 0,-1 1 0,0-1 0,1 0 0,0 0 0,1 0 0,-1 0 0,1 0 0,0-1 0,0 1 0,0-1 1,0 0-1,1 0 0,0-1 0,0 1 0,0-1 0,0 0 0,0-1 0,1 1 0,-1-1 0,1 0 0,-1 0 0,1-1 1,0 1-1,0-1 0,0-1 0,0 1 0,7 0 2,1 0 0,-1-1 0,1 0-1,-1-1 1,0-1 0,1 0 0,-1 0 0,0-2 0,0 1 0,0-2 0,-1 0 0,1 0 0,-1-1-1,4-4-1,-1 2 8,-2-1 0,0-1-1,0 0 1,0-1 0,-1-1-1,-1 0 1,0 0 0,-1-1-1,0 0 1,-1-1 0,-1 0-1,0 0 1,0-1 0,-2 0-1,0-1 1,-1 1 0,0-1-1,-1 0 1,-1 0 0,0-4-8,-3 14 2,0 1 0,-1 0 1,1 0-1,-1 0 0,0 0 0,-1 0 1,1 0-1,-1 0 0,0 0 0,0 0 1,-1 1-1,1-1 0,-1 1 0,0 0 0,0-1 1,0 1-1,-1 1 0,0-1 0,1 0 1,-1 1-1,0 0 0,-1 0 0,1 0 1,-1 1-1,1-1 0,-1 1 0,0 0 1,0 0-1,0 1 0,-2-1-2,-159-20-138,92 33-777,38 19-2512,22-9-3169</inkml:trace>
  <inkml:trace contextRef="#ctx0" brushRef="#br0" timeOffset="4402.728">25234 13228 3641,'0'0'1739,"0"0"-427,0 0-40,0 0 75,0 0-138,0 0-4,0 0 55,0 0-139,0 0-274,0 0-154,0 0-109,0 0-54,-11 8 458,3-4-982,1 0 0,0 1 0,0 0 0,0 0 0,1 1 0,-1-1 0,1 1 0,1 1 0,-1-1 0,1 1 0,0 0 0,1 0 0,-1 1 0,1-1 0,1 1 0,0 0 0,0 0 0,0 0 0,1 0 0,0 1 0,1-1 0,0 1 1,0 1-8,0-1-2,0 0-1,0 0 0,1-1 0,1 1 1,0 0-1,0 0 0,0 0 0,1-1 1,0 1-1,1-1 0,0 1 0,0-1 1,1 0-1,0 0 0,0-1 0,1 1 1,0-1-1,1 0 0,-1 0 0,1-1 1,0 1-1,4 1 4,-4-1-4,0-1 0,0 0 1,1-1-1,0 1 0,1-1 1,-1 0-1,1-1 0,0 0 0,0 0 1,0-1-1,0 0 0,1 0 1,-1-1-1,1 0 0,0-1 0,-1 0 1,1 0-1,0 0 0,0-1 1,0-1-1,0 0 0,-1 0 1,1 0-1,0-1 0,-1-1 0,1 1 1,-1-1-1,0-1 0,0 0 1,0 0-1,0 0 0,0-1 4,0-6 17,-1 1 0,0-1-1,-1 0 1,0 0 0,-1 0 0,0-1-1,-1 0 1,0 0 0,-1-1 0,0 1-1,-1 0 1,0-1 0,-1 0 0,-1 1-1,0-1 1,0 0 0,-2 1-1,0-5-15,-1 5 11,-1 1 0,0 0 0,0 0 0,-1 1 1,-1-1-1,0 1 0,0 0 0,-1 1 0,0 0 1,-1 0-1,0 0 0,0 1 0,-1 0 0,0 0 1,0 1-1,-1 1 0,0-1 0,0 2 1,-6-3-13,-97-8-3632,84 16-1889</inkml:trace>
  <inkml:trace contextRef="#ctx0" brushRef="#br0" timeOffset="4779.349">25253 13919 8034,'0'0'1932,"0"0"-357,0 0-59,0 0-562,0 0-506,0 0-201,-2 12-103,1-3-127,-1 0 5,-1 1 0,2 0 0,0 0 0,0-1 0,0 1 0,1 0 0,1 0 0,0 0 0,0 0 0,1-1 0,0 1 0,1 0 0,0-1 0,0 0 0,1 0 0,0 0 0,1 0 0,0 0 0,0-1 0,4 4-22,1-4 27,0-1 0,0-1-1,0 0 1,1 0 0,0-1-1,0-1 1,1 0 0,-1 0-1,1-1 1,-1 0 0,1-1-1,0-1 1,0 1 0,0-2-1,0 0 1,0-1 0,0 0-1,0 0 1,6-2-27,-12-1 60,-1-1 0,1 1 0,-1-1 1,0 0-1,0 0 0,-1-1 0,1 1 0,-1-1 0,0 0 1,-1 0-1,1 0 0,-1-1 0,-1 1 0,1-1 0,-1 0 0,0 1 1,0-1-1,-1 0 0,0 0 0,0 0 0,-1 0 0,0-1 0,0 1 1,-1 0-1,0 0 0,0 0 0,0 0 0,-1 0 0,0 1 0,-1-2-60,-4-5 79,-1 0-1,-1 0 1,0 1-1,-1 1 0,0-1 1,-1 1-1,0 1 1,0 0-1,-1 1 1,0 0-1,-1 0 0,0 2 1,-6-3-79,8 3-3,-108-47-511,118 54 384,0-1 0,0 1-1,0 0 1,0 0 0,0 0 0,0 0-1,0 0 1,0 0 0,0 0 0,0 0-1,0 0 1,0 1 0,0-1 0,0 0-1,0 0 1,0 1 0,0-1-1,1 1 1,-1-1 0,0 1 0,0-1-1,0 1 1,1 0 0,-1-1 0,0 1-1,1 0 1,-1 0 0,0-1 0,1 1-1,-1 0 1,1 0 0,-1 0 0,1 0-1,0 0 1,-1 0 0,1 0 0,0 0-1,-1 0 1,1 0 0,0-1-1,0 1 1,0 0 0,0 0 0,0 0-1,0 0 1,0 0 0,1 0 0,-1 0-1,0 0 1,0 0 0,1 0 0,0 1 130,-1 2-583,0 32-4117</inkml:trace>
  <inkml:trace contextRef="#ctx0" brushRef="#br0" timeOffset="6987.136">25432 15252 10850,'0'0'2067,"0"0"-762,0 0-293,0 0-391,0 0-337,0 0-132,0 0-62,3 24 1267,3 165-195,-2-79-1901,5-118-29,0-9-859,-2 0-2416</inkml:trace>
  <inkml:trace contextRef="#ctx0" brushRef="#br0" timeOffset="5152.872">25246 14737 3153,'0'0'696,"0"0"-696,0 0-16,0 0-920</inkml:trace>
  <inkml:trace contextRef="#ctx0" brushRef="#br0" timeOffset="6472.275">25331 14533 2521,'0'0'1820,"0"0"-713,0 0-270,0 0-62,0 0-228,0 0-111,1 2 6395,-1 3-3552,8 28-3444,27 108 332,-16-99-705,-12-41-1436</inkml:trace>
  <inkml:trace contextRef="#ctx0" brushRef="#br0" timeOffset="845506.835">2368 6375 2785,'0'0'556,"0"0"-107,0 0 291,0 0 225,0 0-268,0 0-149,-14-2 46,-52-13 110,60 39-29,-4-1-389,0-1 0,-2 0 0,0-1 0,-1 0 0,-1-1 0,-1 0 1,-14 13-287,14-17 84,1 0 1,1 1-1,1 0 1,0 0 0,1 2-1,1-1 1,1 2 0,0-1-1,2 1 1,0 0-1,1 1-84,4-13 3,0 0-1,0 0 1,1 0-1,0 1 1,0-1-1,1 1 1,0-1-1,0 0 1,1 1-1,1-1 1,-1 0-1,1 1 1,0-1-1,1 0 1,0 0-1,0-1 1,1 1-1,0-1 1,0 1-1,1-1 1,0 0-1,4 4-2,9 0-1,1-1-1,0 0 1,0-1 0,1-2-1,1 0 1,-1-1 0,1 0-1,0-2 1,0-1 0,0 0-1,1-2 1,-1 0 0,1-2-1,-1 0 1,0-1 0,7-3 1,-8 1 41,0-1 0,-1-1 0,0-1-1,0 0 1,0-1 0,-1-2 0,0 0 0,-1 0 0,0-2 0,-1 0 0,0-1 0,-1 0-1,-1-1 1,0-1 0,-1-1 0,0 0 0,-1 0 0,-1-1 0,-1 0 0,0-1 0,4-13-41,-9 19 74,-1-1 0,0 0 0,-1-1 0,0 1 0,-1 0 1,0-1-1,-1 1 0,-1-1 0,0 0 0,-1 1 0,-1-1 1,0 1-1,0-1 0,-2 1 0,1 0 0,-2 0 0,0 1 1,0-1-1,-1 1 0,-1 0 0,0 0 0,0 1 0,-1 0 0,-1 0 1,0 1-1,0 0 0,-1 1 0,-10-8-74,5 6 71,0 1 0,-1 0 0,0 1 0,0 1 0,-1 0 0,0 1 0,0 1 0,-1 1 0,0 0 1,0 1-1,0 1 0,0 1 0,-1 1 0,1 0 0,-6 2-71,4-2-260,-84 15 314,102-13-285,-1 0-1,1 1 1,0-1-1,0 1 1,0-1 0,1 1-1,-1 0 1,0 0-1,1 0 1,-1 0-1,1 0 1,-1 0-1,1 0 1,0 1-1,0-1 1,0 0-1,0 1 1,1-1 0,-1 1-1,1-1 1,-1 1-1,1-1 1,0 1-1,0-1 1,0 2 231,0 10-5936</inkml:trace>
  <inkml:trace contextRef="#ctx0" brushRef="#br0" timeOffset="846065.091">3028 6562 6289,'0'0'1249,"0"0"-90,0 0-258,0 0-166,0 0-172,0 0-142,-4 23 67,-20 150 354,-16 29 339,59-238-1164,0 0 0,3 2 0,0 0 0,3 2 0,0 0 0,2 2 0,17-15-17,-39 40-12,0 0-1,0 0 1,0 0-1,1 1 1,0-1-1,0 1 1,0 1-1,0-1 1,0 1 0,1 0-1,0 1 1,-1-1-1,1 1 1,0 1-1,0-1 1,0 1-1,0 0 1,7 1 12,-11 1 6,-1 1 0,1 0 1,-1 0-1,0 1 0,1-1 1,-1 0-1,0 1 0,0-1 0,-1 1 1,1-1-1,-1 1 0,1 0 1,-1 0-1,0 0 0,0 0 0,0 0 1,0 0-1,0 0 0,-1 0 1,0 0-1,1 1 0,-1-1 0,0 0 1,0 0-1,-1 0 0,1 0 0,-1 2-6,1 0 38,2 47 146,-3 1 0,-2-1 0,-2 0 0,-8 30-184,8-44-802,22-42-3787,4-17-149</inkml:trace>
  <inkml:trace contextRef="#ctx0" brushRef="#br0" timeOffset="846688.257">3629 6599 5297,'0'0'1248,"0"0"-121,0 0-401,0 0-267,0 0-162,0 0 60,3 0 255,28 0 678,-31 0-1278,0 0 13,0 0 67,5 28 431,8-17-508,1-1 1,0-1-1,1 0 0,0-1 0,0 0 0,0-2 0,1 0 0,0 0 1,1-2-1,-1 0 0,1 0 0,0-2 0,-1 0 0,1-1 0,0-1 0,0 0 1,6-2-16,-18 3-1,-1-1 0,1 0-1,0 0 1,-1-1 0,1 1 0,-1-1 0,1 0 0,0 0 0,-1 0 0,0-1 0,1 1 0,-1-1 0,0 0 0,0-1 0,0 1 0,0-1 0,0 1 0,-1-1 0,1 0 0,-1-1 0,0 1 0,0-1 0,0 1 0,0-1 0,0 0-1,-1 0 1,0 0 0,0 0 0,0 0 0,0-1 0,-1 1 0,1-1 0,-1 1 0,0-1 0,-1 1 0,1-1 0,-1 0 1,1 1-26,-1 0 0,0 0 0,0 0-1,0 0 1,-1 0 0,1 0 0,-1 1 0,0-1 0,0 0 0,0 0 0,0 1-1,-1-1 1,1 0 0,-1 1 0,0 0 0,0-1 0,0 1 0,-1 0-1,1 0 1,-1 0 0,0 0 0,0 1 0,0-1 0,0 1 0,0 0 0,0 0-1,-1 0 1,1 0 0,-1 0 0,1 1 0,-1-1 0,0 1 0,0 0-1,1 0 1,-1 1 0,0-1 0,0 1 26,-13-4 41,0 2 1,1-1-1,-1 2 0,0 0 0,0 2 1,0-1-1,0 2 0,1 0 1,-1 1-1,1 1 0,-1 1 0,1 0 1,0 1-1,-6 3-41,13-4 53,-1 0 0,1 0 1,0 0-1,1 1 0,-1 0 0,1 1 0,0 0 1,1 0-1,0 1 0,0 0 0,0 0 0,1 1 1,1-1-1,-1 1 0,1 1 0,1-1 1,0 1-1,0-1 0,1 1 0,0 0 0,1 1 1,0-1-1,-1 10-53,3-14 12,-1 0 1,2 0-1,-1 1 1,0-1-1,1 0 1,0 0-1,1 0 1,-1 0-1,1 0 1,0 0-1,1-1 1,0 1-1,-1-1 1,2 1-1,-1-1 1,1 0-1,-1 0 1,1 0-1,1-1 1,-1 1-1,1-1 1,-1 0-1,1-1 1,0 1-1,1-1 1,-1 0-1,1 0 1,-1 0-1,1-1 1,2 1-13,10 4-34,0 0 0,0-1 1,1-1-1,0-1 1,0-1-1,0 0 1,0-1-1,0-1 1,0-1-1,1-1 0,-1-1 1,0 0-1,0-2 1,4-1 33,155-64-3963,-111 29-1281</inkml:trace>
  <inkml:trace contextRef="#ctx0" brushRef="#br0" timeOffset="847219.818">4682 6143 6985,'0'0'963,"0"0"-375,0 0-97,0 0-32,0 0-172,0 0-133,4 0 80,0 2-188,0 1 0,0-1 0,0 1 0,0 0 0,-1 0 0,1 1 1,-1-1-1,0 1 0,0-1 0,0 1 0,-1 0 0,1 0 0,-1 0 0,0 1 0,0-1 0,0 0 1,-1 1-1,1-1 0,-1 1 0,0 0 0,-1-1 0,1 2-46,4 8 123,30 109 417,-6 2 0,-4 1-1,0 58-539,-15-109 31,7 86 80,-17-160-112,2-1 0,-1 1 0,0 0-1,0-1 1,0 1 0,0-1 0,0 1 0,0-1 0,1 0 0,-1 1 0,0-1 0,0 0 0,0 0 0,1 0 0,-1 0-1,0 0 1,0 0 0,1 0 0,-1 0 0,0 0 0,0-1 0,1 1 0,-1-1 0,0 1 0,0 0 0,0-1 0,0 0-1,0 1 1,0-1 0,0 0 0,0 0 0,0 1 0,0-1 0,0 0 0,0 0 0,0 0 0,-1 0 0,1 0 0,0 0-1,-1 0 1,1 0 0,-1-1 0,1 1 0,-1 0 0,0 0 0,1 0 0,-1-1 0,0 0 1,132-216 315,-44 76-76,-5-3 0,-8-4 0,-1-13-239,-37 11 140,-37 149-669,0 2-1483,0 0-3097</inkml:trace>
  <inkml:trace contextRef="#ctx0" brushRef="#br0" timeOffset="847611.435">6142 6101 9634,'0'0'1367,"0"0"-645,0 0-390,0 0-23,0 0-41,0 0-127,-27-16-38,-89-45 142,111 59-232,0 1-1,0 0 1,0 0-1,1 1 1,-1-1-1,0 1 1,0 0-1,0 0 1,0 1-1,0-1 1,0 1 0,0 0-1,0 1 1,1-1-1,-1 1 1,0 0-1,1 0 1,-1 0-1,1 1 1,0-1-1,0 1 1,0 0-1,0 1 1,0-1-1,-1 3-12,-8 4 18,-4 3 0,0 1 0,1 1-1,1 1 1,1 0 0,0 1-1,1 0 1,0 1 0,2 0-1,-2 6-17,9-18-2,1 1 0,0-1 0,0 1 0,1 0-1,-1 0 1,2 0 0,-1 0 0,1 0 0,0 0 0,0 1-1,1-1 1,0 0 0,0 1 0,1-1 0,0 0-1,0 0 1,1 0 0,0 0 0,0 0 0,1 0 0,0 0-1,0 0 1,0-1 0,1 0 0,0 1 0,0-2 0,0 1-1,1 0 1,2 1 2,316 244 70,-317-246-62,-1-1 1,1 1 0,-1 0-1,0 0 1,-1 1 0,1 0 0,-1 0-1,0 0 1,0 0 0,-1 0-1,0 1 1,0 0 0,-1-1 0,1 1-1,-2 0 1,1 0 0,-1 0-1,0 1 1,0-1 0,-1 0 0,0 0-1,0 0 1,-1 1 0,1-1-1,-2 0 1,1 0 0,-1 0 0,-1 3-9,-6 0 99,0 0-1,0 0 1,-1-1 0,-1-1 0,1 0 0,-1 0 0,0-1 0,-1 0 0,0-1-1,0 0 1,0-1 0,-1 0 0,0-1 0,0-1-99,-169 24 629,180-26-656,0-1 0,0 0-1,0 0 1,-1 0-1,1 0 1,0-1-1,0 1 1,0-1-1,0 1 1,0-1 0,0 1-1,0-1 1,0 0-1,0 0 1,0 0-1,0 0 1,1-1-1,-1 1 1,0 0 0,1-1-1,-1 1 1,1-1-1,-1 0 1,1 1-1,0-1 1,0 0 0,0 0-1,0 0 1,0 0-1,0 0 1,0 0-1,1 0 1,-1 0-1,1 0 1,-1 0 0,1 0-1,0 0 1,0 0-1,0 0 1,0-1-1,0 1 1,0 0 0,1 0-1,-1 0 1,1 0-1,-1 0 1,1-1 27,5-37-1887,13 3-2026</inkml:trace>
  <inkml:trace contextRef="#ctx0" brushRef="#br0" timeOffset="848834.454">6859 6998 816,'0'0'2982,"0"0"-999,0 0-360,0 0-77,0 0-212,0 0-445,0-14-289,-2-87-9,-1 35-505,3 0 0,3 1 0,2-1 1,4 1-1,2-1-86,-6 45-1,0-2 4,0 0 0,1 0-1,2 0 1,0 1 0,1 0 0,1 1-1,2 0 1,0 0 0,13-17-3,-22 36 6,-1-1 0,0 1 0,1 0 0,-1 0 0,1 0-1,-1 1 1,1-1 0,0 1 0,0-1 0,0 1 0,0 0 0,0 0 0,0 0 0,0 0 0,0 1 0,0-1 0,0 1 0,0 0 0,0 0 0,1 0 0,-1 0 0,0 0 0,0 1 0,0 0 0,0-1 0,0 1 0,0 0-1,0 1 1,0-1 0,0 0 0,0 1 0,-1-1 0,1 1 0,0 0 0,-1 0 0,0 0 0,1 1 0,-1-1 0,0 0 0,0 1 0,0-1 0,0 1 0,0 2-6,13 18 54,-2 0 1,0 0 0,-2 1 0,-1 1-1,-1 0 1,-1 0 0,-1 1-1,-1 0 1,-1 0 0,-2 1-1,0-1 1,-2 16-55,-1-36 5,0-1 0,-1 0 1,0 0-1,0 1 0,0-1 1,-1 0-1,1 0 0,-1 0 0,0-1 1,-1 1-1,1 0 0,-1-1 0,0 1 1,0-1-1,-1 0 0,1 0 0,-1 0 1,0-1-1,0 1 0,0-1 0,0 0 1,0 0-1,-1 0 0,0-1 1,1 1-1,-1-1 0,0 0 0,0-1 1,0 1-1,0-1 0,-1 0 0,1 0 1,-2-1-6,-17 4-39,1-2 1,-1-1 0,0 0-1,0-2 1,1-1 0,-22-4 38,31 18 46,14-10-37,5 17 18,1-1-1,0 0 1,1 0 0,1-1 0,0 0 0,2 0 0,0-1 0,0 0 0,2-1 0,4 4-27,-8-7-117,1 0 0,0-1-1,1-1 1,0 1 0,0-2 0,1 1 0,0-1-1,1-1 1,0 0 0,0-1 0,1 0 0,0-1-1,0 0 1,1-1 0,-1-1 0,1 0 0,4 0 117,30-1-5190</inkml:trace>
  <inkml:trace contextRef="#ctx0" brushRef="#br0" timeOffset="849195.425">7425 6775 7242,'0'0'930,"0"0"-456,0 0-162,0 0 60,0 0-139,0 0-186,31 13-12,101 37 78,-128-49-114,0 0 1,0 0-1,0 0 0,0 0 0,0 0 0,0-1 1,0 0-1,0 0 0,1 0 0,-1 0 1,0-1-1,0 0 0,0 0 0,0 0 1,0 0-1,0 0 0,-1-1 0,1 0 0,0 1 1,-1-2-1,1 1 0,-1 0 0,0-1 1,0 1-1,1-1 0,1-3 1,3-1-29,-3 4-2,0-1 0,0 0 0,-1 0 0,1 0 0,-1 0 1,0-1-1,0 0 0,-1 0 0,1 0 0,-1 0 0,0 0 0,0-1 1,-1 0-1,0 1 0,0-1 0,0 0 0,-1 0 0,1 0 0,-2 0 0,1 0 1,-1 0-1,1 0 0,-2 0 0,1-1 0,-1 1 0,0 0 0,0 0 1,0 0-1,-1 0 0,0 1 0,0-1 0,-1 0 0,1 1 0,-1 0 1,-1-1-1,1 1 0,-1 0 0,1 0 0,-2 1 0,1-1 0,0 1 0,-3-1 31,2 2 61,0 0 1,0 1-1,-1 0 0,1 0 0,-1 0 0,0 1 0,1 0 0,-1 0 0,0 0 0,0 1 0,0 0 0,0 0 0,1 0 0,-1 1 0,0 0 0,0 0 0,1 0 0,-1 1 0,0 0 0,1 0 0,0 0 0,-1 1 0,1 0 0,0 0 0,0 0 0,1 1 0,-1-1 0,1 1 0,-1 0 0,1 0 0,0 1 0,1-1 0,-4 6-61,-7 11 225,0 2-1,2-1 1,0 2-1,2 0 1,0 0 0,2 1-1,1 0 1,0 0-1,2 0 1,1 1-1,1 0 1,2 0 0,0 1-225,0-22 4,1-1 1,0 1 0,0 0 0,0-1 0,0 1 0,0 0 0,1-1 0,0 1 0,0-1 0,0 1 0,1-1 0,0 1 0,-1-1 0,1 0 0,1 0 0,-1 0 0,1 0 0,-1 0 0,1-1 0,0 1 0,1-1 0,-1 0 0,0 0 0,1 0 0,0 0 0,0 0 0,0-1 0,0 0 0,0 0 0,0 0 0,1 0 0,-1 0 0,0-1 0,1 0 0,-1 0 0,1 0 0,1-1-5,186-7-1821,-100-18-430</inkml:trace>
  <inkml:trace contextRef="#ctx0" brushRef="#br0" timeOffset="849912.743">8366 6692 6209,'0'0'1122,"0"0"-51,0 0 122,0 0-87,0 0-339,0 0-211,-31-18 116,-98-58-58,126 73-596,-1 1 0,0-1 0,0 1 1,0 0-1,0 0 0,0 0 1,-1 0-1,1 1 0,0 0 0,-1 0 1,1 0-1,-1 0 0,0 1 1,1 0-1,-1 0 0,1 0 1,-1 0-1,1 1 0,-1-1 0,1 1 1,-1 1-1,1-1 0,-1 0 1,1 1-1,0 0 0,0 0 1,0 0-1,0 1 0,0-1 0,1 1 1,-1 0-1,1 0 0,-1 0 1,1 1-1,0-1 0,1 1 1,-1 0-1,0-1 0,1 1 0,0 0 1,0 1-1,0-1 0,1 0 1,-1 1-1,1-1 0,0 0 1,0 1-1,0-1 0,1 1 0,0 0 1,0-1-1,0 1 0,0-1 1,1 1-1,0-1 0,0 1 1,0-1-1,0 1 0,1-1 0,-1 0 1,1 0-1,0 1 0,1-1 1,-1-1-1,1 1 0,-1 0 0,1-1 1,3 4-19,222 148-44,-226-152 49,1-1-1,-1 1 1,1-1 0,-1 1 0,0 0-1,0 0 1,0 0 0,-1 0 0,1 0-1,-1 0 1,0 0 0,1 0 0,-1 1-1,-1-1 1,1 0 0,0 1 0,-1-1-1,0 1 1,0-1 0,0 1 0,0-1-1,0 1 1,-1-1 0,1 0 0,-1 1-1,0-1 1,0 0 0,-1 1 0,1-1-1,-1 0 1,1 0 0,-1 0 0,0 0-1,0 0 1,0-1 0,0 1 0,-1 0-1,1-1 1,-1 0 0,0 0 0,1 0-1,-1 0 1,0 0 0,0 0 0,0-1-1,-1 1-4,-8 5 19,0-1-1,-1 0 1,1-1-1,-1-1 1,-1 0-1,1 0 0,-1-2 1,1 1-1,-1-2 1,0 0-1,-2 0-18,14-3-116,0 0 0,-1 0 1,1 1-1,0-2 0,0 1 0,0 0 0,0 0 0,1-1 0,-1 1 0,1-1 0,-1 1 1,1-1-1,0 0 0,0 1 0,0-1 0,0 0 0,0 0 0,1 0 0,0 0 0,-1 0 1,1 1-1,0-1 0,0 0 0,0 0 0,1 0 0,-1 0 0,1 0 0,0 0 0,-1 0 1,2-1 115,-1-14-1648,-1-38-4062</inkml:trace>
  <inkml:trace contextRef="#ctx0" brushRef="#br0" timeOffset="850177.984">8910 6078 6153,'0'0'2729,"0"0"-921,0 0-247,0 0-617,0 0-328,-63 201-160,38-96 72,9 14-176,7-3-152,9-3-96,0-14-104,15-14-248,39-23-912,-7-16-1529,-6-24-1720</inkml:trace>
  <inkml:trace contextRef="#ctx0" brushRef="#br0" timeOffset="850380.802">8630 6291 10306,'0'0'1473,"0"0"-1193,0 0 144,0 0 96,236 36-192,-136-30-192,1-3-136,12 0-624,-28-1-1625,-22 1-3824</inkml:trace>
  <inkml:trace contextRef="#ctx0" brushRef="#br0" timeOffset="851351.7">1952 11490 7282,'0'0'1339,"0"0"-581,0 0 97,0 0 196,0 0-275,0 0-154,-20-1-13,-66-3-99,82 4-487,1 1 1,0-1-1,-1 1 1,1 0-1,0 0 1,0 0 0,-1 1-1,1-1 1,0 1-1,0-1 1,0 1 0,1 0-1,-1 0 1,0 1-1,1-1 1,-1 0-1,1 1 1,0 0 0,0-1-1,0 1 1,0 0-1,0 0 1,-1 3-24,-2 3 38,-8 12-1,1 0 0,2 0 0,0 1 0,1 1 0,1-1 0,1 1 0,1 1 0,1-1 0,2 1 0,0 0 0,1 0 0,2 0 0,0 0 0,1 0 0,3 7-37,-3-25 0,1 0 1,0 1-1,0-1 1,0 0-1,1 0 1,0 0-1,0 0 1,0-1-1,1 1 1,0-1-1,0 0 1,0 0-1,1 0 1,0-1-1,0 1 1,0-1-1,0 0 1,1-1-1,-1 1 1,1-1-1,0 0 1,0-1 0,0 1-1,0-1 1,1-1-1,-1 1 1,1-1-1,0 0 0,4 2 0,1-2 0,0 1 0,0-1 0,0-1 0,-1 0 0,1-1 0,0 0 0,0-1 0,-1-1 0,1 1 0,-1-2 0,0 1 0,0-2 0,0 0 0,7-4 0,2-7 34,0-2-1,-1-1 0,-1 0 1,-1-1-1,-1-1 0,0 0 1,-2-2-1,0 1 0,-2-2 1,-1 1-1,0-2 0,-2 0 1,-1 0-1,-1 0 0,-1-1 1,-1 0-1,-1 0 0,-2 0 1,0-7-34,0 23 7,-1 0 0,1 0 1,-2 0-1,1 0 1,-1 0-1,-1 0 1,0 0-1,0 0 0,-1 1 1,0-1-1,-1 0 1,0 1-1,0-1 0,-1 1 1,-1 0-1,1 0 1,-1 1-1,-1-1 1,0 1-1,0 0 0,0 1 1,-1 0-1,0 0 1,-1 0-1,-7-5-7,6 7-21,0 1 1,-1 1-1,1 0 0,-1 0 1,0 0-1,1 2 0,-1-1 1,0 1-1,-1 0 1,1 1-1,0 0 0,0 1 1,0 0-1,0 1 0,0 0 1,1 0-1,-1 1 0,0 0 1,1 1-1,-6 3 21,-14 8-815,0 1 0,1 2 0,1 0 0,1 2 0,-15 16 815,-47 43-7049</inkml:trace>
  <inkml:trace contextRef="#ctx0" brushRef="#br0" timeOffset="852427.831">2896 9382 7610,'0'0'1216,"0"0"-112,0 0-48,0 0 345,0 0-849,0 0-272,0 0 32,-6 161-16,-4-73-184,10-6-112,0-3-56,10-28-1168,2-20-3105</inkml:trace>
  <inkml:trace contextRef="#ctx0" brushRef="#br0" timeOffset="852785.875">3254 9781 7682,'0'0'949,"0"0"-469,0 0-368,0 0 91,28-12 176,90-33-142,-1 32 110,-107 13-308,-5 2-14,0 0 1,1 0 0,-1 0 0,0 0 0,0 1 0,0 0 0,0 0 0,0 0-1,-1 0 1,0 1 0,1 0 0,-1 0 0,-1 0 0,1 0 0,0 1 0,-1 0-1,0-1 1,0 1 0,-1 0 0,1 0 0,-1 1 0,0-1 0,0 0 0,-1 1 0,0-1-1,0 1 1,0 0 0,-1-1 0,1 1 0,-1 0 0,-1-1 0,1 1 0,-1 0-1,0-1 1,0 1 0,-1-1 0,1 1 0,-1-1 0,0 0 0,-1 0 0,1 0-1,-2 1-25,-10 19 100,-2 0-1,0-1 0,-2-1 0,-1-1 0,0-1 1,-2 0-1,0-2 0,-3 2-99,20-18 8,-171 135 1066,148-105-468,35-28-575,37-5-9,0-2 0,0-2 0,0-1 0,-1-3 0,0-2-1,0-2 1,-1-1 0,24-13-22,-11 7-120,78-24-1469,-21 5-2486</inkml:trace>
  <inkml:trace contextRef="#ctx0" brushRef="#br0" timeOffset="853430.981">5057 10183 9962,'0'0'1051,"0"0"-774,22-32-251,78-104-1,-90 123-7,1 0 0,0 1-1,0 0 1,2 1 0,-1 0 0,1 1-1,1 1 1,0 0 0,0 0 0,1 2-1,0 0 1,2 0-18,-9 3 24,67-14 150,-74 18-154,1 1-1,0-1 1,-1 1 0,1-1 0,0 1 0,-1 0-1,1 0 1,-1-1 0,1 1 0,-1 0 0,1 1-1,-1-1 1,0 0 0,1 0 0,-1 1 0,0-1-1,0 0 1,0 1 0,0-1 0,0 1 0,0-1-1,-1 1 1,1 0 0,0-1 0,-1 1-1,0 0 1,1 0 0,-1-1 0,0 1 0,0 0-1,0 0 1,0-1 0,0 1 0,0 0 0,0 1-20,-6 69 768,-42 68-190,39-123-562,1 0-1,1 1 0,0 0 0,2 0 1,0 0-1,1 1 0,1 0 1,-1 17-16,5-32-1,1-1 0,-1 1 0,1-1 1,0 1-1,0-1 0,1 0 0,-1 0 1,1 0-1,-1 0 0,1 0 0,0 0 0,0-1 1,0 0-1,0 1 0,1-1 0,-1 0 1,1-1-1,-1 1 0,1 0 0,0-1 1,-1 0-1,1 0 0,0 0 0,0-1 1,3 1-1,36 17 14,-41-17-5,0 0 0,0 0 0,-1 1 0,1-1-1,0 1 1,-1-1 0,1 1 0,-1 0 0,1-1 0,-1 1 0,0 0 0,0 0-1,0 0 1,0 0 0,0 0 0,0 0 0,0 0 0,-1 1 0,1-1 0,-1 0 0,1 0-1,-1 0 1,0 1 0,0-1 0,0 0 0,0 0 0,-1 1 0,1-1 0,0 0-1,-1 0 1,0 0 0,1 1 0,-1-1 0,0 0 0,0 0 0,0 0 0,-1 0 0,1-1-1,0 1 1,-1 0-8,-64 73 536,58-68-503,-7 10-14,-2-1 1,0-1 0,0 0-1,-2-2 1,0 0-1,0-1 1,-1 0-1,0-2 1,-1-1-1,0 0 1,-8 1-20,26-10-76,1-1-1,-1 1 1,0-1 0,0 1 0,1-1 0,-1 0 0,0 0-1,1 0 1,-1 0 0,1 0 0,-1-1 0,1 1-1,-1-1 1,1 1 0,0-1 0,0 0 0,0 0-1,0 0 1,0 0 0,1-1 0,-1 1 0,0 0 0,1-1-1,0 1 1,-1-1 0,1 1 0,0-1 0,1 0-1,-1 1 1,0-1 0,1 0 0,-1 0 0,1 1-1,0-1 1,0 0 0,0 0 0,0 0 0,1 1 0,-1-1-1,1 0 1,-1 0 0,1 1 0,0-1 0,1-1 76,-2-9-648,-1-64-3597</inkml:trace>
  <inkml:trace contextRef="#ctx0" brushRef="#br0" timeOffset="853898.127">5651 8510 6761,'0'0'1705,"0"0"-274,0 0-232,0 0-32,0 0-323,0 0-379,-19 5-179,7-1-250,8-4-27,0 0 1,1 1 0,-1 0 0,0 0 0,0 0 0,0 0 0,1 0 0,-1 1-1,1 0 1,-1 0 0,1 0 0,0 0 0,0 0 0,0 1 0,0-1-1,0 1 1,0 0 0,1 0 0,-1 0 0,1 0 0,0 0 0,0 0-1,0 1 1,0-1 0,1 1 0,-1 0 0,1-1 0,0 1 0,0 0-1,0 0 1,1-1 0,-1 1 0,1 3-10,0 5 9,1-1-1,0 1 1,1-1 0,1 1-1,-1-1 1,2 0 0,0 0-1,0-1 1,1 1-1,0-1 1,0 0 0,2 0-1,-1 0 1,1-1 0,0 0-1,1-1 1,0 1 0,0-1-1,1-1 1,0 0 0,1 0-1,-1-1 1,1 0-1,0 0 1,10 3-9,2-1-5,-1 0-1,1-1 1,0-1 0,1-2-1,-1 0 1,1-1 0,0-1-1,0-2 1,22-1 5,-37 1 8,0 1 0,0-2-1,-1 1 1,1-1 0,0 0 0,-1-1 0,1 1-1,-1-2 1,1 1 0,-1-1 0,0 0 0,0 0-1,0-1 1,-1 0 0,1 0 0,-1-1 0,0 0-1,0 0 1,0 0 0,-1-1 0,0 0 0,0 0-1,0 0 1,-1 0 0,0-1 0,0 0 0,-1 0-1,0 0 1,0 0 0,-1 0 0,1-1-1,0-4-7,-4 10 3,1 0-1,0 1 0,0-1 0,-1 1 0,1-1 0,-1 1 1,1-1-1,-1 1 0,0-1 0,0 1 0,1 0 0,-1-1 1,0 1-1,0 0 0,0 0 0,-1 0 0,1 0 0,0 0 1,0 0-1,0 0 0,-1 0 0,1 0 0,-1 0 0,1 1 0,0-1 1,-1 1-1,1-1 0,-1 1 0,0-1 0,1 1 0,-1 0 1,1 0-1,-1 0 0,1 0 0,-1 0 0,0 0 0,1 0 1,-1 0-1,1 1 0,-1-1 0,0 1-2,-69 22 58,57-14-96,1 2 0,1 0 0,0 0-1,1 1 1,0 1 0,0-1 0,2 2 0,0 0-1,0 0 1,1 0 0,1 1 0,0 0 0,1 1 0,1-1-1,0 1 1,1 0 0,1 0 0,1 1 0,0-1-1,1 1 1,1-1 0,0 2 38,17 44-2212,17-19-1957</inkml:trace>
  <inkml:trace contextRef="#ctx0" brushRef="#br0" timeOffset="854160.248">6824 9430 8514,'0'0'2432,"0"0"-1720,0 0-303,0 0-129,63 175-168,-38-127 8,-3-5-40,-6-6-80,-9-6 0,-7-3-536,-19-11-1713,-13-8-6497</inkml:trace>
  <inkml:trace contextRef="#ctx0" brushRef="#br0" timeOffset="854381.517">7051 9124 8634,'0'0'1208,"0"0"-768,0 0-224,211-20-216,-111 0-24,-15 3-2080,-19 3-2505</inkml:trace>
  <inkml:trace contextRef="#ctx0" brushRef="#br0" timeOffset="854664.448">6614 10548 6985,'0'0'1218,"-21"28"-588,0-1-479,0-1 76,1 1 0,2 1 1,0 0-1,2 2 0,1 0 1,0 4-228,7-16 139,2 0 0,0 1 1,0 0-1,2 0 1,1 0-1,0 0 1,1 1-1,1-1 0,1 1 1,1-1-1,1 12-139,1-26 7,-1 1 0,1-1 1,0 0-1,0 0 0,1-1 0,-1 1 0,1-1 0,0 1 0,0-1 0,1-1 0,-1 1 0,1 0 0,0-1 1,0 0-1,0 0 0,0-1 0,1 1 0,-1-1 0,1 0 0,-1-1 0,1 1 0,0-1 0,-1 0 1,1 0-1,0-1 0,0 0 0,0 0 0,-1 0 0,1-1 0,0 0 0,5-1-7,-1 3 26,1-1-1,0 0 1,-1 0 0,1-1-1,-1 0 1,1-1-1,-1 0 1,1-1 0,-1 0-1,0-1 1,0 0 0,-1 0-1,1-1 1,-1 0-1,0-1 1,0 0 0,-1 0-1,1-1 1,-1 0-1,-1-1 1,0 0 0,0 0-1,0 0 1,-1-1-1,0 0 1,-1 0 0,0 0-1,0-1 1,-1 0-1,2-8-25,-6 15 39,1 1 0,-1-1 0,-1 1 0,1-1 0,0 1 0,-1-1 0,1 0 0,-1 1 0,0 0 0,0-1 0,0 1 0,0-1 0,0 1 0,0 0 0,-1 0 0,1 0 0,-1 0 0,1 0 0,-1 0 0,0 0 0,0 0 0,0 0 0,0 1 0,0-1 0,0 1 0,-1 0 0,1 0 0,0 0 0,-1 0 0,1 0 0,-1 0 0,1 0 0,-1 1 0,1-1 0,-3 1-39,-104-7 585,90 7-494,8-1-86,0 0 0,1 1 0,-1 0 1,0 1-1,1 0 0,-1 1 0,1 0 0,-1 1 0,1 0 1,0 0-1,0 1 0,0 1 0,0-1 0,1 2 0,0-1 1,-4 4-6,13-9-51,-1 1 1,1-1 0,-1 0 0,1 1-1,-1-1 1,1 0 0,0 1 0,-1-1 0,1 0-1,0 1 1,-1-1 0,1 1 0,0-1-1,0 1 1,-1-1 0,1 1 0,0-1 0,0 1-1,0-1 1,0 1 0,-1-1 0,1 1 0,0-1-1,0 1 1,0-1 0,0 1 0,0 0-1,0-1 1,1 1 0,-1-1 0,0 1 0,0-1-1,0 1 1,0-1 0,1 1 0,-1-1-1,0 1 1,0-1 0,1 0 0,-1 1 0,0-1-1,1 1 1,-1-1 0,1 0 0,-1 1 0,0-1-1,1 0 1,-1 1 0,1-1 0,-1 0-1,1 0 1,-1 1 0,1-1 0,-1 0 0,1 0 50,34 2-4309</inkml:trace>
  <inkml:trace contextRef="#ctx0" brushRef="#br0" timeOffset="854977.543">7941 10488 8618,'0'0'1104,"0"0"-460,0 0 94,0 0 46,3-28-275,20-93-285,-21 116-213,1-1 1,1 1-1,-1 0 0,0 1 0,1-1 0,0 0 0,0 1 0,1 0 0,-1 0 0,1 1 0,0-1 0,0 1 1,0 0-1,0 0 0,1 0 0,-1 1 0,1 0 0,0 0 0,-1 1 0,1-1 0,0 1 0,2 0-11,8-3 36,3-2 9,-1 2-1,0 0 1,1 1-1,0 1 0,0 1 1,0 0-1,0 2 1,-1 0-1,1 1 1,5 1-45,-18 0 20,-1-1 1,1 0-1,-1 1 1,0 0-1,0 1 1,0-1-1,-1 1 1,1 0-1,-1 0 1,0 0-1,0 0 1,0 1-1,0 0 1,-1-1-1,0 2 1,0-1-1,0 0 1,-1 0-1,1 1 1,-1-1-1,-1 1 1,1 0-1,-1 0 1,0 0-1,0 5-20,3 154 483,-4-164-480,-9 64 8,-3-1 0,-2 0 0,-4-1 0,-1-1 0,-4 0 0,-24 44-11,7-18-1195,4-25-1618</inkml:trace>
  <inkml:trace contextRef="#ctx0" brushRef="#br0" timeOffset="855161.913">8196 10729 10626,'0'0'1521,"0"0"-1033,0 0-192,204-71-216,-75 32-80,-19 2-2313,-9 3-3824</inkml:trace>
  <inkml:trace contextRef="#ctx0" brushRef="#br0" timeOffset="855458.74">9539 10061 9650,'0'0'1482,"-33"9"-345,-107 33-221,130-39-834,1 0 0,0 1-1,0 0 1,1 0 0,-1 1-1,1 0 1,0 1-1,0 0 1,1 0 0,0 1-1,0-1 1,0 2 0,1-1-1,0 1 1,-4 6-82,8-10 8,0 1 0,0 0-1,0 0 1,0 0 0,1 1 0,0-1 0,0 0 0,1 0 0,-1 1 0,1-1 0,0 0-1,1 1 1,-1-1 0,1 0 0,0 1 0,0-1 0,1 0 0,0 0 0,0 0 0,0 0 0,0 0-1,1-1 1,-1 1 0,1-1 0,3 3-8,265 265 189,-266-267-182,-1 1-1,0 0 0,0 0 0,-1 0 0,0 1 0,0-1 0,0 1 0,-1-1 0,0 1 0,0 0 0,-1 0 1,1 0-1,-2 0 0,1 0 0,-1 1 0,0-1 0,0 0 0,-1 0 0,0 0 0,0 0 0,-1 0 0,0 0 1,0-1-1,-1 1 0,1 0 0,-2-1 0,1 0 0,-1 0 0,1 0 0,-2 0 0,1 0 0,-1-1 0,0 0 1,0 0-1,0 0 0,0 0 0,-1-1 0,0 0 0,0 0 0,0-1 0,-1 0 0,1 0 0,-1 0 0,1-1 0,-1 0 1,-5 1-7,7-1 35,0 0 1,0-1 0,0 1 0,0-1 0,-1 0 0,1-1 0,0 1-1,-1-1 1,1 0 0,0-1 0,-1 1 0,1-1 0,0 0 0,-1 0-1,1-1 1,0 1 0,0-1 0,0 0 0,0-1 0,1 1 0,-1-1-1,0 0 1,1 0 0,0 0 0,0-1 0,0 0 0,-3-3-36,3-6 39,-1 0 0,2 0 1,0-1-1,1 1 0,0-1 1,1 0-1,0 0 0,1 1 0,1-1 1,0 0-1,1 0 0,0 1 1,1-1-1,1 1 0,2-7-39,12-17-167,0 1 0,3 0 0,1 2-1,2 0 1,0 2 0,3 1 0,0 1 0,2 1 0,2 1-1,0 2 1,20-12 167,50-36-2976,-13 17-2770</inkml:trace>
  <inkml:trace contextRef="#ctx0" brushRef="#br0" timeOffset="855771.9">10407 10092 7154,'0'0'1563,"0"0"174,0 0 268,0 0-630,0 0-670,0 0-269,-27 12-120,-90 44-57,108-50-222,-1 0-1,1 1 1,0 1 0,0-1 0,1 2-1,0-1 1,1 1 0,0 0 0,0 0-1,1 1 1,0 0 0,1 0 0,0 1-1,0-1 1,1 1 0,1 0 0,0 0-1,0 4-36,0-10 0,1 0-1,1 0 0,-1 0 0,1 0 0,0 0 1,0 0-1,0 0 0,1 0 0,-1 0 0,1 1 0,1-1 1,-1 0-1,1 0 0,0 0 0,0 0 0,0 0 1,1 0-1,0 0 0,0 0 0,0 0 0,0-1 0,1 1 1,0-1-1,0 0 0,0 1 0,2 0 1,1-2-43,0 0-1,0-1 1,1 0-1,-1 0 1,1-1-1,-1 0 1,1 0 0,-1 0-1,1-1 1,-1 0-1,1 0 1,0-1-1,-1 0 1,1 0 0,-1 0-1,1-1 1,-1 0-1,0 0 1,0-1-1,0 0 1,0 0-1,0 0 1,0 0 0,3-4 43,114-112-645,4-84-847,-127 202 1495,0 0 0,1-1 1,-1 1-1,0 0 0,1 0 0,-1 0 1,1 0-1,-1 0 0,1 0 0,0 0 1,-1 1-1,1-1 0,0 0 0,0 0 1,-1 0-1,1 1 0,0-1 0,0 0 1,0 1-1,0-1 0,0 1 0,0-1 1,0 1-1,0-1 0,0 1 0,0 0 1,0 0-1,0-1 0,0 1 0,1 0 1,-1 0-1,0 0 0,0 0 0,0 0 1,0 0-1,0 1 0,0-1 0,0 0 1,0 0-1,0 1 0,1-1 0,-1 1 1,0-1-1,-1 1 0,1-1 0,0 1 1,0 0-1,0-1 0,0 1 0,0 0 1,-1 0-1,1 0 0,0-1 0,-1 1 1,1 0-1,0 0 0,-1 0 0,1 0 1,-1 0-1,0 0 0,1 0 0,-1 0 1,0 1-1,1-1 0,-1 0 0,0 1-3,6 25 56,0 0 0,-2 1 0,-1 0-1,-1 0 1,-2 0 0,-1 0-1,-1 0 1,-1 1-56,-4 31-510,-2-1 0,-3 0 0,-2-1-1,-7 12 511,-26 63-6093</inkml:trace>
  <inkml:trace contextRef="#ctx0" brushRef="#br0" timeOffset="856967.97">172 7946 6897,'0'0'1027,"0"0"-184,0 0-28,0 0 63,0 0-194,0 0-179,9-11-18,-5 5-396,-2 3-66,-1 0-1,1 0 1,0 0-1,0 0 0,0 0 1,0 1-1,0-1 1,1 1-1,-1 0 1,1-1-1,0 1 0,-1 0 1,1 0-1,0 1 1,0-1-1,0 1 1,0-1-1,1 1 0,-1 0 1,0 0-1,0 1 1,1-1-1,-1 1 0,1-1 1,-1 1-1,0 0 1,2 0-25,15 9 109,0 1 1,-1 1-1,-1 1 1,0 0-1,0 2 1,-1 0-1,-1 0 1,-1 2-1,10 11-109,-11-13 98,334 395 1337,-103-111-1301,-150-190 47,-5 4 0,27 50-181,-82-107 62,22 34-11,4-2-1,3-3 0,44 42-50,105 73 46,-135-131-35,-2 4 0,-4 2 0,-3 4-1,9 18-10,-24-12 21,-4 1 0,-4 3 0,29 79-21,-2-9 28,6-3 1,7-3-1,7-4 1,54 61-29,-69-103 142,81 108 4,8-6 0,55 41-146,143 108 114,12 37 166,22 64-280,413 548 390,-495-569 141,25 84-531,-234-353 43,79 105 98,128 137-141,-249-335 131,3-3 0,2-3-1,4-3 1,32 18-131,-105-83-19,0 1 0,0-1 0,0 0 0,0 1 0,0 0 0,0-1 0,0 1-1,0 0 1,-1 0 0,1 0 0,-1 0 0,1 0 0,-1 0 0,0 0 0,0 1 0,0-1 0,0 0 0,0 1 0,0-1 0,-1 0 0,1 1-1,-1-1 1,0 1 0,0-1 0,0 1 0,0-1 0,0 1 0,0-1 0,-1 1 0,1-1 0,-1 1 0,1-1 0,-1 1 0,0-1 0,0 0 0,0 1-1,-1-1 1,1 0 0,0 0 0,-1 0 0,0 0 0,1 0 0,-1 0 0,0-1 0,0 1 0,0-1 0,0 1 0,0-1 0,0 1 0,-1-1 18,-57 40-2014</inkml:trace>
  <inkml:trace contextRef="#ctx0" brushRef="#br0" timeOffset="863384.843">553 11516 2681,'0'0'912,"0"0"24,-34 20 124,-110 64 118,-17 10 3832,162-91-2133,55-12-2685,178-117 283,-208 110-438,360-210 176,61-9-213,-221 114 44,-6-10-1,76-67-43,-240 158-8,7-6 4,1 2 0,3 3 0,69-31 4,175-20-19,-221 43 43,-2-5 0,-2-3-1,-3-3 1,18-22-24,11-14 2,-5-5 0,60-75-2,-115 120-9,3 2-1,3 3 1,27-18 9,524-411 27,-505 389-7,155-133-16,61-28-4,28 14 18,621-443-3,-674 502 12,-234 129 129,-58 48-124,-9-1 3483,-43-13-5983,10 8-2397</inkml:trace>
  <inkml:trace contextRef="#ctx0" brushRef="#br0" timeOffset="869639.075">8951 12767 6409,'0'0'1383,"0"0"-356,0 0-249,0 0 214,-4-24-43,-8-76-142,12 95-756,0 0-1,1 0 1,0 0-1,0 0 1,0 0-1,1 1 1,-1-1-1,1 0 1,0 0-1,1 1 1,-1-1-1,1 1 1,0 0-1,0 0 1,0 0-1,0 0 1,1 1-1,0-1 1,0 1-1,0 0 1,0 0-1,0 0 1,0 0-1,1 1 1,-1 0-1,1 0 1,0 0-1,0 1 1,0-1-1,0 1 1,0 0-1,0 0 1,0 1-1,0 0 1,0 0-1,0 0 1,0 0-1,3 1-50,8 0 12,0 0-1,0 1 1,0 1-1,-1 0 0,1 1 1,-1 0-1,0 2 1,0 0-1,0 0 0,-1 2 1,0 0-1,0 0 1,-1 1-1,0 1 0,-1 0 1,0 1-1,0 0 1,-1 1-1,-1 0 0,0 0 1,0 1-1,-2 1 0,0 0 1,0 0-1,-1 0 1,-1 1-1,0 0 0,-1 0 1,-1 1-1,0 0 1,-1-1-1,-1 1 0,0 3-11,-1-10 7,0 0 0,-1 0 0,0 0 0,0 0 0,-1 0 0,0 0-1,-1 0 1,0 0 0,0 0 0,-1-1 0,0 1 0,-1-1-1,0 0 1,0 0 0,0 0 0,-1 0 0,-1-1 0,1 0-1,-1 0 1,0 0 0,-1-1 0,1 0 0,-3 1-7,-3 1 4,0-1 0,-1-1 0,1 0-1,-2 0 1,1-1 0,0-1 0,-1 0 0,0-1 0,0-1 0,0 0 0,0-1 0,0 0 0,-1-1 0,1-1 0,0 0-1,0-1 1,0 0 0,0-1 0,0-1 0,1 0 0,-1-1 0,1-1 0,0 0 0,1 0 0,-1-1 0,1-1-1,1 0 1,0-1 0,0 0 0,-2-3-4,1-3-3,1-1 0,1 0 1,0 0-1,1-1 0,1-1 0,1 0 0,0 0 0,1 0 0,1-1 1,1 1-1,1-1 0,0 0 0,1-1 0,1 1 0,1 0 0,1 0 1,1 0-1,0-1 0,2 2 0,0-1 0,5-14 3,6 0 2,2 0 0,1 0 0,1 2 0,2 1 0,1 0-1,2 2 1,0 0 0,2 2 0,1 1 0,28-21-2,-1-1 40,1 2 0,3 3 0,1 2 1,2 3-1,2 3 0,0 2 0,36-10-40,13 21-539,-75 37-5044,-26 1-3042</inkml:trace>
  <inkml:trace contextRef="#ctx0" brushRef="#br0" timeOffset="869968.47">10797 11969 528,'0'0'6308,"0"0"-4463,0 0-1587,0 0-174,-35 2 34,-119 15 100,139-13-163,1 0-1,-1 0 1,1 2 0,0 0-1,1 0 1,-1 1-1,1 1 1,0 0-1,1 1 1,0 0 0,-9 10-55,-1 0 150,-33 32 224,2 2 1,2 3-1,3 2 0,3 2 0,2 2 0,3 1 0,-24 54-374,50-95 77,0 1-1,2 0 1,0 0-1,2 2 0,0-1 1,2 1-1,1 1 1,0-1-1,2 1 0,1 0 1,2 0-1,0 1 1,2-1-1,2 26-76,0-45 0,0 0 0,1 0 0,-1 0-1,2 0 1,-1 0 0,1 0 0,0-1 0,0 0 0,0 0 0,1 0-1,0 0 1,1-1 0,-1 0 0,1 0 0,0 0 0,0 0 0,0-1-1,1 0 1,-1-1 0,1 0 0,0 0 0,0 0 0,0-1 0,8 2 0,9 2-105,0-2 1,0-1-1,0-1 1,0 0-1,1-2 1,-1-1-1,2-1 105,105-21-2507,-10-16-3105</inkml:trace>
  <inkml:trace contextRef="#ctx0" brushRef="#br0" timeOffset="870341.641">11033 11989 8,'0'0'9586,"0"0"-7978,0 0-735,0 0-465,0 0-256,0 0 280,60 192 136,-13-84-224,6 5-136,4 6-56,3-9-144,-4-8 64,-2-14-72,-17-15 0,-11-7-392,-17-18-1424,-9-23-3514</inkml:trace>
  <inkml:trace contextRef="#ctx0" brushRef="#br0" timeOffset="870621.58">10879 12974 11154,'0'0'1633,"0"0"-617,0 0-496,47-159-168,22 77 168,19-11-232,29-9-88,8-3-112,7 6-32,1 3-56,21-15-248,-38 26-1168,-34 15-3089</inkml:trace>
  <inkml:trace contextRef="#ctx0" brushRef="#br0" timeOffset="871122.07">12178 10944 3825,'0'0'1255,"0"0"-132,0 0 229,0 0 83,0 0-264,0 0-390,0-3-297,-3 180 1369,-33 37-1066,21-142-708,3 0 0,3 1 0,2 35-79,11-104-2440,1-16-1597</inkml:trace>
  <inkml:trace contextRef="#ctx0" brushRef="#br0" timeOffset="871388.064">11832 10916 9122,'0'0'1448,"0"0"-1040,0 0 441,160-34 255,-69 17-480,16-9-360,10-5-144,5 3-56,20 11-64,-32 14-640,-35 3-2049</inkml:trace>
  <inkml:trace contextRef="#ctx0" brushRef="#br0" timeOffset="872371.272">11417 12405 2809,'0'0'1092,"0"0"-129,0 0-80,0 0 67,26-20 71,87-62-65,-2-2 1490,-110 83-1526,-16 10-684,0 1 0,1 1-1,0 0 1,1 0 0,0 2 0,1 0 0,0 0 0,0 2-236,-4 3 167,-26 29-13,3 3 1,1 1-1,2 1 1,3 2-1,3 2 1,1 1 0,4 0-1,1 2 1,-7 37-155,24-68 47,1 0 0,2 0 0,1 0 1,1 1-1,1-1 0,2 0 0,3 23-47,0-40 8,0 0-1,0-1 1,1 1-1,1-1 0,0 0 1,0-1-1,1 0 1,0 0-1,1 0 0,0-1 1,0 0-1,0-1 1,1 1-1,1-2 0,-1 1 1,1-1-1,0-1 1,0 0-1,1 0 0,-1-1 1,1 0-1,0-1 1,0 0-1,0-1 1,1 0-1,-1-1 0,0 0 1,1-1-1,-1 0 1,1-1-1,-1 0 0,0-1 1,1 0-1,-1-1 1,0 0-1,-1-1 0,1 0 1,1-1-8,11-10 18,0-1 0,-2 0 0,0-1 0,0-2 1,-2 0-1,0-1 0,-2-1 0,0 0 0,-1-2 0,-2 0 1,0 0-1,-1-1 0,9-25-18,7-16 37,-3-2 0,-3 0 0,-3-1 1,-3-2-1,-3 1 0,-3-2 0,-3 0 0,-3 0 1,-4-64-38,0 122 19,-1 1 1,-1-1-1,1 0 1,-2 1 0,0-1-1,0 1 1,-2 0 0,1-1-1,-1 1 1,-1 1-1,0-1 1,-1 1 0,0 0-1,-1 0 1,0 0 0,0 1-1,-1 0 1,-1 1-1,1 0 1,-2 0 0,1 1-1,-1 0 1,0 0 0,-1 1-1,0 1 1,0 0-1,0 0 1,-7-1-20,3 3 13,-1 0-1,1 1 1,-1 1 0,0 0 0,1 1-1,-1 1 1,0 1 0,0 0 0,0 1-1,0 0 1,1 1 0,-5 3-13,12-4-13,1 0 1,-1 1-1,1 0 0,0 1 1,0-1-1,0 1 0,1 1 0,-1-1 1,1 1-1,0 0 0,0 1 1,1 0-1,-1-1 0,1 2 1,0-1-1,1 1 0,0-1 1,0 1-1,0 0 0,1 0 1,0 1-1,1-1 0,-1 1 1,1 0-1,0 1 13,6 99-2496,20-41-2370,-1-18-1160</inkml:trace>
  <inkml:trace contextRef="#ctx0" brushRef="#br0" timeOffset="872639.592">11237 12798 7058,'0'0'1648,"0"0"-137,0 0-134,0 0-303,0 0-256,0 0-192,36-12-63,240-72 209,-191 62-659,0 4-1,2 4 0,-1 4 1,71 0-113,-11 1-2287,-116-1-2097</inkml:trace>
  <inkml:trace contextRef="#ctx0" brushRef="#br0" timeOffset="872920.134">12621 12314 7810,'0'0'1100,"0"0"-429,0 0 73,0 0 180,0 0-246,0 0-330,13-12-51,-5 4-238,-7 6-45,0 0 0,0 1 0,0-1 0,0 0 0,0 0 0,0 1 0,0-1 0,1 1 0,-1-1 0,1 1 0,-1 0 0,1-1 0,-1 1 0,1 0 0,0 0 0,-1 0 0,1 0 0,0 1 0,0-1 0,0 0 0,0 1 0,0-1 0,0 1 0,0 0 0,0-1 0,0 1 0,0 0 0,0 0 0,0 0 0,-1 1 0,1-1 0,0 0 0,0 1 0,0-1 0,0 1 0,0 0 0,0 0 0,0 0 0,-1 0 0,1 0 0,0 0 0,-1 0 0,1 0 0,-1 1 0,1-1 0,-1 0 0,0 1 0,1-1 0,-1 1 0,0 0 0,0-1 0,0 1 0,0 0 0,0 0 0,-1 0 0,1 1-14,189 439 1265,-170-399-1536,-1 0 0,-2 2 0,-3 0-1,-1 1 1,4 29 271,-15-36-3498</inkml:trace>
  <inkml:trace contextRef="#ctx0" brushRef="#br0" timeOffset="873106.478">12439 12954 10602,'0'0'1785,"0"0"-993,0 0-240,0 0-40,0 0 216,166-153-328,-68 68-160,9-11-224,6 0 8,0-1-24,23-16-1128,-33 23-2121,-21 16-5528</inkml:trace>
  <inkml:trace contextRef="#ctx0" brushRef="#br0" timeOffset="873311.455">13436 11909 8610,'0'0'1472,"0"0"-1224,0 0 72,0 0 376,0 0 497,198 170-225,-138-62-304,-13 47-216,-38 41-264,-12 10 40,-53-27-208,-14-49 64,4-45 0,-6-17 48,-22-3-128,-76 17-776,13-14-2193,-1-23-7937</inkml:trace>
  <inkml:trace contextRef="#ctx0" brushRef="#br0" timeOffset="873939.598">8482 14296 7890,'0'0'987,"0"0"-609,0 0-142,36 33 199,223 219 507,-235-229-870,-2 1 0,0 1 1,-2 0-1,0 2 0,-2 1 1,-2 0-1,0 1 0,-2 1 1,-1 0-1,-1 1 0,-2 0 1,3 15-73,-10-34 50,-1 1 1,0 0-1,-1 0 0,0 0 1,-1 0-1,-1 0 0,0 0 1,0 0-1,-2 0 0,1-1 1,-2 1-1,1-1 0,-2 1 1,0-1-1,0-1 0,-1 1 1,-1-1-1,1 0 0,-2 0 1,0 0-51,-4 1 17,0-1 1,0 0-1,-2-1 1,1 0-1,-1-1 1,-1-1-1,1 0 0,-1-1 1,-1 0-1,1-1 1,-1-1-1,0-1 1,-1 0-1,1-1 1,-1 0-1,1-2 1,-1 0-1,0-1 1,1 0-1,-1-2 1,0 0-1,1 0 1,-1-2-1,1 0 0,0-1 1,1-1-1,-1 0 1,1-1-1,0 0 1,-7-6-18,6 2 22,1-1-1,0 0 1,1-1 0,0-1 0,1 0 0,1-1-1,0 0 1,1-1 0,1 0 0,0-1 0,2 0-1,-1 0 1,2-1 0,1 0 0,0-1 0,1 1-1,1-1 1,0 0 0,2 0 0,0 0 0,1 0-1,1-1 1,1 1 0,1 0 0,0 0 0,2 0-1,0 0 1,1 1 0,1-1 0,0 1-1,2 1 1,0-1 0,1 1 0,0 0 0,12-13-22,49-40 129,3 4 0,2 3 0,4 3 0,1 4 1,21-7-130,-51 30 38,130-84-155,4 8 0,128-52 117,-219 117-1940,-7 6-2510</inkml:trace>
  <inkml:trace contextRef="#ctx0" brushRef="#br0" timeOffset="874203.622">10589 13967 9322,'0'0'1272,"0"0"-832,-182 82-288,91-22-56,-7 19 40,-18 46 144,3 53 249,25 31 71,31-10-168,51-41 80,6-53-240,50-43-200,25-2-16,26-10-56,25-10-32,50-40-600,-28-20-1305,-32-28-5424</inkml:trace>
  <inkml:trace contextRef="#ctx0" brushRef="#br0" timeOffset="874561.554">10860 14582 7986,'0'0'1044,"0"0"-565,0 0-295,0 0-48,0 0 160,-30 32 84,-94 112 156,74-29 107,38-49-297,2 2 0,4-1-1,2 65-345,3-119 9,0 0 0,1 0 0,1-1 0,0 1-1,1 0 1,0-1 0,1 1 0,0-1 0,1 0 0,1 0-1,0 0 1,0 0 0,1-1 0,1 0 0,0 0 0,0-1-1,1 1 1,0-2 0,1 1 0,0-1 0,0-1-1,1 1 1,1-2 0,-1 1 0,1-2 0,1 1-9,3 0 19,0-2 0,0 0 0,1 0 0,0-2 1,0 0-1,0-1 0,0 0 0,0-1 0,0-1 0,0-1 0,0 0 1,0-1-1,0-1 0,12-3-19,-9-4 44,0 0-1,0-2 1,-1 0 0,-1-1 0,0-1 0,0 0-1,-2-1 1,0-1 0,-1 0 0,0-1-1,-1-1 1,-1 0 0,-1 0 0,-1-1 0,0-1-1,-2 0 1,0 0 0,0-4-44,2-14 119,-1 1 1,-2-1-1,-2-1 1,-2 1-1,-1-1 1,-1 1-1,-4-12-119,3 36 19,0 0 0,-2 0 0,0 0-1,0 0 1,-1 0 0,-1 0 0,0 1 0,-1-1 0,0 1-1,-1 1 1,-1-1 0,0 1 0,-1 0 0,0 0-1,-1 1 1,0 0 0,0 1 0,-8-6-19,-158-93-2043,90 78-2390</inkml:trace>
  <inkml:trace contextRef="#ctx0" brushRef="#br0" timeOffset="874825.223">10621 15034 10010,'0'0'1825,"0"0"-1417,0 0-72,0 0 320,201 12-8,-122-12-328,6-23-144,6-5-96,-3-9-80,16-31-56,-19 11-1464,-19 1-4378</inkml:trace>
  <inkml:trace contextRef="#ctx0" brushRef="#br0" timeOffset="875110.243">11810 13789 7162,'0'0'1472,"0"0"-712,0 0-120,0 0 168,0 0 185,0 0-905,0 0-8,0 74 240,0-18 16,-13 12-176,1 3-56,-7-6-96,3 3 120,0-3-120,7-8 40,9 8-48,0-20-1168,0-17-1937</inkml:trace>
  <inkml:trace contextRef="#ctx0" brushRef="#br0" timeOffset="875357.188">11042 13863 8394,'0'0'1968,"0"0"-1584,0 0-208,277 0 80,-151-9 80,12-5 153,-3 3-177,-28 11-112,4 0-104,-23 28-88,-19 14 48,-19 9-56,-31 34-640,-6-14-1161,-13-9-3528</inkml:trace>
  <inkml:trace contextRef="#ctx0" brushRef="#br0" timeOffset="875591.143">11914 14613 9106,'0'0'1704,"0"0"-1320,0 0 72,0 0 497,78 186-65,-43-89-456,2 5-200,4-3-128,7-6-32,-4-11-72,0-22 0,-3-18-8,-13-16-1152,-19-21-3225</inkml:trace>
  <inkml:trace contextRef="#ctx0" brushRef="#br0" timeOffset="875762.586">11923 15334 6433,'0'0'5129,"0"0"-4480,0 0-377,0 0 72,91-164 576,-34 96-344,12 0-344,6 0-80,1 9-80,-1 2-72,26 1-80,-22 5-1032,-13 11-3465</inkml:trace>
  <inkml:trace contextRef="#ctx0" brushRef="#br0" timeOffset="875918.467">12845 14542 9258,'0'0'2176,"0"0"-1647,0 0-145,0 0 216,122 181-72,-71-99-216,-11 20-144,-11 25-32,-26 35 272,-3-4-64,-13-25-64,-28-25-56,13-40-112,-7-12-96,10-10-16,19-66-192,6-37-1416,0-25-6338</inkml:trace>
  <inkml:trace contextRef="#ctx0" brushRef="#br0" timeOffset="876372.312">14210 12609 8258,'0'0'1928,"0"0"-199,0 0-809,0 0-448,0 0 280,160-23-144,-78 23-200,12 0-152,0 0-168,-2 23-8,-1-1-72,0 4-8,-19-1-672,-27-16-3505</inkml:trace>
  <inkml:trace contextRef="#ctx0" brushRef="#br0" timeOffset="876622.577">14933 12382 8074,'0'0'1736,"0"0"-1024,0 0 328,0 0-255,0 0-249,116 161-144,-112-101 72,-4 11 56,-22 8-136,-23 3-280,-5-3 128,0-11-144,3-25-88,18-43-248,14-6-1632,15-36-7114</inkml:trace>
  <inkml:trace contextRef="#ctx0" brushRef="#br0" timeOffset="876906.234">15392 12422 8002,'0'0'1077,"0"0"-558,0 0-288,0 0-45,0 0 184,0 0 133,12 15 123,66 103 313,-40-37-505,4-1-1,3-3 1,45 58-434,9-3 48,-79-80-2350,-19-40-2581</inkml:trace>
  <inkml:trace contextRef="#ctx0" brushRef="#br0" timeOffset="877518.207">15729 12300 8618,'0'0'2119,"0"0"-469,0 0-386,0 0-449,0 0-315,0 0-205,-12 17-167,3-4-91,1 0 0,0 1 0,1 0 0,0 0 1,2 0-1,-1 1 0,2 0 0,0 0 0,0 0 1,0 10-38,1-7 34,0 0 0,1 0 1,1 1-1,0-1 0,2 1 1,0-1-1,1 0 0,1 0 1,0 0-1,2 0 0,0 0 1,1-1-1,1 0 0,0 0 1,1 0-1,1-1 0,1-1 1,0 1-1,2 1-34,-1-7 8,1-1 0,0 0 0,0 0 0,1-2-1,0 1 1,0-1 0,1-1 0,0-1 0,0 0 0,0 0 0,0-2 0,1 1 0,0-2 0,0 0 0,0-1-1,-1-1 1,1 0 0,0 0 0,0-2 0,0 0 0,0-1 0,-1 0 0,1-1 0,-1-1 0,0 0 0,0-1 0,-1 0-1,0-1 1,0-1 0,0 0 0,3-4-8,-2 0 11,0-1 0,0-1-1,-2 0 1,0-1 0,0-1 0,-2 1-1,1-2 1,-2 1 0,-1-2 0,0 1-1,-1-1 1,0 0 0,-2 0 0,0-1-1,-1 0 1,-1 1 0,-1-1 0,-1-1-1,0-10-10,-1 22 7,0-1 0,-1 1 0,0-1-1,0 1 1,-1-1 0,0 1 0,-1 0-1,0 0 1,0 0 0,0 0 0,-1 0-1,0 1 1,-1 0 0,0-1 0,0 2 0,0-1-1,-1 0 1,0 1 0,0 0 0,0 1-1,-1 0 1,0-1 0,0 2 0,-1-1-1,1 1 1,-1 1 0,-4-3-7,-11-2 7,0 0 1,0 1-1,-1 1 1,1 1-1,-1 1 1,-1 2-1,1 0 1,0 1-1,0 2 1,-1 0-1,1 2 0,0 0 1,0 2-1,1 1 1,-1 1-1,1 0 1,-9 6-8,23-10-52,0-1 1,1 1-1,0 1 0,-1-1 1,1 1-1,1 1 1,-1 0-1,1 0 1,-1 0-1,1 1 1,1 0-1,-1 0 0,1 1 1,0 0-1,1 0 1,0 0-1,0 1 1,0-1-1,1 1 1,0 1-1,1-1 1,0 0-1,0 1 0,0 0 1,1-1-1,1 1 1,0 0-1,0 0 1,0 0-1,1 0 1,1 0-1,0 5 52,17 24-3960</inkml:trace>
  <inkml:trace contextRef="#ctx0" brushRef="#br0" timeOffset="877864.697">13757 14794 10362,'0'0'2145,"0"0"-1649,0 0-88,179 48 136,-75-14 144,18 0-288,11 3-56,11-3-232,1 0-64,-4-15 72,-5-2-64,-17-11-8,-21-6-48,-23 0-152,-28-23-1744,-28-11-7202</inkml:trace>
  <inkml:trace contextRef="#ctx0" brushRef="#br0" timeOffset="878190.255">15823 14842 8034,'0'0'2626,"0"0"-1617,18-30-634,121-182-67,-12 85 397,-122 136-472,-10 58 272,-3 0 1,-3-1 0,-3-1-1,-3 0 1,-6 7-506,-10 50 129,-31 266-33,50-223-2501,14-158 2245,-9 64-5996</inkml:trace>
  <inkml:trace contextRef="#ctx0" brushRef="#br0" timeOffset="880280.511">13470 15980 8034,'0'0'1552,"0"0"-752,0 0-232,0 0 377,0 0-193,0 0-344,51 0-192,-29 0-112,16 0-104,-7-9-424,-6 9-2273</inkml:trace>
  <inkml:trace contextRef="#ctx0" brushRef="#br0" timeOffset="880560.179">13596 16874 9194,'0'0'1280,"0"0"-1280,0 0-2440</inkml:trace>
  <inkml:trace contextRef="#ctx0" brushRef="#br0" timeOffset="880561.179">13596 16874 11875,'51'153'1456,"-55"-153"-1456,4-20-4025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0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1673 9106,'0'0'1322,"0"0"-116,0 0-152,0 0-222,0 0-306,-7-10-194,-23-35 16,30 44-338,0 0 0,0 0 0,0 0 1,0 0-1,1-1 0,-1 1 0,0 0 0,0 0 1,1 0-1,-1 0 0,0 0 0,1 1 1,-1-1-1,1 0 0,-1 0 0,1 0 0,-1 0 1,1 0-1,0 1 0,0-1 0,-1 0 0,1 0 1,0 1-1,0-1 0,0 1 0,0-1 0,-1 1 1,1-1-1,0 1 0,0-1 0,0 1 0,0 0 1,0 0-1,0-1 0,0 1 0,0 0 0,0 0 1,1 0-1,-1 0 0,0 0 0,0 0 0,0 0 1,0 1-1,0-1 0,0 0 0,0 1 1,0-1-1,0 0 0,-1 1 0,1-1 0,0 1 1,0 0-1,0 0-10,6-1 32,18 1-23,1 1 0,0 0 0,-1 3 0,1 0 0,-1 1 0,0 1 0,23 11-9,-21-9 16,1 2-1,-2 0 1,1 2 0,-2 1-1,1 1 1,-2 1 0,0 1-1,-1 1 1,-1 1 0,-1 1-1,-1 1 1,5 7-16,-20-19 6,-1 0 0,0-1 0,-1 1 1,0 0-1,0 1 0,-1-1 0,0 0 0,-1 1 0,0-1 0,0 1 0,-1-1 1,-1 1-1,1-1 0,-1 1 0,-1-1 0,0 1 0,0-1 0,-1 0 1,0 0-1,-1 0 0,0 0 0,0-1 0,-1 1 0,0-1 0,-1 1-6,-5 5 10,-1 0 1,0-1-1,-1-1 0,-1 0 0,0 0 0,0-2 0,-1 0 0,0 0 0,-1-1 0,0-1 0,-1-1 1,1 0-1,-1-1 0,-1-1 0,1-1 0,-1 0 0,0-1 0,0-1 0,0-1 0,0-1 0,-17-1-10,27 0-8,0 0-1,0-1 0,0 0 0,0-1 0,0 1 0,1-2 0,-1 1 0,1-1 0,0 0 0,0 0 1,0-1-1,0 0 0,1 0 0,0-1 0,0 0 0,1 0 0,-1 0 0,1-1 0,1 1 1,-1-1-1,1 0 0,0-1 0,1 1 0,0-1 0,-1-2 9,-5-15-72,2-1 0,0 0 0,2-1 0,1 1 0,1-1 0,1 1 0,2-9 72,1 12-7,0 1-1,2-1 1,1 0 0,0 1 0,2 0 0,1 0 0,0 0 0,2 1 0,0 0 0,2 1 0,0 0 0,1 0 0,1 1 0,8-9 7,64-76 260,4 3 0,5 4-1,3 5 1,17-7-260,90-86 260,-180 160-444,-23 24-31,-1 1-465,-2 0-1705,-3 0-2594</inkml:trace>
  <inkml:trace contextRef="#ctx0" brushRef="#br0" timeOffset="659.031">1622 816 5481,'0'0'1565,"0"0"131,0 0-65,0 0-264,0 0-268,0 0-279,-10-12-77,-38-35-114,46 45-612,-1 1-1,0 0 0,0 0 1,0 0-1,1 0 0,-1 0 1,0 1-1,0-1 0,0 1 1,0 0-1,0 0 0,0 0 1,0 0-1,0 0 0,0 1 1,0-1-1,0 1 0,0 0 1,0 0-1,0 0 0,0 0 1,1 1-1,-1-1 0,1 1 1,-1-1-1,1 1 0,-1 0 1,1 0-1,0 0 0,-1 1-16,-3 2 9,-40 35 22,2 2 0,1 3-1,3 1 1,2 2 0,1 1 0,3 2 0,3 2 0,1 0-1,-7 23-30,6-19 35,1 1-1,3 1 1,3 1 0,3 1-1,2 1 1,3 1-1,2 0 1,3 1-1,4 0 1,2 1-1,2 4-34,5-57-58,0-1 0,0 0-1,1 0 1,1 0-1,0 0 1,0 0 0,1-1-1,0 0 1,1 0-1,0 0 1,1-1 0,0 1-1,0-2 1,1 1-1,0-1 1,1 0-1,0-1 1,0 0 0,0 0-1,1-1 1,0 0-1,0-1 1,0 0 0,1-1-1,0 0 59,185 16-6907,-118-20-913</inkml:trace>
  <inkml:trace contextRef="#ctx0" brushRef="#br0" timeOffset="1079.967">2091 875 8562,'0'0'1240,"0"0"-260,0 0-320,0 0-105,-27 11-164,-87 40-92,63 13 2,29-1-168,2 2 1,4 0-1,2 1 1,3 0-1,3 1 0,3 0 1,2 1-1,7 54-133,-4-102-20,2-1 1,0 1-1,2 0 1,0-1-1,1 1 1,1-1-1,0-1 0,2 1 1,0-1-1,1 0 1,1-1-1,0 0 0,1-1 1,1 0-1,1 0 1,0-2-1,1 0 1,1 0-1,0-1 0,0-1 1,2 0-1,14 7 20,-24-16 13,0 0 0,0-1 1,0 0-1,0 0 0,1 0 0,-1-1 0,0 0 0,1-1 0,-1 0 0,1 0 0,-1-1 0,1 1 1,-1-2-1,0 1 0,1-1 0,-1 0 0,0 0 0,0-1 0,0 0 0,-1-1 0,1 1 0,-1-1 1,0 0-1,0-1 0,0 1 0,0-1 0,-1-1 0,0 1 0,0-1 0,0 1 0,-1-1 0,0-1 1,0 1-1,2-6-13,19-34 239,-2 0 0,-2-2 0,-2 0 0,-2-1 0,-3-1 1,-2 0-1,-1-1 0,-4 0 0,-1-1 0,-3 0 0,-1 0 1,-5-23-240,3 61-6,0 0 1,-1 0-1,-1 1 1,0-1 0,-1 0-1,0 1 1,-1 0-1,0 0 1,-1 0 0,-1 0-1,0 1 1,-1 0 0,0 0-1,-1 0 1,0 1-1,-1 1 1,0-1 0,-1 1-1,0 1 1,0 0-1,-1 0 1,0 1 0,-3-1 5,-149-33-4240,87 38-918</inkml:trace>
  <inkml:trace contextRef="#ctx0" brushRef="#br0" timeOffset="1330.351">1525 1376 7682,'0'0'1120,"0"0"-344,0 0 680,0 0 281,163 68-409,-68-68-464,9 0-344,6-14-192,-3-14-152,0-1-176,9-19-344,-25 9-1856,-22-1-4290</inkml:trace>
  <inkml:trace contextRef="#ctx0" brushRef="#br0" timeOffset="1532.751">2830 29 8610,'0'0'1040,"0"0"48,0 0-528,0 0-23,0 0 287,-38 223-240,20-121-144,2 3-192,3-6-160,10-5-88,3 2-192,0-25-976,0-26-1689</inkml:trace>
  <inkml:trace contextRef="#ctx0" brushRef="#br0" timeOffset="1733.616">2465 37 11242,'0'0'1449,"0"0"-937,0 0 144,164-34-376,-85 31-248,15 3-32,38 9-240,-25 16-1696,-19 4-3978</inkml:trace>
  <inkml:trace contextRef="#ctx0" brushRef="#br0" timeOffset="2104.641">2906 1223 5529,'0'0'983,"0"0"236,0 0-339,0 0-501,0 0-51,0 0 348,0-18-118,1-54-286,-1 71-260,0 0 0,0 0 0,0 1 0,0-1 1,0 0-1,0 0 0,0 0 0,0 0 0,0 0 1,1 0-1,-1 0 0,0 1 0,1-1 0,-1 0 1,0 0-1,1 0 0,-1 0 0,1 1 1,-1-1-1,1 0 0,-1 1 0,1-1 0,0 0 1,-1 1-1,1-1 0,0 1 0,0-1 0,-1 1 1,1-1-1,0 1 0,0 0 0,0-1 0,0 1 1,0 0-1,-1-1 0,1 1 0,0 0 0,0 0 1,0 0-1,0 0 0,0 0 0,0 0 0,0 0 1,0 0-1,-1 1 0,1-1 0,0 0 0,0 0-12,4 1 351,-5-1 118,0 0 37,0 0-36,0 0-103,0 0-99,32 1 314,12 66-557,135 354 937,-78-240-988,-82-117-1663,-23-50-2286,-11-9-2159</inkml:trace>
  <inkml:trace contextRef="#ctx0" brushRef="#br0" timeOffset="2310.255">2827 1897 10266,'0'0'1489,"0"0"-481,0 0 200,129-190-440,-44 103-488,16-4-280,46-39-56,-24 22-1416,-19 12-4593</inkml:trace>
  <inkml:trace contextRef="#ctx0" brushRef="#br0" timeOffset="2511.396">3890 762 8682,'0'0'1301,"0"0"-308,0 0-412,0 0-201,13 29 288,120 337 1238,-116-296-1771,-3 1 0,-3 0 1,-3 1-1,-3 0 0,-4 0 0,-4 26-135,-1-66 41,-1-1-1,-1 0 1,-2 0 0,-1-1-1,-2 0 1,0-1 0,-2 0-1,-2-1 1,0 0 0,-8 9-41,7-12-256,-1 0 0,-1-2 0,0 0-1,-2 0 1,-1-2 0,-1-1 0,0 0 0,-2-2 0,-5 3 256,-32 12-5470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1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1277 792,'0'0'9442,"0"0"-7713,0 0-169,0 0-768,0 0-288,-44 281 344,41-97-392,3 17-167,0-32-113,16-44-104,-1-46-16,4-14-56,0-5-232,0-9-697,-3-12-1255,-7-30-4594</inkml:trace>
  <inkml:trace contextRef="#ctx0" brushRef="#br0" timeOffset="186.56">0 1337 6089,'0'0'1157,"35"-8"129,238-34 830,-94 54-1187,-173-11-881,0 0 1,0 1-1,0 0 1,0 0-1,0 1 1,-1-1 0,1 1-1,-1 0 1,0 1-1,0-1 1,0 1-1,0 0 1,-1 0 0,1 1-1,-1-1 1,0 1-1,0 0 1,-1 0 0,0 0-1,0 1 1,0-1-1,0 1 1,-1 0-1,0 0 1,0-1 0,0 1-1,0 4-48,-2-4 83,0 0 0,0-1-1,0 1 1,0 0 0,-1 0 0,0 0-1,-1 0 1,1 0 0,-1-1-1,0 1 1,0 0 0,-1-1 0,0 0-1,0 0 1,0 0 0,0 0 0,-1 0-1,0 0 1,0-1 0,0 0 0,0 0-1,-1 0 1,0 0 0,1-1-1,-1 0 1,-1 0-83,-144 62 1187,131-60-1143,0-1-1,0 0 1,0-2-1,-1 0 1,0-1-1,1-1 1,-1-1-1,-4-2-43,21 3-51,1-1-1,0 0 1,0 0-1,0 0 1,1 0-1,-1 0 1,0-1 0,0 1-1,1 0 1,-1-1-1,0 0 1,1 1-1,0-1 1,-1 0-1,1 1 1,0-1-1,0 0 1,0 0 0,0 0-1,0 0 1,0 0-1,1 0 1,-1-1-1,1 1 1,-1 0-1,1 0 1,0 0-1,0 0 1,0-1 0,0 1-1,0 0 1,1 0-1,-1 0 1,1-1-1,0 0 52,10-53-3951,11 3-1862</inkml:trace>
  <inkml:trace contextRef="#ctx0" brushRef="#br0" timeOffset="752.044">642 1178 8258,'0'0'1073,"0"0"-454,0 0-23,0 0 67,15 33-84,50 108-139,-52-116-258,-1 0-1,-2 1 1,0 0 0,-2 1 0,-1 0 0,-1 0-1,-2 1 1,0 0 0,-2-1 0,-1 18-182,-10-38 1508,11-29-1524,1 0 0,0 0 0,2 0 0,0 0 0,2 1 0,0 0-1,2 0 1,0 1 0,1 0 0,1 1 0,1 0 0,1 0 0,0 1 0,1 1 0,1 1 0,1 0 0,0 0 0,1 2 0,6-4 16,-20 15 3,1-1 0,-1 0 1,1 1-1,0 0 1,0 0-1,1 0 1,-1 0-1,1 1 1,-1 0-1,1 0 0,0 0 1,-1 0-1,1 1 1,0 0-1,0 0 1,0 0-1,0 0 1,1 1-1,-1 0 0,0 0 1,0 0-1,0 1 1,0 0-1,0 0 1,0 0-1,0 1 1,0-1-1,-1 1 0,1 0 1,0 0-1,2 3-3,107 168 306,-107-163-337,0 0 1,1-1 0,0 0 0,1-1 0,0 1 0,0-2-1,0 1 1,1-1 0,1-1 0,-1 0 0,1 0-1,0-1 1,0-1 0,0 0 0,1 0 0,-1-1-1,1 0 1,0-1 0,0-1 0,0 0 0,0 0-1,0-1 1,0-1 0,0 0 0,0 0 30,-6-1-60,-1 0 0,0 0 0,1 0 0,-1-1 0,0 0 0,0 0 1,-1 0-1,1-1 0,-1 0 0,0 1 0,1-1 0,-2-1 0,1 1 0,0-1 0,-1 1 0,0-1 0,0 0 1,0 0-1,-1 0 0,0-1 0,0 1 0,0-1 0,0-1 60,17-134-507,-20 137 500,1 0-1,-1-1 1,0 1-1,0 0 1,-1-1-1,1 1 1,-1 0-1,0 0 1,0 0-1,0 0 1,0 0-1,-1 1 1,0-1-1,0 1 1,0-1-1,0 1 1,0 0-1,0 0 1,-1 1-1,0-1 1,1 1-1,-1-1 1,0 1-1,0 1 1,0-1-1,-1 0 1,1 1-1,0 0 1,-1 0-1,1 0 1,0 0-1,-1 1 1,1 0-1,-1 0 1,1 0-1,-1 0 1,1 1-1,-1 0 8,-5-1 95,1 0 0,0 0 0,-1 1 0,1 0 0,0 1 0,0 0 0,0 0 0,0 1 0,0 0 0,1 0 0,-1 1 0,1 1 0,0-1 0,0 1 1,1 0-1,-1 1 0,1 0 0,0 0 0,1 1 0,-1 0 0,1 0 0,1 0 0,-1 1 0,1-1 0,1 2 0,-1-1 0,1 0 0,1 1 0,0-1 0,0 1 0,0 3-95,1-6 12,0 0-1,1 1 1,0-1-1,0 1 1,1-1-1,0 1 1,0 0-1,0-1 1,1 1-1,0-1 1,0 1-1,0-1 1,1 0-1,0 1 1,1-1-1,-1 0 1,1 0-1,0 0 1,1-1-1,-1 1 1,1-1 0,0 0-1,1 0 1,-1 0-1,1 0-11,7 3-79,0 0-1,1-1 1,0 0-1,0-1 0,0 0 1,1-1-1,0-1 1,0 0-1,0-1 1,0 0-1,1-1 1,-1-1-1,8 0 80,120-3-4127,-124 1 3103,64-6-5832</inkml:trace>
  <inkml:trace contextRef="#ctx0" brushRef="#br0" timeOffset="1636.114">2224 1289 5217,'0'0'1416,"0"0"181,0 0-325,0 0-453,0 0-288,0 0-170,-28-3 32,-132-8 284,155 10-637,1 0 0,-1 1 0,1 0 0,0 0 0,-1 1 0,1-1 0,0 1 0,-1 0 0,1 0 0,0 0 0,0 1 0,-1-1 0,1 1 0,1 0 0,-1 0 0,0 1 1,0-1-1,1 1 0,-1 0 0,1-1 0,0 2 0,0-1 0,0 0 0,0 1 0,1-1 0,-1 1 0,1 0 0,0 0 0,0-1 0,0 2 0,0 1-40,0-3-4,1 0-1,-1 0 0,1 0 1,0 0-1,-1 0 1,1 0-1,1 0 1,-1 0-1,0 1 0,1-1 1,0 0-1,0 0 1,0 1-1,0-1 0,0 0 1,1 0-1,-1 1 1,1-1-1,0 0 0,0 0 1,0 0-1,0 0 1,1 0-1,-1 0 1,1 0-1,0-1 0,-1 1 1,1 0-1,1-1 1,-1 1-1,0-1 0,1 0 1,-1 0-1,1 0 1,-1 0-1,1 0 1,0-1-1,0 1 0,0-1 1,0 0-1,1 1 5,8 1 14,0-1-1,0 0 0,1-1 1,-1 0-1,0-1 1,1 0-1,-1-1 1,1-1-1,-1 0 0,0 0 1,0-1-1,0-1 1,0 0-1,-1 0 0,1-1 1,1-2-14,22-20 17,-1-1 1,-2-2 0,-1-1-1,-1-2 1,-2 0-1,-2-2 1,-1-1 0,-1-1-1,-2-2 1,-2 0-1,-2 0 1,-1-2 0,-2 0-1,-2-1 1,-2-1-1,0-5-17,-3 17-61,-2-1-1,-1 1 0,-1-1 0,-2 0 1,-1-1-1,-2 1 0,-3-23 62,3 51 14,0 1-1,0 0 0,0 0 1,0 0-1,0 0 1,-1 1-1,1-1 1,-1 0-1,0 0 0,0 1 1,0-1-1,0 1 1,0 0-1,-1 0 1,1 0-1,-1 0 0,1 0 1,-1 0-1,0 0 1,0 1-1,0 0 1,0-1-1,0 1 0,0 0 1,0 1-1,0-1 1,0 0-1,0 1 1,0 0-1,-1-1 0,1 1 1,0 1-1,0-1 1,0 0-1,-1 1 1,1 0-1,0-1 0,0 1 1,0 1-1,0-1 1,0 0-1,0 1 0,1-1 1,-1 1-1,-2 1-13,-8 16 46,1 0-1,1 1 1,1 0-1,0 1 1,1 0 0,2 1-1,0-1 1,1 2-1,1-1 1,2 0-1,0 1 1,1 0-1,1 0 1,1 7-46,-3 267 656,4-274-622,0 0 0,2 0-1,1-1 1,0 1 0,2-1 0,0 1 0,2-2-1,0 1 1,2-1 0,0 0 0,1-1 0,1-1 0,1 1-1,9 8-33,-20-26-2,-1 0-1,1 0 0,-1-1 0,1 1 1,0 0-1,0-1 0,-1 0 1,1 1-1,0-1 0,0 0 0,0 0 1,1 0-1,-1 0 0,0 0 0,0-1 1,0 1-1,1-1 0,-1 1 1,0-1-1,1 0 0,-1 0 0,0 0 1,1 0-1,-1 0 0,0-1 0,1 1 1,-1-1-1,0 0 0,0 1 1,0-1-1,1 0 0,-1 0 0,0 0 1,0 0-1,0-1 0,-1 1 0,1-1 1,0 1-1,0-1 0,-1 1 1,1-1-1,-1 0 0,1 0 0,-1 0 1,0 0 2,12-29-307,-1 0-1,-2-1 1,-1 0 0,-2 0 0,-1-1 0,-2 0 0,-1 0 0,-1 0-1,-2-1 1,-2-13 307,2 46 176,0 3-49,-10 250 909,10-237-1038,-1 0 1,2 0-1,0 0 0,0 0 0,2 0 0,0 0 0,0-1 1,2 0-1,0 1 0,0-1 0,1-1 0,1 1 0,1 1 2,2-3-1039,-1-9-1436</inkml:trace>
  <inkml:trace contextRef="#ctx0" brushRef="#br0" timeOffset="1897.269">2740 853 11482,'0'0'1593,"0"0"-1377,0 0 200,0 0-416,0 0-240,0 0-1456,0 0-2457</inkml:trace>
  <inkml:trace contextRef="#ctx0" brushRef="#br0" timeOffset="2163.894">3139 1113 8034,'0'0'1152,"0"0"-272,0 0 472,0 0-311,-163 0-225,112 12-216,1 21-104,6 10-64,19-3-32,18-4-144,7-2-208,22-5-40,38-12-8,16-9 152,12-8-152,53-3-176,-21-25-1440,-13-3-2521</inkml:trace>
  <inkml:trace contextRef="#ctx0" brushRef="#br0" timeOffset="2350.427">3649 224 8754,'0'0'1120,"0"0"-400,0 0 697,-13 184-113,4-82-368,-4 14-72,0 12-160,1 5-184,6-3-215,2-6-209,4-7-8,0-18-80,10-20-8,9-20-320,6-30-665,-6-18-1535,-10-11-6450</inkml:trace>
  <inkml:trace contextRef="#ctx0" brushRef="#br0" timeOffset="2583.49">3199 895 9322,'0'0'1376,"0"0"-1200,0 0 1513,0 0-201,195 0-384,-110 0-304,3 0-303,3 0-297,-12-3-88,2 3-112,-21 0-489,-22 0-2351</inkml:trace>
  <inkml:trace contextRef="#ctx0" brushRef="#br0" timeOffset="3332.171">4536 400 6697,'0'0'1102,"0"0"52,0 0-78,0 0-383,0 0-239,-27 18-12,1-2-313,1 0 31,0 1 1,1 0 0,1 2-1,0 1 1,2 1 0,-10 12-161,-20 35 375,2 3 1,4 2 0,2 2-1,4 1 1,4 3 0,-4 18-376,24-61 93,2 1 0,1 1 0,2 0 0,1 0 0,3 1 0,0 0 0,2 22-93,3-49-6,1-1 0,1 0 1,0 1-1,0-1 0,1 0 0,0 0 1,1 0-1,1 0 0,-1 0 0,2-1 1,0 1-1,0-1 0,0 0 0,1-1 1,1 1-1,0-1 0,0 0 0,1-1 1,0 0-1,0 0 0,1-1 0,0 0 1,0 0-1,1-1 0,-1 0 0,1-1 1,7 2 5,-5-2-154,0-1-1,1 0 1,-1-1 0,1 0 0,-1-1 0,1-1 0,0 0 0,0 0-1,0-1 1,0-1 0,-1 0 0,1-1 0,0-1 0,12-3 154,19-21-3917</inkml:trace>
  <inkml:trace contextRef="#ctx0" brushRef="#br0" timeOffset="4549.406">5083 689 6921,'0'0'1474,"0"0"-138,0 0-83,0 0-68,0 0-349,-34 19-326,-110 74-82,134-85-368,1 0 1,0 1-1,0 0 0,1 0 1,0 1-1,1 0 0,0 0 1,1 1-1,0 0 0,0 0 1,1 0-1,1 1 0,0 0 1,-1 4-61,-2 5 94,-2 9-5,0 0 1,2 0-1,2 1 0,1 0 1,1 0-1,1 0 0,2 1 1,2 13-90,0-33-7,0 0 0,1 0 0,0 0 1,1 0-1,0-1 0,1 1 0,0-1 0,1 0 1,0 0-1,0-1 0,1 0 0,1 0 1,0-1-1,0 0 0,1 0 0,0-1 0,0 0 1,1 0-1,0-1 0,1 0 0,-1-1 0,1-1 1,0 1-1,1-2 0,-1 1 0,1-2 1,0 1-1,0-2 0,0 0 0,0 0 0,1-1 1,-1 0-1,0-1 0,1-1 0,11-2 7,-14 2 11,0-1-1,0 0 1,-1-1-1,1 0 0,0-1 1,-1 0-1,0 0 1,0-1-1,0 0 0,-1-1 1,0 0-1,0 0 1,0-1-1,-1 0 1,0 0-1,0-1 0,-1 0 1,0 0-1,0 0 1,-1-1-1,0 0 1,0 0-1,-1 0 0,2-6-10,1-6 56,0 0 0,-1 0 0,-1-1 0,-2 0 0,0 0 0,-1 0 0,-1 0 0,0 0 0,-2 0 0,-3-18-56,0 23 28,-1 1 1,0-1-1,-1 1 1,0 1 0,-1-1-1,-1 1 1,-1 0-1,0 1 1,-1 0-1,0 1 1,-1 0 0,0 0-1,-1 1 1,-1 0-1,0 2 1,0-1-1,-1 1 1,-1 1 0,-3-1-29,-61-6-3429,69 16 1679,-4 0-5606</inkml:trace>
  <inkml:trace contextRef="#ctx0" brushRef="#br0" timeOffset="4860.226">4636 1167 7058,'0'0'1216,"0"0"472,0 0 113,0 0-897,0 0-176,211-59-144,-132 42-144,2-6-136,-5 12-152,-4-1-144,-6 1-8,10 8-64,-16-5-1128,-16 2-1577</inkml:trace>
  <inkml:trace contextRef="#ctx0" brushRef="#br0" timeOffset="5203.979">5652 6 8234,'0'0'1144,"0"0"-432,0 0 72,0 0 121,-19 162 7,10-72-96,9 9-224,0 0-232,0-11-160,12-9-136,10-13 24,-3-15-88,-9-23-184,-4-11-1296,-6-17-2769</inkml:trace>
  <inkml:trace contextRef="#ctx0" brushRef="#br0" timeOffset="5454.035">5303 111 10794,'0'0'1129,"0"0"-673,189-39 288,-85 13-8,9 1-464,-3 5-264,-6 20-8,-26 0-1344,-34 22-3105</inkml:trace>
  <inkml:trace contextRef="#ctx0" brushRef="#br0" timeOffset="5796.689">5614 774 8010,'0'0'1144,"0"0"-400,0 0 160,0 0-32,0 0-295,0 0-153,104 158-192,-63-101-152,0-1 0,0-5-24,-3 3-56,3 3-384,-10-18-1177,-12-10-2455</inkml:trace>
  <inkml:trace contextRef="#ctx0" brushRef="#br0" timeOffset="6043.881">5624 1275 10466,'0'0'1449,"0"0"-17,0 0-192,195-179-656,-123 128-416,4 0-168,31-11-280,-16 14-1384,-19 5-4225</inkml:trace>
  <inkml:trace contextRef="#ctx0" brushRef="#br0" timeOffset="6279.024">6492 456 4313,'0'0'1334,"0"0"114,0 0 508,0 0-365,27 29-494,-7-8-917,-9-11-117,0 0 1,0 1-1,-1 0 1,-1 1 0,0 0-1,0 1 1,-1 0-1,-1 0 1,0 1-1,-1-1 1,-1 1-1,0 1 1,0-1-1,-2 1 1,0 0-1,0 0 1,-1 6-64,0 56 252,-3 0 0,-3-1-1,-4 1 1,-3-2 0,-4 1 0,-2-1 0,-4-2 0,-28 65-252,33-101 173,-2-1 0,-1 0-1,-2-1 1,-1-2 0,-22 26-173,40-54-18,1-1 0,-1 0 1,0 0-1,0-1 0,0 1 0,-1-1 0,1 0 0,-1 0 0,0-1 1,0 1-1,0-1 0,0 0 0,0 0 0,0-1 0,-5 1 18,-52 2-3697,17-4-5503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3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 4001,'0'0'4301,"0"0"-2784,0 0-328,0 0 236,0 0-330,0 0-260,-8 10-181,-26 43-382,3 1 0,2 2 0,3 1 0,2 2 0,-4 18-272,6-21 79,1 0 0,4 2-1,1 0 1,4 1 0,1 0 0,4 0 0,2 1-1,2 0 1,4 21-79,0-72-5,0 1-1,1-1 1,0 0-1,1 0 1,0 0-1,0 0 1,0 0-1,2 0 1,-1-1-1,1 1 0,0-1 1,0-1-1,1 1 1,0-1-1,1 0 1,-1 0-1,2-1 1,-1 0-1,0 0 1,1 0-1,0-1 1,1 0-1,-1-1 1,1 0-1,-1 0 0,1-1 1,2 0 5,7 2-36,1 0 1,0-1-1,0-1 1,0-1-1,1-1 0,-1 0 1,0-2-1,1 0 1,-1-1-1,0-1 0,0-1 1,0-1-1,6-2 36,-19 6 2,0-1 0,0 0 0,0 0-1,0-1 1,0 0 0,0 0 0,0 0 0,-1-1-1,0 1 1,0-1 0,0 0 0,0-1 0,0 1 0,-1-1-1,0 0 1,0 0 0,0-1 0,-1 1 0,0-1-1,0 0 1,0 0 0,-1 0 0,1 0 0,-1 0-1,-1 0 1,1 0 0,-1-1 0,0-2-2,-2 5 29,1 0 0,-1 1 0,0-1 1,0 0-1,0 1 0,0-1 0,-1 1 0,1-1 0,-1 1 1,0 0-1,0-1 0,-1 1 0,1 0 0,0 0 0,-1 1 1,0-1-1,1 0 0,-1 1 0,0 0 0,-1-1 0,1 1 1,0 1-1,-1-1 0,1 0 0,-1 1 0,1 0 0,-1-1 1,1 2-1,-4-2-29,7 2 1,-50-16 106,-2 1 1,0 3 0,0 3 0,-1 1-1,0 3 1,0 2 0,-1 3 0,1 2-1,-2 2-107,-34 21-2311,78-12-2541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3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94 6105,'0'0'1777,"0"0"-104,0 0 34,0 0-160,0 0-276,-16-15-368,-57-48-187,70 61-678,1 1-1,-1-1 0,0 0 0,0 1 1,1 0-1,-1-1 0,0 1 0,0 0 1,0 0-1,0 1 0,0-1 0,0 1 1,-1-1-1,1 1 0,0 0 0,0 0 1,0 1-1,0-1 0,0 1 0,0-1 1,0 1-1,0 0 0,0 0 0,0 0 1,0 0-1,0 1 0,0-1 0,1 1 1,-3 1-38,-93 109 329,76-74-307,1 0 0,1 2 0,2 1 0,3 0 0,1 1 0,1 0 0,3 1 0,1 0 0,3 1 1,1 0-1,2 0 0,3 0 0,1 4-22,0-28-3,0 1 1,2-1 0,0 0 0,1 1-1,2-2 1,0 1 0,0-1-1,2 0 1,1 0 0,0-1-1,1 0 1,1 0 0,1-2-1,0 1 1,1-1 0,1-1 0,0 0-1,1-1 1,1-1 0,0-1-1,1 0 1,3 1 2,-3-3-23,0-1 0,1-1 0,0-1 1,1 0-1,-1-2 0,1 0 0,0-1 0,1 0 0,-1-2 0,1 0 0,-1-2 1,1 0-1,10-2 23,-19 0 4,-1 0 0,0-1 0,-1 0 0,1-1 0,0 0 0,-1 0 0,0-1 0,0 0 1,0-1-1,-1 0 0,0 0 0,0-1 0,-1 0 0,1 0 0,-1-1 0,-1 0 0,0 0 1,0 0-1,0-1 0,-1 0 0,0 0 0,2-8-4,4-9 18,-1-1 1,-1 0-1,-2-1 0,0 1 1,-2-1-1,-1-1 0,-1-21-18,0 21 47,-1 0-1,-2-1 1,-1 1-1,-1 0 1,-1-1-1,-2 1 1,-1 1-1,-1-1 0,-2 1 1,0 0-1,-2 1 1,-2-1-47,-3-2 48,-2 1 0,-1 1 0,-2 0 1,0 2-1,-2 0 0,-1 1 0,0 2 1,-2 0-1,-1 2 0,0 1 0,-2 1 0,0 1 1,-31-13-49,59 31-26,0-1 0,0 1 0,-1 0 0,1-1 1,0 1-1,0 0 0,-1 0 0,1 0 0,0 0 1,0 0-1,-1 0 0,1 0 0,0 0 0,-1 0 1,1 0-1,0 1 0,0-1 0,0 1 0,-1-1 1,1 1-1,0-1 0,0 1 0,0 0 0,0-1 1,0 1-1,0 0 0,0 0 0,0 0 0,0 0 0,0 0 1,1 0-1,-1 0 0,0 0 0,1 0 0,-1 0 1,0 0-1,1 1 0,0-1 0,-1 0 0,1 0 1,0 1-1,-1-1 0,1 0 0,0 0 0,0 1 1,0-1-1,0 0 0,0 1 0,1-1 0,-1 0 1,0 0-1,0 1 0,1-1 0,-1 0 0,1 0 1,-1 0-1,1 0 0,0 1 0,-1-1 0,1 0 1,0 0-1,0 0 0,0 0 0,-1-1 0,1 1 1,1 1 25,25 40-2537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3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25 202 14211,'0'0'2177,"0"0"-969,0 0 8,0 0-456,0 0-592,0 0-168,0 0-336,-25-111-240,79 66-808,-7 0-3761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40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109 321 8674,'0'0'1970,"0"0"-50,0 0-301,0 0-464,0 0-428,0 0-288,-10-6-121,-30-19-112,31 55-20,10-29-180,-1 1-1,1-1 0,0 0 0,0 0 0,0 0 1,0 0-1,0 0 0,0 0 0,0 0 1,0 0-1,0-1 0,0 1 0,0 0 0,1-1 1,-1 1-1,0 0 0,0-1 0,1 0 1,-1 1-1,0-1 0,1 0 0,-1 0 1,1 0-1,-1 0 0,0 0 0,1 0 0,-1 0 1,0 0-1,1 0 0,-1-1 0,0 1 1,2-1-6,7 1 359,-9-6-64,0 2-304,11-33 45,-2 0 1,-2-1-1,-1-1 0,-2 1 0,-1-1 0,-3-38-36,-1 76 11,0 0 0,-1 0 0,0 0-1,1-1 1,-1 1 0,0 0 0,0 0 0,1 0 0,-1 0 0,0 1 0,0-1 0,0 0-1,0 0 1,0 0 0,0 1 0,0-1 0,0 1 0,-1-1 0,1 1 0,0-1 0,0 1-1,0-1 1,-1 1 0,1 0 0,0 0 0,0 0 0,-1 0 0,1 0 0,0 0 0,-1 0-1,1 0 1,0 0 0,0 1 0,-1-1 0,1 0 0,0 1 0,0-1 0,0 1 0,0-1-1,0 1 1,-1 0 0,1-1 0,0 1 0,0 0 0,1 0 0,-1 0 0,0 0 0,0 0-1,0 0 1,0 0 0,1 0 0,-1 0 0,1 0 0,-1 0 0,1 1 0,-1-1 0,1 0-1,-1 0 1,1 0 0,0 1 0,0-1-11,-16 38 8,1 1 0,3 0 0,1 1 0,2 0 0,2 1 0,1 0 0,2 17-8,3-55 1,-2 12-1,0 0 0,0 0 1,2 0-1,0 0 0,1 0 1,0 0-1,2 1 0,-1-1 1,2-1-1,0 1 0,1 0 1,1-1-1,0 1 1,2-1-1,-1-1 0,1 1 1,1-1-1,1-1 0,0 1 1,1-1-1,7 7 0,3-6-10,2 0-1,-1-2 1,2 0-1,0-1 1,0-2 0,1 0-1,0-2 1,0 0-1,1-2 1,0 0 0,0-2-1,0-1 1,1-1-1,-1-1 1,23-3 10,-39 4-16,1-1 0,-1 0 0,0 0 0,1-1 0,-1 0 0,0-1 0,0 0 0,0 0 0,0-1 0,0 0 0,-1-1 0,1 0 0,-1 0 0,0-1 0,0 0 0,0 0 0,-1-1 0,0 0 0,0 0 0,-1-1 0,1 0 0,-1 0 0,-1 0 0,1-1 0,-1 0 0,-1 0 0,1 0 0,-1 0 0,-1-1 0,0 0 0,2-6 16,-4 6-18,0 0-1,0 0 1,-1 0 0,0 0-1,0 0 1,-1 0-1,0 0 1,-1 0 0,0 0-1,-1 0 1,1 0 0,-2 1-1,1 0 1,-1-1 0,0 1-1,-1 0 1,0 1 0,0-1-1,-1 1 1,0 0 0,0 1-1,0-1 1,-1 1 0,0 0-1,0 1 1,-1 0-1,0 0 1,0 1 0,-3-2 18,6 3 8,1 0 1,-1 1-1,0 0 0,1 0 1,-1 0-1,0 1 0,0-1 1,-1 1-1,1 1 0,0-1 1,0 1-1,0-1 1,0 1-1,-1 1 0,1-1 1,0 1-1,0 0 0,0 0 1,0 1-1,0-1 0,0 1 1,0 0-1,0 0 1,1 1-1,-1-1 0,1 1 1,0 0-1,0 1 0,0-1 1,0 0-1,0 1 0,1 0 1,-1 1-9,-19 38 96,2 1-1,3 1 1,1 1 0,2 1 0,2 0 0,-4 37-96,1 1-78,5 1 1,3 0 0,4 0-1,3 4 78,-1-63-1608,-8-15-2654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41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59 1544,'0'0'5735,"0"0"-3897,0 0-793,0 0 825,0 0-228,0 0-524,-2-6-296,1 3-769,0 0 0,0 0 0,0 0 1,-1 1-1,0-1 0,1 0 0,-1 1 0,0-1 0,0 1 0,0 0 0,0-1 1,-1 1-1,1 0 0,-1 0 0,1 1 0,-1-1 0,1 0 0,-1 1 0,0 0 1,0 0-1,0-1 0,0 2 0,0-1 0,0 0 0,0 1 0,0-1 0,0 1 1,0 0-1,0 0 0,-1 0 0,1 0-53,2 0 2,-5 0 12,0-1 0,0 1-1,-1 0 1,1 0 0,0 0 0,0 1 0,-1 0 0,1 0-1,0 1 1,0 0 0,0 0 0,1 0 0,-1 1 0,0 0 0,1 0-1,0 0 1,-1 0 0,1 1 0,1 0 0,-5 4-14,-17 26 6,2 0-1,1 2 1,2 1 0,1 1 0,2 0 0,2 2-1,1 0 1,3 0 0,1 1 0,1 1 0,-2 36-6,-53 351 73,14-216 0,37-165-36,1 1 0,3 1 0,2 0 0,2 0 0,1 15-37,5-63-4,0 0 1,-1 0 0,1 0 0,0 0-1,0 0 1,1 0 0,-1 0 0,0 0 0,1 0-1,-1 0 1,1 0 0,-1 0 0,1-1 0,0 1-1,0 0 1,0 0 0,0-1 0,0 1 0,0 0-1,1-1 1,-1 1 0,1-1 0,-1 1 0,1-1-1,-1 0 1,1 0 0,0 0 0,-1 0 0,1 0-1,0 0 1,0 0 0,0 0 0,0-1-1,0 1 1,0-1 0,0 1 0,0-1 0,0 0-1,0 0 1,0 0 0,0 0 0,1 0 3,46 3-25,-32-3 65,0 0 1,-1 2 0,1 0 0,-1 1-1,1 0 1,-1 2 0,0 0-1,0 0 1,9 6-41,144 93 198,-2-43-2550,-101-52-4449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4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8002,'0'0'1105,"0"0"-338,0 0 139,0 0-52,28 1 133,335 3 856,176-4-902,-537 1-928,-1-1 1,1 1-1,-1-1 1,1 1-1,-1 0 1,1-1-1,-1 1 1,1 0-1,-1 0 1,0 0-1,0 0 1,1 0-1,-1 0 1,0 1-1,0-1 1,0 0-1,0 1 1,0-1-1,-1 0 1,1 1 0,0-1-1,-1 1 1,1-1-1,-1 1 1,1 0-1,-1-1 1,1 1-1,-1-1 1,0 1-1,0 0 1,0-1-1,0 1 1,0 0-1,-1-1 1,1 1-1,0-1 1,-1 1-1,1 0 1,-1-1-1,1 1 1,-1-1-1,0 1 1,0-1-1,0 0 1,0 1 0,0-1-1,0 0 1,0 0-1,0 1 1,0-1-1,-1 0-13,-101 271 404,66-119-372,7 1 0,7 2 0,6 0 0,7 1 0,8 49-32,29-28 324,-29-159 589,-22-33-374,23 13-577,-174-113-542,-5 67-3550,95 44-1938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3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83 4873,'0'0'1768,"0"0"-274,0 0 114,0 0 10,0 0-392,0 0-267,2-10 18,9-53 901,-54 54-407,33 9-1439,-1-1 0,1 2 0,0-1-1,-1 1 1,1 1 0,0 0 0,0 0 0,0 1 0,0 0 0,0 1 0,0 0 0,1 1 0,0 0 0,-2 2-32,-28 22 8,2 3 1,1 1-1,2 1 1,2 2 0,1 2-1,1 0 1,3 2-1,1 1 1,2 2 0,1 0-1,3 1 1,2 1-1,1 1 1,3 0 0,2 1-1,1 1 1,3 0-1,2 0 1,2 0 0,2 48-9,1-84-3,0-1 1,1 1 0,0 0 0,1 0 0,0 0-1,1-1 1,0 1 0,1-1 0,0 1-1,1-1 1,0 0 0,1 0 0,0-1 0,1 1-1,2 1 3,5 8-13,1-2 0,0 0 0,2-1 0,0 0 0,1-1 0,0-1 0,2-1 0,0 0 0,0-1 0,1-2 0,0 0-1,1-1 1,1 0 0,-1-2 0,1-1 0,1-1 0,-1 0 0,1-2 0,0-1 0,9 0 13,-20-5 0,0 0-1,0-2 1,-1 1 0,1-1 0,-1-1 0,0 0 0,0 0-1,0-1 1,-1-1 0,0 0 0,0 0 0,0-1-1,-1 0 1,-1-1 0,1 0 0,-1 0 0,-1-1-1,0 1 1,0-2 0,-1 1 0,0-1 0,-1 0-1,0 0 1,-1-1 0,0 1 0,-1-1 0,2-12 0,13-35 56,-3-1 0,-2-1 0,-3 0 0,-3-1 0,-2 0 1,-4 0-1,-1 0 0,-8-42-56,6 84 29,0-1 0,-1 1 0,-2 0 0,0 0 0,-1 1 0,0 0 0,-2 0 0,-1 0 0,0 1 0,-1 0 0,-1 1 0,0 0 0,-1 0 0,-1 2 0,-5-5-29,-8-8-38,-2 2 1,0 0-1,-2 2 0,-1 1 1,-22-12 37,51 46-2929,18 10-1130</inkml:trace>
  <inkml:trace contextRef="#ctx0" brushRef="#br0" timeOffset="185.827">997 1040 13675,'0'0'1872,"0"0"-759,0 0 271,0 0-688,0 0-384,0 0-304,0 0 8,47-14-16,-13-9-72,23-22-560,-3 3-768,-17 5-4898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05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87 626 8970,'0'0'1048,"0"0"-536,0 0 128,176 0 497,-69 0-265,41-8-240,40-6-80,-12 2-120,-9 4-232,-32-4-96,-37 7-56,-1 2-48,-2 3-712,-32 0-1400,-35 0-3089</inkml:trace>
  <inkml:trace contextRef="#ctx0" brushRef="#br0" timeOffset="264.98">1348 142 8154,'0'0'1312,"0"0"-360,107 153-256,-79-65 161,-15 11-17,-13 8-120,-22-2-8,-25 0-136,-13-6-120,-3-17-72,13-20-264,15-16-104,22-12-16,13-32-720,13-2-1712,12-8-9075</inkml:trace>
  <inkml:trace contextRef="#ctx0" brushRef="#br0" timeOffset="2331.062">6063 88 10570,'0'0'870,"0"0"-369,0 0 38,0 0-298,0 0-35,-19 31 110,-197 341 828,196-334-1089,1 1 0,1 0 0,2 1 0,3 1 0,0 1 1,3-1-1,2 2 0,1-1 0,2 1 0,2 13-55,2-46-10,1 0-1,1 0 1,0-1 0,0 1 0,1 0 0,0-1-1,0 1 1,1-1 0,1 0 0,-1 0-1,1 0 1,1 0 0,0 0 0,0-1-1,1 0 1,0 0 0,0-1 0,1 0 0,0 0-1,0 0 1,0-1 0,1 0 0,0 0-1,0-1 1,1 0 0,0 0 0,3 0 10,3 3 0,0-1 1,1 0 0,0-2-1,0 0 1,1 0 0,0-2-1,-1 0 1,1-1 0,0 0-1,0-2 1,0 0 0,0-1-1,0 0 1,0-2 0,0 0-1,-1-1 1,1 0 0,-1-1-1,0-1 1,0-1 0,-1 0-1,0-1 1,0-1 0,-1 0-1,0-1 1,6-5-1,-16 10 38,0 1 0,0-1 0,-1 0 1,1 0-1,-1 0 0,0 0 0,0-1 0,-1 1 0,0-1 0,0 1 0,0-1 1,-1 0-1,1 0 0,-1 0 0,-1 0 0,1 0 0,-1 0 0,0 0 0,-1 0 0,1 0 1,-1 0-1,0 0 0,-1 1 0,1-1 0,-1 0 0,0 0 0,-1 1 0,1 0 1,-1-1-1,0 1 0,-4-5-38,-14-3 103,-1 0 0,-1 1 0,0 1 0,-1 2 0,1 0 1,-2 1-1,1 2 0,-1 0 0,0 2 0,0 1 0,-1 0 0,-23 2-103,2 1-340,1 1 1,-1 3-1,1 1 0,0 3 0,1 1 0,0 3 0,-36 14 340,-16 9-5141</inkml:trace>
  <inkml:trace contextRef="#ctx0" brushRef="#br0" timeOffset="1718.219">4342 210 576,'0'0'5143,"0"0"-2694,0 0-696,0 0-262,0 0-375,-16-25-268,-58-80-174,70 100-625,0 1 1,-1-1 0,1 1-1,-1 0 1,0 0 0,0 0-1,0 1 1,0 0 0,-1 0-1,1 0 1,-1 1 0,0 0-1,0 0 1,0 0 0,0 0-1,0 1 1,0 0-1,0 1 1,0-1 0,0 1-1,0 1 1,-6 0-50,-8-1 47,2-1-14,0 1 1,-1 1-1,1 1 1,0 0-1,0 2 1,0 0 0,1 1-1,-1 0 1,1 2-1,0 0 1,-12 7-34,-6 6 45,1 2 0,1 2 0,2 0 0,0 2 0,1 2-1,2 1 1,0 1 0,3 1 0,-18 26-45,30-37 11,0 0-1,2 1 0,0 1 1,1 0-1,1 0 0,1 1 1,1 0-1,2 0 0,0 1 1,1-1-1,1 1 0,1 0 1,2 0-1,0 0 0,2 0 1,0 0-1,2 2-10,3-7-17,1 0-1,1 0 0,1-1 1,1 0-1,0-1 1,1 0-1,1-1 1,1 0-1,0-1 1,1 0-1,0-2 1,1 1-1,1-2 0,0 0 1,1-1-1,0-1 1,0-1-1,1 0 1,1-2-1,-1 0 1,1-1-1,0-1 0,0-1 1,1 0-1,5-1 18,0 2-10,-1-1-1,1-1 1,0-2-1,0 0 1,1-1-1,-1-2 1,-1-1-1,1-1 1,0-1-1,-1-1 1,0-1-1,0-1 1,-1-2-1,0 0 1,0-2-1,18-12 11,-18 5 34,0-1 0,-2 0 0,0-2 0,-2 0 0,0-2 0,-2 0 0,0-1 0,-2-1 0,-1 0 0,-1-1 0,-1-1 0,-2 0 0,0-1-1,-2 0 1,-1 0 0,-2-1 0,-1 0 0,-1-1 0,-1 1 0,-2-2-34,0 17 1,-1-1 1,0 1-1,-1 0 0,0-1 1,-1 1-1,-1 0 0,-1 0 1,0 0-1,-1 0 0,-1 1 1,0 0-1,0 0 0,-2 0 1,-4-5-2,-1 0 25,-1 1 1,-1 1-1,-1 0 1,-1 1-1,0 1 1,-1 0 0,0 1-1,-1 1 1,-1 1-1,0 1 1,-1 1-1,0 0 1,0 2-1,-1 0 1,0 1-1,0 2 1,-1 0-1,0 1 1,1 2 0,-24-1-26,43 3-40,0 0 0,0-1 0,0 1 0,0 0 0,0 0 0,0 0 0,0 1 0,0-1 0,0 1 0,0 0 0,0 0 0,0 0 0,0 0 0,1 0 0,-1 1 0,0-1 0,1 1 0,-1-1 0,1 1 0,-1 0 0,1 0 0,0 1 0,0-1 0,0 0 0,0 1 0,0-1 0,1 1 0,-1-1 0,1 1 0,-1 0 0,1 0 0,0-1 0,0 1 0,0 0 0,1 0 0,-1 0 0,1 0 0,-1 0 0,1 0 0,0 1 0,0-1 0,1 0 0,-1 0 0,0 0 1,1 0-1,0 1 40,-1 39-3507</inkml:trace>
  <inkml:trace contextRef="#ctx0" brushRef="#br0" timeOffset="1985.522">4946 1311 13755,'0'0'1768,"0"0"-1072,0 0 153,0 0-377,0 0-472,0 0-176,0 0-128,76-102-393,-42 54-1447,-15 3-5730</inkml:trace>
  <inkml:trace contextRef="#ctx0" brushRef="#br0" timeOffset="4421.297">11570 638 3233,'0'0'5345,"0"0"-4057,24-36-994,167-223 163,96-50 1011,-261 277-25,-25 31-657,-2 7-141,-36 111 193,10-6-495,6 0 0,4 2 1,5 0-1,5 1 0,6 39-343,36 76 160,-6-79-228,-32-72-2608,-20-66-2771</inkml:trace>
  <inkml:trace contextRef="#ctx0" brushRef="#br0" timeOffset="4673.464">11246 1374 11602,'0'0'1449,"0"0"-1121,198 0 488,-9-15 144,56 4-160,-9 3-111,-44 8-217,-69 8-240,-51 20-232,1 9-40,-11 17 40,-2 0 0,-31 2-376,-33 24-881,-33-18-1591,-17-11-8731</inkml:trace>
  <inkml:trace contextRef="#ctx0" brushRef="#br0" timeOffset="3817.546">8044 471 8306,'0'0'1252,"0"0"-10,0 0-79,0 0-463,0 0-363,41 0 195,369 14 703,553 32 52,-914-44-1323,0 2 0,0 2-1,0 2 1,-1 2 0,-1 3 0,14 6 36,-10 11-1291,-37 4-3400,-14-28-1339</inkml:trace>
  <inkml:trace contextRef="#ctx0" brushRef="#br0" timeOffset="4062.675">9755 366 7034,'0'0'1688,"0"0"-1136,32 147 536,-32-68-56,0 18-71,-19 2-41,-31-3-24,-20-6-112,4-10-280,-3-18-104,16-20-120,18-19-144,35-23-136,28-28-1112,20-26-4897</inkml:trace>
  <inkml:trace contextRef="#ctx0" brushRef="#br0" timeOffset="8141.122">10620 2577 6609,'0'0'2381,"0"0"-1214,0 0-312,0 0 62,0 0-382,0 0-354,1 14-31,42 332 1675,-39-49-907,11-320-750,0-37-330,2 1-1,3 1 0,2 1 1,3 1-1,2 1 1,3 1-1,8-9 163,-30 51-38,-6 7 38,0 1-1,1-1 0,0 1 0,-1-1 1,1 1-1,1 0 0,-1 0 0,1 0 1,-1 1-1,1-1 0,0 1 0,1 0 1,-1 0-1,0 0 0,1 1 0,-1-1 1,1 1-1,0 0 0,0 1 0,0-1 1,0 1-1,1 0 1,-3 2 13,-1 0 0,0 1 0,1-1 0,-1 1 0,0 0 0,0-1 0,0 1 0,0 0 0,0 0 0,-1 0 0,1 1 0,0-1 0,-1 0 1,0 1-1,1-1 0,-1 1 0,0-1 0,0 1 0,-1-1 0,1 1 0,0 0 0,-1-1 0,0 1 0,0 0 0,0 0 0,0 0-13,2 8 53,34 180 376,-33-189-446,-1 0 0,1 1 1,0-1-1,-1 0 0,1 0 0,0 0 0,0-1 0,1 1 0,-1-1 0,0 0 0,0 0 0,1 0 0,-1 0 1,1 0-1,-1-1 0,0 1 0,1-1 0,-1 0 0,1 0 0,-1-1 0,1 1 0,-1-1 0,1 1 1,-1-1-1,0 0 0,1 0 0,-1-1 0,0 1 0,0-1 0,0 0 0,2-1 17,250-169-3525,-239 162 3483,-10 4 97,0 2 1,1-1 0,-1 1-1,1 0 1,0 0 0,0 0-1,0 1 1,1 0 0,-1 1 0,1 0-1,-1 0 1,1 0 0,0 1-1,0 1 1,-1-1 0,1 1 0,2 0-56,-2 41 1331,-22 184 129,12-218-1550,1 1-1,1-1 1,-1 0-1,1 0 1,0 1 0,1-1-1,-1 0 1,2 0 0,-1 1-1,1-1 1,0 0-1,0 0 1,1-1 0,0 1-1,0 0 1,1-1 0,-1 0-1,1 0 1,1 0 0,-1 0-1,5 4 91,36 13-2930</inkml:trace>
  <inkml:trace contextRef="#ctx0" brushRef="#br0" timeOffset="8437.182">11945 2744 5273,'0'0'3480,"0"0"-2258,0 0-421,0 0 192,-29 0-274,-89 8-278,115-8-429,1 0-1,0 1 1,-1-1-1,1 1 0,0 0 1,0 0-1,-1 0 0,1 0 1,0 0-1,0 0 1,0 1-1,0-1 0,0 1 1,1-1-1,-1 1 0,0 0 1,1-1-1,-1 1 1,1 0-1,0 0 0,-1 0 1,1 0-1,0 0 1,0 1-1,0-1 0,1 0 1,-1 0-1,0 1 0,1-1 1,0 1-1,-1-1 1,1 0-1,0 1 0,0-1 1,1 1-12,-2 6 39,0-1-32,0 0 1,1 0-1,0 0 0,0 0 1,1 1-1,0-1 1,1 0-1,-1-1 0,1 1 1,1 0-1,0 0 0,0-1 1,0 0-1,1 1 1,0-1-1,1-1 0,-1 1 1,1 0-1,0-1 1,1 0-1,0-1 0,0 1 1,0-1-1,0 0 0,1 0 1,0-1-1,0 0 1,1 0-8,18 8-9,0-1 0,0-1 0,1-2 0,0 0 1,0-2-1,1-1 0,0-1 0,0-2 0,0 0 1,18-3 8,-41 2 27,0 0 0,0-1 0,1 0 0,-1 0 0,0-1 0,0 1 0,1-1 0,-1 0 0,0 0 0,0-1 0,0 0 0,0 1 0,0-2 0,-1 1 0,1-1 0,-1 1 0,1-1 0,-1 0 0,0-1 0,0 1 0,0-1 0,-1 0 1,1 0-1,-1 0 0,0 0 0,0 0 0,0-1 0,-1 1 0,1-1 0,-1 0 0,-1 0 0,1 0 0,0 0 0,-1 0 0,0 0 0,0-2-27,-1 0 54,0 0 0,-1 1 0,0-1 0,0 1 1,0-1-1,-1 1 0,0-1 0,0 1 0,0 0 0,-1 0 0,0 0 0,0 0 0,-1 1 1,1-1-1,-1 1 0,0 0 0,-1 0 0,1 0 0,-1 1 0,0-1 0,0 1 0,-1 0 0,-3-1-54,-138-72-1508,112 65-1513,13 3-3104</inkml:trace>
  <inkml:trace contextRef="#ctx0" brushRef="#br0" timeOffset="9354.691">12800 2843 8938,'0'0'1159,"0"0"-538,0 0-155,-28-14 183,-93-38-13,25 39 205,86 14-736,2 1-65,1 0 1,-1 0-1,1 1 1,0 0-1,0 0 1,0 1-1,0 0 0,1 0 1,-1 0-1,1 1 1,0 0-1,1 0 1,-1 1-1,1 0 1,0 0-1,0 0 1,1 0-1,0 1 0,0-1 1,0 1-1,0 3-40,-4 6 40,1 1 0,1-1 0,1 2 0,0-1 0,1 1 0,1-1 0,0 1 0,1 14-40,1-28 0,0 1 0,1 0-1,0-1 1,0 1 0,0 0 0,0 0-1,1-1 1,0 1 0,0-1-1,0 1 1,0-1 0,1 1-1,0-1 1,0 0 0,0 1-1,0-1 1,1 0 0,-1-1-1,1 1 1,0 0 0,0-1-1,1 1 1,-1-1 0,1 0-1,-1 0 1,1-1 0,0 1-1,0-1 1,4 2 0,1-1-7,-1 0 0,1-1 0,0 0 1,0-1-1,0 0 0,0 0 0,0-1 0,0 0 0,0-1 0,0 1 0,0-2 1,0 0-1,0 0 0,0 0 0,-1-1 0,1 0 0,-1-1 0,0 0 0,0 0 1,0-1-1,0 0 0,-1 0 0,0-1 0,0 0 0,0 0 7,15-15 26,-2-1 0,0 0 0,-2-1 1,0-1-1,-2-1 0,-1 0 0,2-6-26,12-27-34,-3-1 0,-2-1 1,-3-1-1,-3-1 0,-2-1 0,-3 0 1,-3-1-1,-2 0 0,-4-1 0,-2-15 34,-2 79 12,1 0-1,-1-1 1,0 1-1,1 0 1,-1-1-1,0 1 1,0-1-1,0 1 1,0 0-1,0-1 1,0 1-1,-1 0 1,1-1-1,0 1 1,-1-1-1,1 1 1,-1 0-1,1 0 1,-1-1-1,0 1 1,0 0-1,1 0 1,-1 0-1,0 0 1,0 0-1,0 0 1,0 0-1,0 0 1,0 0-1,-1 0 1,1 1-1,0-1 1,0 0-1,0 1 1,-1-1-1,1 1 1,0-1-1,-1 1 1,1 0-1,0-1 1,-1 1-1,1 0 1,-1 0-1,1 0 1,0 0-1,-1 0 1,1 0-1,-1 1 1,1-1-1,0 0-11,-14 11 148,8 10-114,0 0 0,1 0 1,1 1-1,1-1 0,1 1 0,1 0 0,1 1 0,1-1 0,2 9-34,-3 4 49,0 27 13,-3-30-43,1 1 1,1-1 0,2 1-1,2 0 1,0-1 0,3 1-1,0-1 1,2 0 0,2-1-1,1 1 1,1-2-1,1 1 1,2-2 0,1 0-1,7 9-19,-17-32-8,1-1 1,0 1-1,0-1 0,0 0 0,0-1 0,1 0 0,0 0 0,0 0 0,0 0 0,0-1 0,1-1 0,-1 1 1,1-1-1,0 0 0,-1-1 0,1 0 0,0 0 0,0-1 0,0 0 0,0 0 0,0-1 0,-1 0 0,1 0 1,0-1-1,0 0 0,-1 0 0,1-1 0,-1 0 0,3-1 8,2-1-17,0-1 0,-1-1 1,0 1-1,0-2 0,0 0 0,-1 0 0,0 0 1,0-2-1,-1 1 0,0-1 0,-1 0 1,0-1-1,-1 0 0,0 0 0,0-1 0,-2 0 1,2-4 16,-4 11-17,0-1 1,-1 0-1,0 1 1,0-1-1,-1 0 1,0 0-1,0 0 1,0 0-1,-1-1 1,1 1-1,-2 0 1,1 0 0,-1 0-1,1 0 1,-2 0-1,1 0 1,-1 0-1,0 0 1,0 0-1,0 1 1,-1-1-1,0 1 1,0-1-1,-1 1 1,1 0 0,-1 1-1,0-1 1,0 0-1,-4-1 17,0 1 0,-1 2 0,0 0 0,-1 0 0,1 0 0,-1 1 0,1 1-1,-1-1 1,1 2 0,-1-1 0,0 1 0,1 1 0,-1 0 0,-2 0 0,8 2 0,1-1 1,-1 1-1,0 0 1,1 0-1,0 0 1,0 0-1,0 0 1,0 1-1,0 0 1,0-1 0,1 1-1,0 0 1,0 0-1,0 0 1,0 1-1,1-1 1,0 0-1,0 1 1,0-1-1,0 1 1,1-1-1,-1 1 1,1-1-1,0 1 1,1-1-1,-1 1 1,1-1-1,0 4 0,-1-6 2,1 6 7,0 0 0,1-1-1,0 1 1,0 0 0,1 0 0,-1-1 0,2 1 0,-1-1 0,1 0 0,0 0 0,0-1-1,1 1 1,0-1 0,0 0 0,1 0 0,0 0 0,0-1 0,0 0 0,0 0 0,6 3-9,4 2-1,0 0 0,1-1-1,0 0 1,0-1 0,1-1 0,0-1 0,0-1 0,8 1 1,0-1-437,2-1-1,-1-1 1,0-2-1,1-1 1,-1-1 0,27-4 437,0-12-4433</inkml:trace>
  <inkml:trace contextRef="#ctx0" brushRef="#br0" timeOffset="9592.311">13917 2101 9890,'0'0'1264,"0"0"-111,0 0 319,0 0-728,0 0-416,-10 144 216,1-47-16,-7 10-208,7 6-119,5-8-129,4-9-24,0-8-48,19-6-193,10-25-1239,-7-29-4569</inkml:trace>
  <inkml:trace contextRef="#ctx0" brushRef="#br0" timeOffset="9844.43">14228 3061 9546,'0'0'4481,"0"0"-3825,0 0 504,0 0-375,0 0-657,0 0-128,0 0-793,66-71-855,-19 48-3889</inkml:trace>
  <inkml:trace contextRef="#ctx0" brushRef="#br0" timeOffset="21656.365">1618 2695 5953,'0'0'1754,"0"0"-251,0 0-217,0 0-225,0 0-294,0 0-218,5-15 32,-4 10-496,14-38 280,-16 44-354,1-1-1,0 1 1,-1-1-1,1 1 1,0-1-1,0 1 1,0-1 0,-1 1-1,1-1 1,0 1-1,0 0 1,0-1-1,0 1 1,0-1-1,0 1 1,0 0-1,0-1 1,0 1 0,1-1-1,-1 1 1,0-1-1,0 1 1,0 0-1,1-1 1,-1 1-1,0-1 1,0 1-1,1-1 1,-1 1 0,1-1-1,-1 0 1,0 1-1,1-1 1,-1 1-1,1-1 1,-1 0-1,1 1 1,-1-1-1,1 0 1,-1 0 0,1 1-1,-1-1 1,1 0-1,0 0 1,-1 0-1,1 0 1,-1 0-1,1 0 1,0 0-1,-1 0 1,1 0-1,-1 0 1,1 0 0,-1 0-1,1 0 1,0 0-1,-1 0 1,1-1-1,-1 1 1,1 0-1,-1 0 1,1-1-1,0 1-10,10 80 511,-2 0-1,-5 1 0,-3 0 1,-4 15-511,1 33 160,41-180-620,129-333-343,-151 365 649,-14 50 267,-2-14-22,-2-3-57,1 0 0,0 0 1,1 1-1,1-1 0,0 0 1,1 0-1,1 0 1,0 0-1,1-1 0,0 1 1,1-1-1,0-1 0,7 10-34,-5-17-24,0-1 0,0 0 0,0-1 0,0 1 0,1-2 0,-1 1-1,1-1 1,0 0 0,0-1 0,0 0 0,-1-1 0,1 1 0,0-2-1,0 1 1,0-1 0,0-1 0,0 1 0,-1-2 0,1 1 0,1-2 24,157-76-521,-58 21 452,-108 60 90,0-1 0,0 1 0,0 0 0,0 0 1,0 0-1,0 0 0,0 0 0,0 0 0,-1 0 0,1 0 0,0 0 0,-1 1 0,1-1 0,-1 0 0,1 0 0,-1 1 0,0-1 0,1 0 0,-1 0 1,0 1-1,0-1 0,0 0 0,0 1 0,0-1 0,0 0 0,0 1 0,-1-1 0,1 0 0,0 0 0,-1 1 0,1-1 0,-1 0 0,1 0 0,-1 0 1,0 0-1,1 1 0,-1-1 0,0 0 0,0 0 0,0 0 0,0-1 0,0 1 0,0 0-21,0 2 20,-11 30 114,6-18-134,0 1-1,1-1 1,0 2-1,1-1 1,1 0 0,0 1-1,2-1 1,0 1-1,1 10 1,0-24-150,0 0 0,0 0 0,1 0 0,0-1 0,-1 1 0,1 0 0,0 0 0,0 0 0,1-1 0,-1 1 0,0-1 0,1 1 0,0-1 0,-1 0 0,1 1 0,0-1 0,0 0 0,1 0 0,-1 0 0,0-1 0,1 1 0,-1 0 0,1-1 0,-1 1 0,1-1 0,0 0 150,34 5-5318</inkml:trace>
  <inkml:trace contextRef="#ctx0" brushRef="#br0" timeOffset="21953.702">2751 2911 9442,'0'0'1564,"0"0"-247,0 0-176,0 0-386,-29 0-300,-88 5-126,113-5-304,0 1-1,0 0 0,1 0 1,-1 0-1,1 0 1,-1 0-1,1 1 0,0 0 1,-1-1-1,1 1 1,0 0-1,0 1 0,0-1 1,0 1-1,1-1 0,-1 1 1,1 0-1,-1 0 1,1 0-1,0 0 0,0 0 1,0 0-1,1 1 1,-1-1-1,0 4-24,-4 5 62,1-2-42,1 1 1,0 0-1,0 0 0,1 0 0,0 0 0,1 1 0,0-1 0,1 1 0,0-1 0,1 1 1,1 0-1,0 6-20,0-13-4,0-1-1,1 1 1,0 0 0,0-1 0,0 1 0,0-1-1,0 0 1,1 0 0,0 0 0,0 0 0,0 0-1,0 0 1,1-1 0,-1 0 0,1 1 0,0-1-1,0-1 1,0 1 0,1 0 0,-1-1 0,0 0-1,1 0 1,0-1 0,-1 1 0,1-1 0,0 0-1,0 0 1,0 0 4,141 5-236,-138-6 251,0-1 0,0 0-1,0 0 1,0 0-1,0-1 1,0 0 0,0-1-1,-1 0 1,1 0 0,-1 0-1,1-1 1,-1 0-1,-1-1 1,1 0 0,-1 0-1,1 0 1,-1 0 0,-1-1-1,1 0 1,-1-1 0,0 1-1,-1-1 1,1 0-1,-1 0 1,-1 0 0,1 0-1,-1-1 1,-1 0 0,1 1-1,-1-1 1,0 0-1,-1-2-14,-20-34 26,-1 11-3540,18 16-2548</inkml:trace>
  <inkml:trace contextRef="#ctx0" brushRef="#br0" timeOffset="22545.924">3399 2780 9058,'0'0'1791,"0"0"-324,0 0-255,-29-10-334,-96-34-378,-11 31-59,119 18-411,0 0 1,1 1-1,-1 0 0,1 2 0,1 0 0,0 0 0,0 2 1,0 0-1,1 0 0,1 1 0,0 1 0,0 0 1,1 1-1,1 1 0,0-1 0,1 2 0,1-1 0,0 2 1,0-1-1,2 1 0,0 0 0,1 0 0,1 1 0,-1 6-30,3-18 2,0 0-1,1 1 0,0 0 0,0 0 0,1-1 0,-1 1 0,1 0 0,0 0 0,1 0 1,0 0-1,0 0 0,0 0 0,1 0 0,-1 0 0,1 0 0,1 0 0,-1 0 0,1 0 1,0 0-1,1-1 0,-1 1 0,1-1 0,0 0 0,0 0 0,1 0 0,-1 0 0,1 0 1,0-1-1,1 0 0,-1 1 0,1-2 0,0 1 0,0 0 0,0-1 0,0 0 0,5 2-1,2-2-4,2 0-1,-1-1 1,0 0-1,0-1 0,1-1 1,-1 0-1,0 0 0,1-1 1,-1-1-1,0-1 1,0 0-1,0 0 0,0-1 1,-1-1-1,0 0 0,1 0 1,-2-2-1,1 1 1,-1-2-1,0 1 0,0-1 1,-1-1-1,0 0 0,-1-1 1,0 1-1,3-6 5,16-19 21,-2-2 1,-1 0-1,-2-2 0,-1-1 0,-2-1 0,-2 0 0,5-20-21,-4 10 13,-3-1 0,-1-1-1,-4-1 1,-1 0-1,-3 0 1,-2-1-1,-2-8-12,-2 62 8,-1-1 0,1 0 0,-1 0 0,0 1-1,1-1 1,-1 0 0,0 0 0,1 0-1,-1 1 1,0-1 0,0 0 0,0 0-1,0 0 1,0 0 0,0 1 0,0-1 0,0 0-1,0 0 1,0 0 0,0 0 0,-1 0-1,1 1 1,0-1 0,0 0 0,-1 0-1,1 1 1,-1-1 0,1 0 0,-1 0 0,1 1-1,-1-1 1,1 0 0,-1 1 0,0-1-1,1 1 1,-1-1 0,0 1 0,1-1-1,-1 1 1,0-1 0,0 1 0,1 0 0,-1 0-1,0-1 1,0 1 0,0 0 0,0 0-1,1 0 1,-1 0 0,0 0 0,0 0-1,0 0 1,0 0 0,0 0 0,1 0 0,-1 0-1,0 0 1,0 1 0,0-1 0,0 0-1,1 1 1,-1-1 0,-1 1-8,-3 4 17,-1 0 0,1 1 1,0 0-1,1 0 0,-1 0 0,1 0 0,0 1 0,1-1 1,0 1-1,0 0 0,0 0 0,-1 7-17,3-11 3,-24 64 101,3 2 1,4 0-1,2 1 0,3 1 0,4 0 0,3 1 1,2-1-1,6 58-104,-1-115-4,-1-1 0,2 1 0,0-1 1,1 1-1,0-1 0,1 0 0,0 0 0,1 0 1,0-1-1,1 0 0,1 0 0,0 0 0,1 0 0,0-1 1,0-1-1,1 0 0,1 0 0,0 0 0,0-1 1,0-1-1,1 0 0,1 0 0,-1-1 0,1 0 1,1-1-1,-1-1 0,1 0 0,12 3 4,-14-5-12,-1-2-1,1 1 1,0-2-1,0 1 1,0-1-1,-1-1 0,1 0 1,0-1-1,0 0 1,-1 0-1,1-1 1,-1-1-1,0 1 1,0-2-1,0 1 1,0-2-1,-1 1 1,0-1-1,0 0 1,-1-1-1,1 0 1,-2-1-1,1 1 1,-1-2-1,0 1 1,0-1-1,-1 0 1,-1 0-1,1 0 1,-1-1-1,1-4 13,-1 2-56,0 0 1,-1-1-1,0 1 1,-1-1-1,0 0 1,-1 0-1,0 0 1,-1 0-1,-1-1 1,0 1-1,-1 0 1,-1-4 55,2 11-27,-1 1 0,0-1 0,-1 1 1,1 0-1,-1-1 0,0 1 1,0 0-1,0 0 0,-1 0 0,0 0 1,0 1-1,0-1 0,-1 1 0,1 0 1,-1-1-1,0 2 0,0-1 0,-1 0 1,1 1-1,-1 0 0,1 0 1,-1 0-1,0 1 0,0 0 0,0-1 1,-1 2-1,1-1 0,0 1 0,-5-1 27,6 1 4,0-1-1,0 1 0,0 1 1,0-1-1,0 1 1,0-1-1,0 1 0,0 0 1,-1 1-1,1-1 0,0 1 1,0 0-1,0 0 1,0 0-1,0 0 0,0 1 1,0-1-1,1 1 0,-1 0 1,1 0-1,-1 1 0,1-1 1,-1 1-1,1 0 1,0-1-1,0 2 0,1-1 1,-1 0-1,1 0 0,-1 1 1,1-1-1,0 1 1,0 0-1,1 0 0,-1-1 1,1 1-1,0 0 0,0 0 1,0 1-1,0 2-3,-1 2 7,0 1 0,0 0-1,1 0 1,1 0 0,0 0 0,0 0 0,1 0-1,0-1 1,0 1 0,1 0 0,1 0-1,0-1 1,0 1 0,1-1 0,0 0 0,0 0-1,1-1 1,0 1 0,1-1 0,0 0 0,0 0-1,1-1 1,5 6-7,2-1-51,0 0 1,0-1-1,1 0 0,1-1 0,0-1 0,0-1 1,1 0-1,0-1 0,0-1 0,1 0 0,-1-1 1,1-1-1,16 1 51,82-15-4292,-65-15-4341</inkml:trace>
  <inkml:trace contextRef="#ctx0" brushRef="#br0" timeOffset="22811.564">4330 2127 9458,'0'0'1728,"0"0"-535,0 0-49,0 0-536,-76 175-248,29-16 136,0 41 160,3-10-96,16-37-55,15-51-281,13-28-48,0-1-168,13-2-8,18-9-376,-3-25-1185,-9-29-4432</inkml:trace>
  <inkml:trace contextRef="#ctx0" brushRef="#br0" timeOffset="23061.592">4493 3389 13259,'0'0'1896,"0"0"-728,0 0-295,0 0-769,0 0-104,0 0-280,0 0-224,132-164-1513,-91 130-7089</inkml:trace>
  <inkml:trace contextRef="#ctx0" brushRef="#br0" timeOffset="23656.874">4962 2843 7098,'0'0'1064,"0"0"264,0 0 704,-19 184-855,-19-26-329,-3 46-424,-3-12-64,4-36-136,21-54-160,9-34-16,7-3-48,3-8-512,6-12-1560,7-28-3554</inkml:trace>
  <inkml:trace contextRef="#ctx0" brushRef="#br0" timeOffset="24268.229">4880 2851 6489,'0'0'829,"20"-26"0,69-84 422,-85 104-1151,-1 1-1,1 0 1,0 0 0,1 0-1,-1 1 1,1 0 0,0-1 0,0 2-1,0-1 1,0 0 0,1 1-1,0 0 1,-1 1 0,1-1-1,0 1 1,0 0 0,0 0 0,1 1-1,-1 0 1,0 0 0,1 0-1,-1 1 1,0 0 0,1 0-1,-1 1 1,1 0 0,-1 0-1,0 0 1,0 1 0,0 0 0,0 0-1,0 0 1,0 1 0,0 0-1,-1 0 1,1 1 0,-1-1-1,0 1 1,0 0 0,0 0-1,-1 1 1,0 0 0,1 0 0,-1 0-1,-1 0 1,1 0 0,-1 1-1,0-1 1,0 3-100,7 18 192,-2 0 0,-1 1 1,0 0-1,-3 0 0,0 1 0,-1-1 0,-2 1 0,-1 0 1,-1-1-1,-1 1 0,-3 4-192,3-17 39,-1 0 1,0-1-1,-1 0 1,-1 0-1,-1 0 1,1-1-1,-2 1 0,0-1 1,-1-1-1,0 1 1,-1-2-1,-5 7-39,14-17-27,-1 0-1,1 0 1,-1 1-1,0-1 1,1 0-1,-1 0 1,0 0 0,0 0-1,0 0 1,1 0-1,-1 0 1,0 0-1,0 0 1,-1 0-1,1-1 1,0 1-1,0 0 1,0-1-1,0 1 1,-1-1-1,1 1 1,0-1-1,-1 1 1,1-1-1,0 0 1,-1 0 0,1 0-1,0 0 1,-1 0-1,1 0 1,0 0-1,-1 0 1,1 0-1,0-1 1,-1 1-1,1 0 1,0-1-1,0 1 1,-1-1-1,1 0 1,0 1-1,0-1 1,0 0-1,0 0 1,0 0 0,0 0-1,0 0 1,0 0-1,0 0 1,0 0-1,1 0 1,-1 0-1,0 0 1,1 0-1,-1-1 28,-2-194-6484,33 52 4105,23 67 3890,-50 75-1361,0 1 0,0 0 0,1 0-1,-1 0 1,1 1 0,-1-1 0,1 1 0,-1 0 0,1 0 0,-1 0-1,1 0 1,-1 1 0,1-1 0,-1 1 0,0 0 0,1 0-1,-1 0 1,0 0 0,0 1 0,1-1 0,-1 1 0,0 0 0,-1 0-1,1 0 1,0 0 0,-1 1 0,1-1 0,-1 1 0,1-1 0,-1 1-1,0 0 1,0 0 0,-1 0 0,1 0 0,-1 0 0,1 1-1,-1-1 1,0 0 0,0 1 0,0-1 0,-1 0 0,1 1 0,-1-1-1,0 1-149,61 181 1677,-61-184-1675,0-1 0,1 1 0,-1-1 0,1 1 0,-1-1 0,1 1 0,-1-1 0,1 1 0,-1-1 0,1 0 0,-1 1 1,1-1-1,0 0 0,-1 0 0,1 1 0,-1-1 0,1 0 0,0 0 0,-1 0 0,1 0 0,0 0 0,-1 0 0,1 0 0,0 0 0,-1 0 0,1 0 0,0 0 0,-1 0 1,1 0-1,0 0 0,-1-1 0,1 1 0,0 0 0,-1-1 0,1 1 0,-1 0 0,1-1 0,-1 1 0,1-1 0,-1 1 0,1 0 0,-1-1 0,1 1 0,-1-1 0,0 0 1,1 1-1,-1-1 0,0 1 0,1-1 0,-1 0 0,0 1 0,0-1 0,1 1 0,-1-1 0,0 0 0,0 1 0,0-1 0,0 0 0,0 1 0,0-1 0,0 0 0,0 1 1,0-1-1,-1 0 0,1 1 0,0-1 0,0 0 0,0 1 0,-1-1 0,1 0-2,4-8-43,67-85-668,-68 91 695,0 1 1,0 0-1,0 0 1,0 0-1,0 0 1,0 1 0,0-1-1,1 1 1,-1 0-1,1 0 1,-1 0-1,1 0 1,-1 1 0,1-1-1,-1 1 1,1 0-1,-1 0 1,1 0-1,0 1 1,-1-1-1,1 1 1,-1 0 0,1 0-1,-1 0 1,0 0-1,1 1 1,-1-1-1,0 1 1,0 0-1,0 0 1,0 0 0,0 1 15,49 38 3,-41-31-2,0 0 0,0-1 0,1 0 0,0-1 1,1 0-1,0-1 0,0-1 0,1 0 0,0 0 0,0-2 1,1 1-2,-11-4-21,0 1 1,0-1-1,1 1 1,-1-1-1,1-1 0,-1 1 1,1-1-1,-1 1 1,1-1-1,-1 0 1,1-1-1,-1 1 1,0-1-1,1 0 1,-1 0-1,1-1 1,-1 1-1,0-1 1,0 0-1,0 0 1,0 0-1,0 0 1,-1-1-1,1 0 1,0 0-1,-1 0 1,0 0-1,0 0 1,0 0-1,0-1 1,-1 0-1,1 1 1,-1-1-1,0 0 0,0 0 1,0-1-1,0 1 1,-1 0-1,1-4 21,0 4-21,-1-1 0,1 0 0,-1 0 0,0 1 0,0-1 0,-1 0 0,1 0 0,-1 0-1,0 0 1,-1 0 0,1 1 0,-1-1 0,0 0 0,0 0 0,0 0 0,-1 1 0,0-1-1,0 1 1,0-1 0,0 1 0,0 0 0,-1 0 0,0 0 0,0 0 0,0 0 0,-1 1-1,1-1 1,-1 1 0,-3-2 21,-4 1 133,0 1-1,-1 1 1,1 0-1,-1 1 1,0 0-1,1 1 1,-1 0-1,0 1 1,1 0-1,-1 1 1,1 0-1,-1 1 1,1 0-1,-6 3-132,12-3-3,0 1-1,1-1 0,-1 1 0,1 0 0,0 1 1,0-1-1,0 1 0,1-1 0,0 1 1,0 0-1,0 0 0,0 1 0,1-1 0,0 1 1,0-1-1,0 1 0,1 0 0,0-1 1,0 1-1,0 0 0,1 0 0,0 0 0,0 0 1,0 0-1,1 0 0,1 4 4,28 49-2718,6-34-3152</inkml:trace>
  <inkml:trace contextRef="#ctx0" brushRef="#br0" timeOffset="24689.576">6154 2936 10178,'0'0'1759,"0"0"-781,0 0-53,0 0-275,-28 8-349,-90 29-138,114-35-148,0-1-1,0 2 1,0-1 0,1 0-1,-1 1 1,0-1 0,1 1-1,0 0 1,0 0 0,0 1-1,0-1 1,0 1 0,0-1-1,1 1 1,0 0 0,0 0-1,0 0 1,0 0 0,1 0-1,-1 1 1,1-1 0,0 0-1,0 3-14,-1 0 30,-5 84 126,9-87-172,0-1 0,0 1 0,1 0 1,0-1-1,-1 1 0,1-1 0,0 0 1,1 0-1,-1 0 0,0 0 0,1-1 1,0 1-1,0-1 0,-1 0 0,1 0 1,0 0-1,1-1 0,-1 1 1,0-1-1,0 0 0,1 0 0,-1-1 1,0 1-1,1-1 0,-1 0 0,1 0 1,-1 0-1,0-1 0,1 0 0,-1 0 1,0 0-1,1 0 0,-1 0 0,0-1 1,0 0-1,2-1 16,9-5-69,-1 0 1,0-1-1,0 0 1,0-1 0,-2-1-1,1 0 1,-1-1-1,-1 0 1,0-1-1,-1 0 1,0 0-1,2-7 69,22-30-342,-2-1-1,-2-1 0,-3-2 0,-2-1 1,-3-1-1,-2-1 0,-3 0 0,-2-2 1,-2 1-1,2-45 343,-15-23-775,-1 124 813,0 0 0,0 1 0,0-1 0,-1 0 0,1 0 0,-1 1 0,1-1 0,-1 0-1,1 1 1,-1-1 0,0 1 0,0 0 0,0 0 0,0 0 0,0 0 0,0 0 0,0 0 0,0 0 0,0 1 0,0-1 0,0 1-1,0-1 1,-1 1 0,1 0 0,0 0 0,0 0 0,-1 0 0,1 0 0,0 1 0,0-1 0,0 1 0,0-1 0,-1 1 0,1 0 0,0 0-1,0 0 1,0 0 0,0 0 0,1 0 0,-1 0 0,0 1 0,0-1 0,1 1 0,-1-1 0,1 1 0,-1 0 0,1-1 0,0 1 0,0 0-1,0 0 1,0 0 0,0 0 0,0 0 0,0 0 0,1 0 0,-1 1 0,0 0-38,-17 41 379,1 1 0,3 0 0,1 2 1,3-1-1,1 1 0,2 7-379,-5 62 350,5 0 1,6 69-351,1-118 127,7-21 162,-7-45-326,0 0-1,0-1 1,0 1 0,1 0 0,-1-1 0,0 1 0,0 0 0,1-1-1,-1 1 1,0 0 0,1-1 0,-1 1 0,1-1 0,-1 1-1,0 0 1,1-1 0,-1 1 0,1-1 0,0 0 0,-1 1-1,1-1 1,-1 1 0,1-1 0,0 0 0,-1 1 0,1-1 0,0 0-1,-1 0 1,1 0 0,0 0 0,0 1 0,-1-1 0,1 0-1,0 0 1,-1 0 0,1 0 0,0-1 0,0 1 0,-1 0-1,1 0 1,0 0 0,-1 0 0,1-1 0,0 1 0,-1 0 0,1-1-1,-1 1 1,1-1 0,0 1 0,-1 0 0,1-1 0,-1 1-1,1-1 1,-1 0 0,1 1 0,-1-1 0,0 1 0,1-1-1,-1 0 1,0 1 0,1-1 0,-1 0 0,0 0 37,18-23-5041</inkml:trace>
  <inkml:trace contextRef="#ctx0" brushRef="#br0" timeOffset="25063.225">6761 2446 9394,'0'0'2793,"0"0"-2233,0 0 256,-101 190-48,64-88-64,2-3-232,10 6-120,9-18-104,16-10-112,0-18-136,25-28 0,10-8-792,-7-23-2048</inkml:trace>
  <inkml:trace contextRef="#ctx0" brushRef="#br0" timeOffset="25330.046">6893 2792 11170,'0'0'1041,"0"0"-1041,38-147-841,-19 79-8016</inkml:trace>
  <inkml:trace contextRef="#ctx0" brushRef="#br0" timeOffset="25595.943">7173 1959 11002,'0'0'1345,"0"0"-817,0 0 112,0 0-336,-28 201-192,21-101-16,-5 24-48,-16 35 8,-13 27 24,-3-7-80,-13-15-72,19-56-968,7-52-3121</inkml:trace>
  <inkml:trace contextRef="#ctx0" brushRef="#br0" timeOffset="25596.943">6918 2882 9194,'0'0'1744,"0"0"-1232,0 0-23,167-130-489,-101 102-313,-9 5-4600</inkml:trace>
  <inkml:trace contextRef="#ctx0" brushRef="#br0" timeOffset="25859.731">7035 3313 9322,'0'0'2064,"0"0"-1271,0 0 519,0 0-456,0 0-224,173 8 0,-73-8-176,7 0-200,-3 0-31,-10 0-121,-18 0-96,-23 0 0,-18 0 0,-16 0-8,-19 6-80,0-1-689,-3 4-1783</inkml:trace>
  <inkml:trace contextRef="#ctx0" brushRef="#br0" timeOffset="26143.538">8013 2979 11170,'0'0'1433,"0"0"-801,0 0 208,-16 164-184,10-65-152,6 17-176,0 11-16,0-5-160,3-9-80,22 3-72,-6-31-896,-13-28-2953</inkml:trace>
  <inkml:trace contextRef="#ctx0" brushRef="#br0" timeOffset="26405.56">7978 2970 8106,'0'0'1255,"0"0"-319,28-17 455,93-56-254,-112 68-1028,1 1 0,0 0 0,0 0-1,1 1 1,-1 0 0,1 1 0,-1 0 0,1 1-1,0 0 1,0 0 0,0 1 0,1 1-109,7-1 175,-12 0-110,0 0 0,0 0 0,1 0 1,-1 1-1,0 0 0,0 0 0,0 1 1,0 0-1,0 1 0,0-1 0,-1 1 0,1 0 1,-1 1-1,0-1 0,0 1 0,0 1 1,0-1-1,-1 1 0,0 0 0,0 0 0,0 1 1,-1-1-1,1 1 0,-1 0 0,-1 0 1,1 1-1,-1-1 0,0 1 0,0-1 0,-1 1 1,0 0-1,0 1-65,0 2 55,-1-1 0,0 0 1,-1 0-1,0 0 0,-1 1 1,1-1-1,-2 0 0,1 0 0,-1 0 1,-1 0-1,1 0 0,-2 0 0,1-1 1,-1 1-1,0-1 0,-1 0 1,0 0-1,0-1 0,-1 1 0,0-1 1,0 0-1,-1-1 0,0 0 1,0 0-1,0 0 0,-1-1 0,0 0 1,0 0-1,0-1 0,0 0 1,-3 0-56,8-2-81,1 0 1,-1 0-1,1-1 1,-1 1 0,0-1-1,1 0 1,-1 0-1,0 0 1,0 0-1,0 0 1,0-1 0,0 1-1,0-1 1,0 0-1,0 0 1,0 0 0,0 0-1,0 0 1,0-1-1,0 1 1,0-1 0,0 0-1,0 0 1,0 0-1,0 0 1,1-1 0,-1 1-1,0-1 1,1 0-1,-1 1 1,1-1-1,0 0 1,0-1 0,0 1-1,0 0 1,0 0-1,0-1 1,0 1 0,1-1-1,-1 0 1,0-1 80,-9-40-5832</inkml:trace>
  <inkml:trace contextRef="#ctx0" brushRef="#br0" timeOffset="26719.363">8406 2817 9226,'0'0'1186,"0"0"-333,0 0 171,0 0-112,0 0-162,18 29-130,56 96-126,-70-118-431,0 0 1,-1 0 0,0 0 0,-1 0-1,0 1 1,0-1 0,0 0 0,-1 1-1,0 0 1,0-1 0,-1 1 0,0 0-1,0-1 1,-2 6-64,0 14 317,-4-2 575,0-60-792,5 27-150,1-1 0,0 1-1,1 0 1,0-1 0,0 1-1,0 0 1,1-1-1,1 1 1,-1 0 0,1 1-1,1-1 1,-1 0 0,1 1-1,1 0 1,-1 0-1,1 0 1,1 1 0,-1-1-1,1 1 1,0 0 0,0 1-1,1 0 1,0 0-1,0 0 1,0 1 0,7-4 50,-10 8 4,0 0 0,-1 0 0,1 0 0,0 1 0,-1 0 0,1-1 1,0 1-1,-1 1 0,1-1 0,-1 0 0,0 1 0,1 0 0,-1 0 0,0 0 1,0 0-1,0 0 0,0 1 0,-1-1 0,1 1 0,-1-1 0,1 1 0,-1 0 0,0 0 1,0 0-1,0 1 0,0-1 0,-1 0 0,0 1 0,1-1 0,-1 1 0,0-1 0,-1 1 1,1 0-1,-1-1 0,1 1 0,-1 0-4,25 51 129,-20-50-135,0 0-1,0 0 0,0-1 1,1 1-1,-1-1 0,1 0 1,0-1-1,0 1 0,1-1 1,-1-1-1,1 1 1,0-1-1,-1 0 0,1 0 1,0-1-1,0 0 0,0 0 1,0-1-1,0 0 0,0 0 1,0-1-1,0 1 1,0-2-1,3 0 7,-5 2 8,0-1 1,0-1 0,-1 1-1,1-1 1,0 1-1,0-1 1,-1-1-1,1 1 1,-1-1-1,0 1 1,0-1-1,0-1 1,0 1-1,0 0 1,-1-1 0,1 0-1,-1 0 1,0 0-1,0 0 1,-1 0-1,1-1 1,-1 1-1,0-1 1,0 0-1,-1 1 1,1-1 0,-1 0-1,0 0 1,0 0-1,0 0 1,-1 0-1,0 0 1,0-4-9,-1 6 44,0 0 0,-1 1 1,1-1-1,0 1 0,-1-1 0,1 1 1,-1-1-1,0 1 0,0 0 0,0 0 1,0 0-1,0 0 0,-1 0 0,1 0 0,-1 1 1,1-1-1,-1 1 0,1-1 0,-1 1 1,0 0-1,0 0 0,1 0 0,-1 1 1,0-1-1,0 1 0,0-1 0,0 1 1,0 0-1,0 0 0,-1 1-44,-30-10 145,33 9-498,24 0-1949,4 0-1340,-4 0-4233</inkml:trace>
  <inkml:trace contextRef="#ctx0" brushRef="#br0" timeOffset="27497.429">9346 2967 4585,'0'0'1367,"0"0"351,0 0 439,0 0-479,0 0-316,0 0-133,-4-9-283,-13-29-257,11 29-205,5 9-203,1 0-168,0 0-110,0 0-50,1 2-13,67 70-472,-68-70 532,16-8-603,-17 4 631,-1 0 0,0 1 0,0-1 0,0 0 0,0 1 0,0-1-1,0 1 1,0-1 0,0 1 0,0 0 0,-1 0 0,1 0 0,0 0 0,-1 0 0,1 1 0,-1-1 0,1 1 0,-1 0 0,1-1 0,-1 1-1,1 0 1,-1 1 0,1-1 0,-1 0 0,1 1 0,-1-1 0,1 1 0,-1 0 0,1 0 0,0 0 0,-1 0 0,1 0 0,0 0 0,0 1-1,-1 0-27,-4 3 13,0 1 0,1-1 0,-1 1 0,1 1 0,1-1 0,-1 1 0,1 0 0,0 0 0,1 1 0,0-1 0,0 1 0,0 0 0,1 0 0,0 0 0,1 1 0,0-1 0,0 1 0,1-1-1,0 1 1,0-1 0,1 1 0,0 0 0,1-1 0,1 8-13,1-12-2,-1-1 0,1 0-1,0 1 1,0-1 0,0 0 0,0-1-1,1 1 1,-1-1 0,1 1 0,0-1-1,0 0 1,0 0 0,0-1-1,0 1 1,0-1 0,0 0 0,0 0-1,0 0 1,1-1 0,-1 1 0,0-1-1,1 0 1,-1 0 0,0-1-1,0 1 1,1-1 0,0 0 2,5 1-1,-5-1 6,0 1 1,-1-1-1,1 0 0,0 0 1,0 0-1,-1-1 1,1 0-1,-1 0 1,1 0-1,-1 0 1,0-1-1,0 1 1,0-1-1,0 0 1,0-1-1,-1 1 1,1 0-1,-1-1 1,0 0-1,0 0 1,-1 0-1,1 0 1,-1 0-1,1-1 1,-1 1-1,-1-1 1,1 1-1,-1-1 1,0 0-1,0 0 1,0 0-1,0 1 1,-1-1-1,0 0 1,0-1-6,38 4-751,-18 11-1268,-6 0-2149</inkml:trace>
  <inkml:trace contextRef="#ctx0" brushRef="#br0" timeOffset="27956.091">9630 2177 9618,'0'0'1600,"0"0"-493,0 0-44,0 0-455,0 0-362,0 0-56,1 30 76,4 196 438,-17 160-63,2-278-570,11-107-127,1 1 0,-1 0 0,1-1 1,-1 1-1,1-1 0,-1 0 0,1 0 0,0 1 0,0-1 0,0 0 0,0 0 0,0-1 0,0 1 0,0 0 1,0-1-1,0 1 0,0-1 0,0 1 0,1-1 0,-1 0 0,0 0 0,0 0 0,0-1 0,0 1 1,0 0-1,1-1 0,-1 1 0,0-1 0,2 0 56,12 0-379,8 0-72,-21 0 434,0 0 1,0 0 0,0 0 0,0 0 0,0 1-1,0-1 1,0 1 0,0 0 0,0 0 0,0 0 0,0 1-1,0-1 1,0 1 0,0-1 0,0 1 0,-1 0 0,1 0-1,0 0 1,0 0 0,-1 1 0,1-1 0,-1 1 0,1 0-1,-1 0 1,1 0 0,-1 0 0,0 0 0,0 0 0,0 0-1,0 1 1,-1-1 0,1 1 0,-1-1 0,1 1-1,-1 0 1,0 0 0,1 1 16,-2 2 115,0-1 0,0 1 0,-1-1 0,0 1 0,0-1 0,0 1 0,0-1 0,-1 0 0,0 1 0,0-1 1,0 0-1,-1 0 0,0 0 0,0-1 0,0 1 0,0-1 0,-1 0 0,0 0 0,0 0 0,0 0 0,0 0 0,-1-1 0,1 0 0,-1 0 0,0 0 0,0-1 0,0 1 0,0-1 0,0 0 0,0-1 0,-3 1-115,2 2 64,-1-1 1,0 0-1,0 0 0,0-1 0,0 1 1,0-2-1,0 1 0,0-1 0,-1 0 0,1-1 1,0 1-1,-1-1 0,-1-1-64,6-9-407,3-62-4734,0 33-2479</inkml:trace>
  <inkml:trace contextRef="#ctx0" brushRef="#br0" timeOffset="28248.726">10038 2531 7666,'0'0'1752,"0"0"-968,0 0 1025,0 0-849,0 0-544,0 0-192,0 0 128,-166 207 256,159-128-16,4 3-88,3 3-152,0-8-104,3-12-144,26-11-96,2-12-8,23-22-440,-10-9-1392,-10-11-3641</inkml:trace>
  <inkml:trace contextRef="#ctx0" brushRef="#br0" timeOffset="28515.065">10526 2602 5705,'0'0'1929,"0"0"703,0 0-79,85 207-953,-76-128-688,-9 0-472,-6 3-80,-32-2-31,-15-7-329,-38-5-40,12-14-1513,7-20-6016</inkml:trace>
  <inkml:trace contextRef="#ctx0" brushRef="#br0" timeOffset="38816.639">52 3882 6001,'0'0'1309,"0"0"-88,0 0 63,0 0-41,0 0-169,0 0-279,0-15-78,0-44-21,0 60-675,0-1-1,0 0 0,0 0 1,-1 0-1,1 1 0,0-1 1,0 0-1,0 0 0,-1 0 1,1 1-1,0-1 0,0 0 1,0 0-1,-1 0 0,1 0 1,0 0-1,0 0 0,-1 0 1,1 0-1,0 0 0,0 0 1,-1 1-1,1-1 0,0 0 1,-1 0-1,1 0 0,0-1 1,0 1-1,-1 0 0,1 0 1,0 0-1,0 0 0,-1 0 1,1 0-1,0 0 0,0 0 1,0 0-1,-1-1 0,1 1 1,0 0-1,0 0-20,-1 1 69,-9 28 14,2 0-1,0 1 1,3 0-1,0 1 1,2-1-1,1 1 1,1 0-1,3 18-82,-2-46 4,0 7-7,0 0-1,1 1 0,0-1 1,1 0-1,0 0 1,0 0-1,1 0 0,1 0 1,0 0-1,0-1 0,0 0 1,2 0-1,-1 0 1,1 0-1,0-1 0,1 0 1,-1 0-1,2-1 0,-1 0 1,1 0-1,0 0 0,1-1 1,-1-1-1,1 1 1,0-1-1,1-1 0,-1 0 1,1 0-1,2 0 4,-4-2 2,0 0 0,0 0-1,0-1 1,0 0 0,0 0 0,1-1-1,-1 0 1,0 0 0,0-1 0,1 0 0,-1-1-1,0 1 1,0-2 0,0 1 0,-1-1-1,1 0 1,0-1 0,-1 0 0,0 0 0,0 0-1,0-1 1,-1 0 0,1-1 0,-1 1 0,-1-1-1,1 0 1,-1-1 0,0 1 0,0-1-1,-1 0 1,1 0 0,-2-1 0,3-3-2,-2 0 16,0 1 0,0-1 1,-1 0-1,0 0 0,-1 0 0,0 0 1,-1 0-1,-1-1 0,1 1 1,-2 0-1,1-1 0,-2 1 0,1 0 1,-2 0-1,1 0 0,-1 0 0,-1 0 1,0 1-1,-1 0 0,0-1 1,0 1-1,-1 1 0,0-1 0,-1 1 1,0 0-1,-1 1 0,0 0 1,0 0-1,-5-3-16,1 2-68,-1 2 1,0-1 0,0 2-1,-1 0 1,0 0-1,0 1 1,0 1 0,-1 0-1,1 1 1,-1 1-1,-13-1 68,56 3-3210,14 0-3994</inkml:trace>
  <inkml:trace contextRef="#ctx0" brushRef="#br0" timeOffset="39271.26">3267 3981 6257,'0'0'3528,"0"0"-1709,0 0-254,0 0-196,0 0-505,0 0-533,-2 16-107,-66 426 1435,62-271-1407,41-72-1998,-32-80-3198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17:4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83 273 5337,'0'0'2905,"0"0"-289,0 0-603,0 0-410,0 0-422,0 0-427,-15-4-321,7 2-375,-33-9 68,35 4-27,27-1 80,170-18 20,2 8 0,0 8 0,62 11-199,-144-2 17,-1 5 1,1 5-1,-2 5 1,0 4-1,74 24-17,-169-30 209,-51-11 80,28-1-314,-348-40 143,192 15-110,-121-5-13,-2 13 0,-28 13 5,170 18 692,138-7-647,34-3-80,271-1-56,1177-19 218,-1200 51-201,-243-26 69,-40-1 331,-155-11-218,0-8 1,1-6 0,1-8-1,-69-23-108,45 12 23,6 3-58,-1 7-1,-57 4 36,222 21-106,59 0-52,1004 31 166,-778-3-20,-12 28-152,-242-44 253,-45-7 42,-245-4-54,1-11 0,-234-42-77,348 28-6,40 4-44,-2 6-1,-72 2 51,349 34-155,1023 116 171,-872-108-17,-263-24 197,-575-42 69,-116-21-323,544 57 55,481 63-380,402 49 74,-754-105 208,-43 2 86,-336 8 15,-390-9 301,836-26-279,52-16-373,1 8 0,1 5 0,1 7 1,1 6-1,26 7 351,-86 12-3313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3:31:4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2102 7287 7202,'0'0'1190,"0"0"-679,0 0-384,0 0 134,31 7 329,196 31 1091,124-26 955,-409-33-4555,35 10-710</inkml:trace>
  <inkml:trace contextRef="#ctx0" brushRef="#br0" timeOffset="-84207.117">230 43 5073,'0'0'999,"0"0"-270,0 0-283,0 0 109,0 0-86,0 0-18,5-2 180,173-29 1375,-144 28-1880,480-3 328,-308 15-408,192 34-46,-75-5 16,306-9-180,-525-29 160,244 1-379,63 20 383,482 71-14,684-39 159,-1061-16 46,811 30 1,1335-68 191,-1202-67-154,-347 8 82,1077 6 14,959-9 946,-1713 8-966,45 20-130,-1243 34-156,844 18 185,492 101 329,573 47-162,605 22-68,-1666-147-139,-1001-38-83,-47 0 119,0-2 0,0-1 0,0-1 0,0-3 0,34-8-200,-68 12 21,-2 1-17,0 0 1,0 0 0,0-1-1,0 1 1,0-1-1,0 1 1,0-1 0,0 0-1,0 1 1,0-1 0,0 0-1,0 0 1,0-1-1,-1 1 1,1 0 0,-1 0-1,1-1 1,-1 1 0,1-1-1,-1 0 1,0 1-1,1-1 1,-1 0 0,0 0-1,0 0 1,0 0 0,-1 1-1,1-1 1,0 0-1,-1 0 1,1-1 0,-1 1-1,0 0 1,0 0 0,0 0-1,0 0-4,-1-7-163,-2 1 0,1 0 0,-1-1 0,0 1 0,-1 1 0,0-1 0,0 0 0,0 1 0,-1 0 0,0 0 0,-1 0 0,0 1 0,-2-2 163,-59-49-5200</inkml:trace>
  <inkml:trace contextRef="#ctx0" brushRef="#br0" timeOffset="-82366.464">387 711 7890,'0'0'1128,"0"0"-148,0 0-464,0 0-38,0 0 138,0-9 64,-21 531 1066,-22-104-1354,41-306-391,2-111-68,0 1-1,-1 0 1,1-1 0,0 1-1,0-1 1,0 1 0,0-1-1,0 1 1,0 0 0,1-1 0,-1 1-1,1-1 1,-1 1 0,1-1-1,-1 1 1,1-1 0,0 0-1,-1 1 1,1-1 0,0 0-1,0 1 1,0-1 0,0 0-1,0 0 1,1 0 0,-1 0-1,0 0 1,0 0 0,1 0-1,-1 0 1,0-1 0,1 1-1,-1-1 1,1 1 0,-1-1-1,1 1 1,-1-1 0,1 0-1,-1 1 1,1-1 0,0 0-1,-1 0 1,1 0 0,-1 0-1,1-1 1,-1 1 0,1 0-1,0-1 1,-1 1 0,0-1 0,1 1-1,-1-1 1,1 0 0,-1 0-1,0 1 1,1-1 0,-1 0-1,1-1 68,26-27-4801</inkml:trace>
  <inkml:trace contextRef="#ctx0" brushRef="#br0" timeOffset="-82117.437">1016 451 5529,'0'0'5233,"0"0"-4529,0 0-391,0 0-193,0 170 416,0-83-40,0 10-64,-9 13-24,3 6-176,-7-3-184,4-5 16,-4-17-40,7-15-24,-4-11-72,-2-8-768,2-21-1185,-8-10-3072</inkml:trace>
  <inkml:trace contextRef="#ctx0" brushRef="#br0" timeOffset="-81853.741">274 1164 10914,'0'0'1425,"0"0"-1057,0 0-312,0 0 64,164 6 192,-60-15-144,15-19-80,10-6-88,41-11-600,-41 8-1545,-32 6-4296</inkml:trace>
  <inkml:trace contextRef="#ctx0" brushRef="#br0" timeOffset="-81573.896">1539 1181 7442,'0'0'1125,"0"0"-626,0 0-290,-29 0 78,-92 2 230,116-3-475,0 1-1,0 1 0,0-1 0,0 1 0,0 0 0,0 0 0,0 0 0,0 1 0,0 0 0,1 0 0,-1 0 1,1 0-1,-1 1 0,1-1 0,0 1 0,0 1 0,0-1 0,0 0 0,1 1 0,0 0 0,-1-1 0,1 2 1,0-1-1,1 0 0,-1 0 0,1 1 0,0-1 0,0 1 0,0 0 0,1 0 0,0 0 0,0 0 0,0-1 1,0 1-1,1 1 0,0-1 0,0 0 0,0 0 0,0 0 0,1 0 0,0 0 0,1 3-41,-2-1 8,0-2-6,-1 0-1,1 0 1,0 0-1,0 0 1,1-1-1,0 1 1,0 0-1,0 0 1,0 0-1,1 0 1,-1-1-1,1 1 1,0-1 0,1 1-1,-1-1 1,1 0-1,0 0 1,0 0-1,0 0 1,1-1-1,-1 1 1,1-1-1,0 0 1,0 0-1,0 0 1,0-1-1,0 1 1,2 0-2,5 1 0,-1 0 0,1-1-1,0 0 1,0-1 0,0 0 0,0-1 0,0 0-1,1 0 1,-1-1 0,0-1 0,0 0 0,0-1 0,1 0-1,-2 0 1,1-1 0,0-1 0,0 1 0,-1-2 0,0 0-1,0 0 1,0-1 0,-1 0 0,9-7 0,-15 10 41,0 0 1,0 0-1,0 0 1,0-1-1,-1 1 1,1-1 0,-1 0-1,0 1 1,0-1-1,0 0 1,-1 0-1,0 0 1,1-1-1,-1 1 1,-1 0-1,1 0 1,-1-1-1,1 1 1,-1 0-1,0-1 1,-1 1-1,1 0 1,-1-1-1,0 1 1,0 0-1,0 0 1,-1 0-1,1 0 1,-1 0-1,0 0 1,0 0 0,0 0-1,-1 1 1,1-1-1,-1 1 1,0 0-1,0 0 1,0 0-1,0 0 1,-1 0-1,1 1 1,-1-1-1,0 1 1,1 0-1,-2 0-41,-15-6-81,0 0 0,0 1 0,-1 2 0,1 0 0,-1 1 0,0 1 0,-1 1 0,-20 0 81,38 2-2108,4-2-2583</inkml:trace>
  <inkml:trace contextRef="#ctx0" brushRef="#br0" timeOffset="-81151.144">1853 1198 8130,'0'0'1075,"0"0"-407,0 0-328,0 0 72,-6 31 203,-17 103-199,18-5 213,4-126-620,0 1 0,0-1 0,1 1-1,0 0 1,0-1 0,0 1 0,0 0-1,0-1 1,1 1 0,0-1 0,0 1 0,0 0-1,0-1 1,0 0 0,1 1 0,-1-1-1,1 0 1,0 0 0,0 0 0,0 0 0,1 0-1,-1 0 1,1 0 0,-1-1 0,1 1-1,0-1 1,0 0 0,0 0 0,0 0 0,0 0-1,0-1 1,1 1 0,-1-1 0,1 0-1,-1 0 1,1 0 0,-1 0 0,1-1-9,8-1-13,0-1 1,0 0 0,-1-1-1,1-1 1,-1 0 0,0 0-1,0-1 1,0 0 0,-1-1-1,1 0 1,-2-1 0,1 0-1,-1-1 1,0 0 0,0 0-1,-1-1 1,0 0 0,-1 0-1,0-1 1,0 0 0,4-10 12,8-3-245,78-106-922,-97 130 1178,-1-1-1,1 0 1,0 1 0,0-1 0,0 0 0,0 1 0,0-1-1,0 1 1,0-1 0,0 0 0,0 1 0,0-1 0,0 0-1,0 1 1,0-1 0,0 1 0,0-1 0,0 0 0,0 1-1,0-1 1,0 0 0,1 1 0,-1-1 0,0 0 0,0 1-1,0-1 1,1 0 0,-1 1 0,0-1 0,1 0 0,-1 1-1,0-1 1,0 0 0,1 0 0,-1 0 0,0 1 0,1-1 0,-1 0-1,1 0 1,-1 0 0,0 0 0,1 0 0,-1 0 0,0 0-1,1 0 1,-1 1 0,1-1 0,-1 0 0,0-1 0,1 1-1,-1 0 1,1 0 0,-1 0 0,0 0 0,1 0 0,-1 0-1,0 0 1,1-1 0,-1 1 0,0 0 0,1 0 0,-1 0-1,0-1-10,1 52 250,-1-38-155,-1 24 74,12 113 362,-10-145-507,1-1 0,-1 1 0,1 0 0,0-1 0,0 1 0,1-1 0,-1 0 1,1 0-1,0 0 0,0 0 0,1 0 0,-1-1 0,1 1 0,-1-1 0,1 0 0,0 0 0,0 0 1,1-1-1,-1 1 0,0-1 0,1 0 0,0-1 0,-1 1 0,1-1 0,0 1 0,0-2 0,0 1 1,1 0-25,2-2 52,1-1 0,-1 0 0,0 0 0,0-1 0,0 0 0,-1 0 0,1-1 0,-1 0 0,0-1 0,0 1 0,0-1 0,0 0 0,-1-1 0,0 0 0,0 0 0,-1 0 0,1-1 1,-1 1-1,-1-1 0,1 0 0,-1-1 0,-1 1 0,1-1 0,-1 0 0,0 0 0,-1 0 0,0 0 0,0 0 0,-1-3-52,84-260-2747,-62 188-1747</inkml:trace>
  <inkml:trace contextRef="#ctx0" brushRef="#br0" timeOffset="-80903.595">3316 448 9522,'0'0'2160,"0"0"-719,0 0-953,0 0 8,0 0-208,0 0 40,28 181 56,-22-82-96,-3 23-112,1 8-72,-4 0-96,3 3 0,3-14-8,3-14-24,4-9-808,-4-31-1072,-2-31-3761</inkml:trace>
  <inkml:trace contextRef="#ctx0" brushRef="#br0" timeOffset="-80510.158">3253 1074 10026,'0'0'1540,"0"0"-727,0 0-584,0 0-150,34-9-35,118-27-47,25 29-589,-169 7 564,0 0 0,0 1 0,0 0 0,0 1 1,0-1-1,-1 2 0,1-1 0,0 1 0,-1 0 0,0 0 0,0 1 1,0 0-1,0 1 0,-1-1 0,1 1 0,-1 0 0,0 1 0,-1 0 0,1 0 1,-1 0-1,0 0 0,-1 1 0,0 0 0,0 0 0,0 0 0,-1 0 0,0 0 1,0 1-1,1 5 28,-4 169 1293,-59 45 190,59-221-1452,-1-3-24,0 0-1,0-1 1,0 1 0,1 0 0,-1 0-1,1 0 1,0 0 0,0 0 0,0 0-1,0 0 1,1 0 0,-1 0 0,1 0-1,-1-1 1,1 1 0,0 0 0,0 0-1,1-1 1,-1 1 0,0 0 0,1-1-1,0 1 1,-1-1 0,1 0 0,0 0-1,0 1 1,0-1 0,1-1 0,-1 1-1,0 0 1,1 0 0,-1-1 0,1 1-1,1-1-6,8 3 9,1-1 0,0-1 0,0 0 0,0-1 0,0-1-1,0 0 1,0 0 0,0-1 0,0-1 0,0 0 0,-1-1-1,1 0 1,0-1 0,-1 0 0,0-1 0,0-1 0,-1 0 0,1 0-1,-1-1 1,-1-1 0,1 0 0,-1 0 0,-1-1 0,1 0-1,-2-1 1,1 0 0,-1 0 0,-1-1 0,0 1 0,0-2-1,-1 1 1,-1-1 0,0 0 0,0 0 0,2-10-9,-7 19 23,0 0 0,0 0 0,0 1 0,0-1 0,0 0 0,-1 0 0,1 1 0,-1-1 0,1 0 0,-1 1 0,0-1 0,0 1 0,-1-1 1,1 1-1,0-1 0,-1 1 0,1 0 0,-1 0 0,0 0 0,0 0 0,0 0 0,0 0 0,0 0 0,0 0 0,0 1 0,-1-1 0,1 1 0,-1 0 0,1 0 0,-1 0 0,1 0 0,-2 0-23,-90-17 588,91 18-582,-186 1 226,121 26-1887,58-17-1164</inkml:trace>
  <inkml:trace contextRef="#ctx0" brushRef="#br0" timeOffset="-79779.221">4973 1238 6713,'0'0'1593,"0"0"-617,0 0-328,0 0 568,0 0-271,-9 215-521,6-136-104,3-5-208,0-9-64,0-17 24,0-6-72,12-16 0,4-26-360,-7-6-1377,4-25-1191</inkml:trace>
  <inkml:trace contextRef="#ctx0" brushRef="#br0" timeOffset="-79576.452">4904 830 10418,'0'0'1377,"0"0"-897,0 0-480,0 0-216,0 0 64,0 0-753,0 0-279,170-25-1344,-135 33-3066</inkml:trace>
  <inkml:trace contextRef="#ctx0" brushRef="#br0" timeOffset="-79103.513">5244 1068 4873,'0'0'1334,"0"0"-473,0 0-65,0 0 391,0 0 15,0 0-274,18 20-182,54 69-180,-68-83-499,0 0 0,0 1 0,-1-1 0,0 1 0,0-1 0,-1 1 0,0 0 0,0 0 0,-1 1 0,0-1-1,0 0 1,0 0 0,-1 0 0,0 1 0,-1-1 0,0 0 0,0 2-67,-1 21 208,6 76 324,27-168-899,3 2 0,2 1 0,3 1 0,32-35 367,-62 83-13,-7 7 11,0 0-1,0 0 0,0 0 1,0 0-1,1 0 1,-1 0-1,1 1 0,0 0 1,0-1-1,-1 1 1,2 0-1,-1 0 1,0 1-1,0-1 0,0 1 1,1-1-1,-1 1 1,1 0-1,-1 0 0,1 1 1,0-1-1,-1 1 1,1-1-1,2 1 3,8 39 360,5 146 320,-19-183-679,0 0-1,1 0 0,-1-1 0,0 1 1,1 0-1,-1-1 0,1 1 0,0 0 1,-1-1-1,1 1 0,0-1 0,0 1 1,0-1-1,0 0 0,0 1 1,0-1-1,1 0 0,-1 0 0,0 0 1,1 0-1,-1 0 0,0 0 0,1 0 1,0 0-1,-1 0 0,1-1 0,-1 1 1,1-1-1,0 1 0,-1-1 1,1 0-1,0 1 0,0-1 0,-1 0 1,1 0-1,0 0 0,-1 0 0,1-1 1,0 1-1,0 0 0,-1-1 0,1 1 1,-1-1-1,1 0 0,0 1 0,-1-1 0,73-44-185,130-122-1093,-201 165 1297,-2 0-2,0 1 0,0-1 0,0 1-1,0-1 1,1 1 0,-1-1 0,0 1 0,1 0 0,-1 0 0,1 0-1,0-1 1,-1 1 0,1 1 0,0-1 0,-1 0 0,1 0-1,0 1 1,0-1 0,0 1 0,0-1 0,-1 1 0,1 0 0,0 0-1,0 0 1,0 0 0,0 0 0,0 0 0,0 0 0,0 1 0,0-1-1,-1 1 1,1 0 0,0-1 0,0 1 0,-1 0 0,1 0 0,0 0-1,-1 0 1,1 0 0,-1 0 0,1 1 0,-1-1 0,1 0-1,-1 1-16,-3 213 1389,-4-102-1305,6-110-150,0 0 1,0 0 0,0 0-1,0 0 1,0 0 0,1 0-1,-1 0 1,1 0 0,0 0-1,0 0 1,0 0 0,0-1-1,0 1 1,1 0 0,-1 0-1,1-1 1,0 1 0,0-1-1,0 0 1,0 1-1,0-1 1,0 0 0,1 0-1,-1-1 1,1 1 0,-1 0-1,1-1 1,0 1 0,0-1-1,-1 0 1,1 0 0,0 0-1,0 0 1,0-1 0,0 1-1,3-1 66,26 2-3895</inkml:trace>
  <inkml:trace contextRef="#ctx0" brushRef="#br0" timeOffset="-78855.478">6370 1122 8674,'0'0'1296,"0"0"-336,0 0-392,0 0 137,0 167 87,0-88-456,0 14 16,0 12-64,3 6-160,3-1-128,0-5 8,-2-12-8,-1-11 0,0-14-40,3-20-528,-3-31-832,1-17-1617,-4 0-2984</inkml:trace>
  <inkml:trace contextRef="#ctx0" brushRef="#br0" timeOffset="-78555.964">6209 1139 9034,'0'0'1083,"0"0"-615,0 0-339,29-15-18,-4 1-62,-7 4-13,0 0 1,1 1-1,-1 1 0,2 0 1,-1 2-1,1 0 0,0 1 1,1 1-1,6 1-36,7-1 52,0 1 0,1 2 0,0 2 0,-1 1 1,26 6-53,-50-7 26,0 1 0,0 1 1,0 0-1,0 1 0,-1-1 1,1 2-1,-1-1 0,0 2 1,-1-1-1,1 1 0,-1 0 1,0 1-1,0 0 0,-1 0 1,0 0-1,0 1 0,-1 0 1,0 1-1,0-1 0,-1 1 1,2 5-27,-4-8 74,0 1 1,0 1 0,-1-1-1,1 0 1,-2 1 0,1-1 0,-1 1-1,0 0 1,-1-1 0,1 1 0,-2 0-1,1-1 1,-1 1 0,0 0-1,-1-1 1,1 1 0,-2-1 0,1 0-1,-1 0 1,0 0 0,0 0-1,-1 0 1,0 0 0,0-1 0,-1 0-1,0 0 1,0 0 0,0 0-1,0-1 1,-1 0 0,0 0 0,0 0-1,-1-1 1,-2 1-75,-4 3 36,0-1-1,0-1 0,-1 0 1,0-1-1,0 0 1,0-1-1,-1-1 1,1 0-1,-1-1 0,0-1 1,1 0-1,-1-1 1,0 0-1,-8-2-35,18 0-109,0 0 0,1 0 0,-1 0 0,1 0 0,-1-1 0,1 0 0,0 0 0,0 0 1,0 0-1,0-1 0,1 1 0,-1-1 0,1 0 0,0 0 0,0 0 0,1-1 0,-1 1 0,1-1 0,0 1 0,0-1 0,0 0 0,1 0 0,-1 0 0,1 0 0,0 0 0,1 0 0,-1 0 0,1 0 0,0 0 0,1 0 0,-1 0 0,1 0 0,0 0 0,0 0 0,1-2 109,-2 6-9,0-47-3833</inkml:trace>
  <inkml:trace contextRef="#ctx0" brushRef="#br0" timeOffset="-78052.13">7040 1130 6193,'0'0'1593,"0"0"-89,5 28-112,18 92-472,28 79 1038,-42-247-1251,-6 29-728,1 0 1,0 0-1,1 1 0,1 0 0,1 0 0,1 0 1,0 1-1,1 0 0,1 1 0,0 0 1,2 0-1,-1 1 0,2 1 0,9-9 21,-18 20 0,-1 0 0,1 1-1,0-1 1,1 1-1,-1 0 1,0 0 0,1 0-1,-1 1 1,1-1 0,-1 1-1,1 0 1,0 1 0,0-1-1,-1 1 1,1 0-1,0 0 1,0 0 0,-1 1-1,1-1 1,0 1 0,-1 0-1,1 1 1,-1-1-1,1 1 1,-1 0 0,0 0-1,1 0 1,-1 1 0,0-1-1,-1 1 1,1 0-1,0 0 1,-1 1 0,0-1-1,1 1 1,-1 0 0,36 50 158,-32-39-148,2-1 1,0 0 0,1 0 0,0-1-1,1 0 1,0 0 0,1-2-1,0 1 1,1-1 0,1-1 0,-1-1-1,1 0 1,1 0 0,0-2 0,0 0-1,1 0 1,-1-1 0,11 1-11,-18-4-4,0-1 0,1-1 1,-1 1-1,0-2 0,0 1 0,1-1 1,-1 0-1,0 0 0,0-1 0,1-1 1,-1 1-1,0-1 0,0 0 0,0-1 1,-1 0-1,1 0 0,-1-1 0,1 0 1,-1 0-1,0-1 0,-1 0 0,1 0 1,-1 0-1,0-1 0,0 0 0,-1 0 1,1-1-1,-1 1 0,-1-1 0,0 0 1,0 0-1,0-1 0,0 1 0,-1-1 1,-1 0-1,3-8 4,-4 12 4,0 0-1,0 0 1,0 0-1,0-1 1,-1 1-1,0 0 1,1 0-1,-2-1 1,1 1 0,0 0-1,-1 0 1,0-1-1,0 1 1,0 0-1,0 0 1,-1 0-1,0 0 1,0 0 0,0 1-1,0-1 1,0 0-1,-1 1 1,1 0-1,-1-1 1,0 1 0,0 0-1,0 1 1,-1-1-1,1 0 1,-2 0-4,-13-4 127,0 1 0,-1 1 0,1 1 0,-1 0 1,0 2-1,0 0 0,0 1 0,0 1 0,-1 0 0,-11 3-127,-4-2 158,-91 25 153,106 0-1045,35 0-5051,1-22 183</inkml:trace>
  <inkml:trace contextRef="#ctx0" brushRef="#br0" timeOffset="-77430.43">8078 1164 9162,'0'0'1304,"0"0"-520,0 0-109,0 0-268,0 0-156,0 0-142,5 19-20,10 25 64,1-1-1,3-1 1,1 0 0,2-1-1,1-2 1,3 0-1,1-2 1,9 9-153,-34-44 9,0 1 1,0-1 0,0 0 0,0 1-1,0-1 1,1 0 0,-1 0 0,1 0-1,-1-1 1,1 1 0,-1-1 0,1 1-1,0-1 1,0 0 0,0 0 0,0 0-1,0-1 1,0 1 0,0-1 0,0 1-1,0-1 1,0 0 0,0 0 0,0 0-1,0-1 1,0 1 0,0-1 0,0 0-1,0 1 1,0-1 0,0-1 0,0 1-1,0 0 1,-1-1 0,1 1 0,-1-1-1,1 0 1,-1 0 0,1 0-10,6-18 43,-1 1 0,0-1 1,-2-1-1,-1 1 0,0-1 1,-1 0-1,0-12-43,-4 30-5,8-253-368,-8 254 636,0 23 37,0-13-299,1-1-1,0 0 1,1 0 0,-1 1-1,1-1 1,1 0 0,-1 0 0,1-1-1,1 1 1,-1-1 0,1 1 0,0-1-1,0 0 1,1 0 0,0-1 0,0 0-1,0 1 1,1-2 0,-1 1-1,1-1 1,0 0 0,1 0 0,-1 0-1,1-1 1,4 2-1,9 4 6,0-2 1,0 0-1,1-1 1,0-1-1,1-1 0,-1 0 1,1-2-1,8 0-6,-25-1-2,1 0 0,0 0 0,0-1 0,1 1 0,-1-1 0,0-1 0,0 1 0,0-1 0,0 0 0,0 0 0,0-1 0,-1 0 0,1 0 0,0 0 0,-1-1 0,1 0 0,-1 0 0,0 0 0,0 0 0,0-1 0,-1 0 0,1 0 0,-1 0 0,0-1 0,0 1 0,0-1 0,-1 0 0,1 0 0,-1-1 0,-1 1 0,1 0 0,-1-1 0,0 0 0,0 0 0,0-2 2,0 5-1,-1-1 0,0 1 0,0-1 1,0 1-1,-1-1 0,1 0 0,-1 1 1,0-1-1,0 0 0,0 1 0,0-1 1,-1 0-1,1 1 0,-1-1 0,0 1 1,0-1-1,-1 1 0,1-1 0,-1 1 1,1 0-1,-1-1 0,0 1 0,0 0 1,-1 0-1,1 1 0,0-1 0,-1 0 1,0 1-1,0-1 0,0 1 0,0 0 1,0 0-1,0 0 0,-3-1 1,0 2 6,0-1 0,0 1 1,0 0-1,-1 1 0,1-1 0,0 1 0,-1 0 0,1 1 1,0-1-1,0 1 0,-1 1 0,1-1 0,0 1 0,0 0 1,0 1-1,1-1 0,-1 1 0,1 0 0,-1 0 0,1 1 1,-4 3-7,2 1 9,-1 1 1,2 0 0,-1 1-1,1-1 1,1 1 0,0 1 0,0-1-1,1 1 1,1-1 0,-1 1 0,2 0-1,-1 1 1,2-1 0,-1 0 0,2 0-1,-1 1 1,2-1 0,-1 1-1,1-1 1,2 5-10,-2-9 0,1-1-1,0 0 1,0 1 0,0-1-1,1 0 1,0 0-1,0-1 1,0 1 0,1 0-1,0-1 1,0 0-1,0 0 1,1 0-1,-1-1 1,1 1 0,0-1-1,1 0 1,-1-1-1,1 1 1,-1-1 0,1 0-1,0 0 1,0-1-1,1 0 1,-1 0 0,2 0 0,9 3-227,-1-1 0,1-1 0,0 0 0,0-1 0,1-1 0,-1-1 1,0 0-1,0-1 0,8-2 227,41-19-3964,-10-8-5043</inkml:trace>
  <inkml:trace contextRef="#ctx0" brushRef="#br0" timeOffset="-77120.11">9525 462 7954,'0'0'1877,"0"0"-184,0 0-770,0 0-346,5 28 289,45 323 921,-27 273-862,-8-554-1015,-13-69-9,-1-1 1,1 1 0,-1-1 0,1 0 0,-1 1 0,1-1-1,-1 0 1,1 0 0,-1 0 0,1 0 0,0 0 0,-1 0 0,1-1-1,-1 1 1,1 0 0,-1-1 0,1 1 0,-1-1 0,0 0 0,1 1-1,-1-1 1,0 0 0,1 0 0,-1 0 0,0 0 0,0 0 0,0 0-1,0 0 1,0 0 0,0 0 0,0-1 0,0 1 0,0 0-1,0-1 1,-1 1 0,1-1 0,-1 1 0,1 0 0,-1-1 0,1 0-1,-1 1 1,0-1 98,14-31-5412</inkml:trace>
  <inkml:trace contextRef="#ctx0" brushRef="#br0" timeOffset="-76379.235">9490 609 8618,'0'0'2267,"0"0"-453,0 0-713,0 0-393,0 0-158,0 0-138,-3 10 108,-16 36-57,-25 101-18,46-143-445,0 1 0,0-1 0,0 1 0,1-1 0,-1 0 0,1 0 0,0 0 0,1 0 0,-1 0 0,0-1 0,1 0 0,0 0 0,0 0 0,0 0 0,0 0 0,1-1 0,-1 1 0,1-1 0,-1-1 0,1 1 0,0-1 0,-1 1 0,1-1 0,0 0 0,0-1 0,0 1 0,0-1 0,0 0 0,0-1 0,0 1 0,4-2 0,241-9-322,-250 11 323,0 0 0,0 1 0,-1-1 0,1 0 0,0 0-1,0 1 1,0-1 0,-1 0 0,1 0 0,0 1 0,0-1 0,0 0 0,0 0 0,-1 1 0,1-1 0,0 0 0,0 1 0,0-1 0,0 0 0,0 1 0,0-1 0,0 0 0,0 1 0,0-1 0,0 0 0,0 1 0,0-1 0,0 0 0,0 1 0,0-1 0,0 0 0,1 1 0,-1-1 0,0 0 0,0 0 0,0 1 0,0-1 0,1 0 0,-1 0 0,0 1 0,0-1 0,1 0 0,-1 0 0,0 1 0,0-1 0,1 0 0,-1 0-1,-1 1 4,-353 265 523,329-219-542,37-37-37,24-8 0,0-2 1,-1-1-1,1-2 0,-1-1 0,0-2 0,0-2 0,0-1 1,9-5 51,55 2-220,-83 67 284,-15-44-46,1 11-140,1 0-1,1 0 1,0-1-1,2 1 0,1-1 1,0 0-1,2-1 1,0 0-1,5 7 123,6 6-3332</inkml:trace>
  <inkml:trace contextRef="#ctx0" brushRef="#br0" timeOffset="-75560.724">897 2877 6001,'0'0'2201,"0"0"-1122,0 0-526,0 0 366,0 0-14,28-16-302,87-43-159,-114 58-430,0 0-1,0 0 1,0 0-1,0 1 1,0-1-1,1 0 1,-1 1-1,0-1 1,0 1-1,1-1 1,-1 1-1,0-1 1,1 1-1,-1 0 0,0 0 1,1 0-1,-1 0 1,0 0-1,1 0 1,-1 0-1,0 0 1,1 1-1,-1-1 1,0 0-1,1 1 1,-1-1-1,0 1 1,0-1-1,0 1 1,1 0-1,-1-1 1,0 1-1,0 0 0,0 0 1,0 0-1,0 0 1,0 0-1,-1 0 1,2 1-14,5 15 191,-1 0 0,-1 1 1,0 0-1,-1 0 0,-1 0 0,-1 0 1,0 0-1,-1 1 0,-2-1 0,-1 13-191,2-3 124,-23 339 707,-7-117-485,30-244-348,0-6 1,1-1-1,-1 1 1,1-1-1,-1 1 1,1 0-1,-1-1 1,1 1-1,0 0 0,-1-1 1,1 1-1,0 0 1,-1 0-1,1-1 1,0 1-1,-1 0 1,1 0-1,0 0 1,0 0-1,-1 0 1,1 0-1,0 0 1,-1 0-1,1 0 0,0 1 1,-1-1-1,1 0 1,0 0-1,-1 1 1,1-1-1,0 0 1,-1 1-1,1-1 1,-1 0-1,1 1 1,-1-1-1,1 1 0,-1-1 1,1 1-1,-1-1 1,1 1-1,-1-1 1,1 1-1,-1 0 1,0-1-1,0 1 1,1 0-1,-1-1 1,0 1-1,0 0 1,0-1-1,1 1 0,-1 0 1,0-1-1,0 1 1,0 0-1,0 0 1,0-1-1,-1 1 1,1 0-1,0-1 1,0 1-1,0 0 1,0-1-1,-1 1 1,1 0-1,0-1 0,-1 1 2,103-135-2923,-56 37-2515</inkml:trace>
  <inkml:trace contextRef="#ctx0" brushRef="#br0" timeOffset="-75140.562">1233 2262 8858,'0'0'1105,"-36"7"-380,9-2-604,-10 0 97,1 2-1,-1 2 1,1 2-1,1 0 1,0 3 0,-8 5-218,5 3 202,1 1 1,2 2-1,0 1 1,2 2-1,1 1 1,1 2-1,2 1 1,1 1-1,1 1 1,2 2-1,2 0 1,1 2-1,-10 25-202,6-5 118,2 1-1,2 2 1,3 0 0,3 1 0,3 1-1,2 0 1,4 1 0,0 46-118,4-91 13,1-1 1,1 1 0,1 0-1,1-1 1,0 1 0,2 0-1,0-1 1,1 1 0,0-1 0,2 0-1,0-1 1,1 1 0,1-1-1,1-1 1,0 1 0,1-1-1,0-1 1,2 0 0,7 7-14,0-6 9,0-1 0,2-1 1,-1 0-1,2-2 0,0 0 1,0-2-1,1 0 0,1-2 1,-1 0-1,1-2 0,1-1-9,50 11 8,2-5 0,0-2 0,0-4 0,72-5-8,-120 2 2,0-2-1,0-1 0,0-1 1,-1-1-1,1-2 0,-1-1 1,0-1-1,0-2 0,-1 0 1,0-2-1,-1-1 0,0-1 1,-1-1-1,0-1 0,-1-2 1,5-5-2,2-10 0,-1-1 1,-1-2 0,-2 0-1,-2-2 1,-1-1 0,-2-1-1,-1-1 1,-2 0 0,-3-2-1,0 0 1,-3-1 0,-2 0-1,-2-1 1,4-44-1,-9 69 1,-1-1 1,-1 0-1,-1 1 0,-1-1 0,0 0 1,-2 0-1,0 1 0,-1-1 0,-1 1 0,-1-1 1,-1 1-1,0 1 0,-1-1 0,-7-10-1,-10 1 11,-2 0 0,-1 2 0,-1 1 0,-2 2 0,0 0 0,-1 2 0,-1 1 0,-1 2-1,-1 1 1,0 2 0,-1 1 0,-32-8-11,26 6 24,-2 2 0,1 2 0,-2 1-1,0 3 1,0 1 0,0 3 0,0 1 0,-6 2-24,-66 21 91,117-20-139,0 0 0,1 0 1,-1 0-1,1 1 1,-1-1-1,1 0 1,-1 1-1,0-1 1,1 1-1,-1 0 1,0-1-1,1 1 0,-1 0 1,0 0-1,0 0 1,0 0-1,0 0 1,0 0-1,0 0 1,0 0-1,0 0 1,0 0-1,0 1 0,-1-1 1,1 0-1,0 1 1,-1-1-1,1 0 1,-1 1-1,0-1 1,1 1-1,-1-1 1,0 1-1,0-1 0,0 0 1,0 1-1,0-1 1,0 1-1,0-1 1,0 1-1,-1-1 1,1 1-1,-1-1 1,1 0-1,-1 1 0,1-1 1,-1 0-1,0 1 1,0-1-1,0 0 1,0 0-1,1 0 1,-1 0-1,-1 0 1,1 0-1,0 0 0,0 0 1,0 0-1,0 0 1,-1-1-1,1 1 1,0 0-1,-1-1 1,1 1-1,-1-1 1,1 0 47,63 13-5060</inkml:trace>
  <inkml:trace contextRef="#ctx0" brushRef="#br0" timeOffset="-74563.132">3640 2146 7386,'0'0'1385,"0"0"-197,0 0-241,0 0-185,-34-5-102,-114-7-71,143 13-562,0 0 0,-1-1 0,1 2 1,0-1-1,0 0 0,0 1 0,0 0 0,0 0 0,0 1 0,0 0 0,1-1 0,-1 1 0,1 1 0,0-1 0,0 1 0,0-1 0,1 1 0,-1 0 0,1 1-27,-32 42 121,2 2 0,2 2 1,3 0-1,2 2 0,2 1 0,3 1 0,2 0 1,2 2-1,0 14-121,-4-1 159,4 1 0,2 1-1,4 1 1,3 0 0,3 0 0,3 0 0,4 12-159,0-75 3,1-1-1,0 0 1,1 0-1,0 0 1,1-1 0,-1 1-1,2-1 1,-1 0-1,1 0 1,0-1-1,1 0 1,-1 0 0,1 0-1,1-1 1,-1 0-1,1 0 1,1-1 0,-1 0-1,0-1 1,1 0-1,0 0 1,0-1 0,0 0-1,1 0 1,-1-1-1,1 0 1,-1-1-1,1 0 1,0 0 0,-1-1-1,1-1 1,0 0-1,0 0-2,13 3-61,0-1-1,0 0 1,0-2-1,0-1 0,0-1 1,0-1-1,0-1 0,-1-1 1,0-1-1,12-5 62,44-29-1216,-2-2 0,-2-5-1,42-35 1217,26-26-4933</inkml:trace>
  <inkml:trace contextRef="#ctx0" brushRef="#br0" timeOffset="-74222.591">4300 2840 7186,'0'0'2272,"0"0"-761,-30 2-649,-100 7-162,111-8-544,0 1 1,0 1-1,1 1 1,-1 0-1,1 1 1,0 1-1,1 1 1,-5 3-157,13-7 44,1 0 1,-1 1-1,1 0 0,0 1 1,0 0-1,0 0 1,1 1-1,-1 0 0,1 0 1,1 0-1,-1 1 0,1 0 1,1 0-1,-1 1 1,1 0-1,0 0 0,1 0 1,0 0-1,0 1 0,1 0 1,0 0-1,-1 4-44,3-9 4,0 1 0,0-1-1,1 1 1,-1-1 0,1 1 0,0 0-1,0-1 1,1 1 0,-1-1-1,1 1 1,0-1 0,0 1 0,1-1-1,-1 0 1,1 1 0,0-1 0,0 0-1,0 0 1,1 0 0,-1-1 0,1 1-1,0-1 1,0 1 0,0-1 0,1 0-1,-1 0 1,1 0 0,0 0-1,-1-1 1,1 0 0,0 0 0,0 0-1,1 0 1,-1 0 0,3 0-4,9 2 10,0 0 0,0-1 0,0-1 0,1 0 0,-1-1 0,1-1-1,-1 0 1,1-1 0,-1-1 0,0-1 0,0 0 0,0-1 0,0-1 0,0-1 0,-1 0 0,0 0 0,0-2 0,-1 0 0,0-1 0,0 0 0,-1-1 0,0 0 0,-1-1 0,1-2-10,-9 11 21,-1-1 0,-1 0 1,1 1-1,0-1 1,-1 0-1,1 0 0,-1-1 1,0 1-1,0 0 1,0-1-1,-1 1 1,1-1-1,-1 0 0,0 0 1,0 1-1,0-1 1,0 0-1,-1 0 0,1 0 1,-1 0-1,0 0 1,-1 0-1,1 1 0,0-1 1,-1 0-1,0 0 1,0 0-1,0 0 1,-1 1-1,1-1 0,-1 1 1,0-1-1,0 1 1,0-1-1,0 1 0,-2-2-21,-13-2 73,-1 1-1,1 1 0,-1 1 0,0 0 0,0 1 1,0 1-1,0 1 0,0 0 0,0 1 0,-1 1 1,-7 2-73,-30-1 20,22-2-64,35 0 11,-1 0 0,0 0 0,1 0-1,-1 0 1,0-1 0,1 1 0,-1 0-1,0 0 1,1 0 0,-1 0 0,0-1-1,0 1 1,1 0 0,-1 0 0,0-1 0,0 1-1,1 0 1,-1-1 0,0 1 0,0 0-1,0-1 1,1 1 0,-1 0 0,0-1-1,0 1 1,0 0 0,0-1 0,0 1 0,0 0-1,0-1 1,0 1 0,0 0 0,0-1-1,0 1 1,0-1 0,0 1 0,0 0-1,0-1 1,0 1 0,0 0 0,0-1 0,0 1-1,-1 0 1,1-1 0,0 1 0,0 0-1,0-1 1,-1 1 0,1 0 0,0 0-1,0-1 1,-1 1 0,1 0 0,0 0 0,-1 0-1,1-1 34,36-20-2939,-36 20 2837,52-26-5617</inkml:trace>
  <inkml:trace contextRef="#ctx0" brushRef="#br0" timeOffset="-73770.654">4561 2350 10082,'0'0'1674,"0"0"-697,0 0-493,0 0 45,0 0 28,0 0-204,0 38 48,0 525 699,1-171-935,-2-390-211,0 1 1,0-1-1,0 1 0,1 0 0,-1-1 0,1 1 1,0 0-1,-1-1 0,1 1 0,0 0 0,1-1 1,-1 1-1,0 0 0,1-1 0,0 1 0,0 0 1,-1-1-1,1 1 0,1-1 0,-1 1 0,0-1 1,1 0-1,-1 0 0,1 1 0,-1-1 0,1 0 1,0-1-1,0 1 0,0 0 0,0 0 0,1-1 1,-1 1-1,0-1 0,0 0 0,1 1 0,-1-1 1,1 0-1,0-1 0,-1 1 0,1 0 1,-1-1-1,1 1 0,0-1 0,-1 0 0,1 0 1,0 0-1,0 0 0,-1-1 0,1 1 0,0-1 46,37-36-3002,-4-19-2963</inkml:trace>
  <inkml:trace contextRef="#ctx0" brushRef="#br0" timeOffset="-73522.473">5083 2438 3233,'0'0'6089,"0"0"-4369,0 0-871,0 0-161,0 0 184,-59 147-304,43-31-16,6 0-80,7 9-192,3-1-96,0-27-80,16-7-104,12-13-72,4-29-720,-7-20-1416,-12-25-4106</inkml:trace>
  <inkml:trace contextRef="#ctx0" brushRef="#br0" timeOffset="-73227.558">5253 3109 8674,'0'0'1125,"0"0"-507,0 0-325,0 0-78,34 16 32,115 48-78,-140-61-150,1 0 0,0 0 0,0-1-1,0-1 1,0 0 0,0 0 0,0-1 0,0 0-1,1-1 1,-1 0 0,0 0 0,0-1 0,-1-1-1,1 0 1,0 0 0,-1-1 0,1 0 0,-1 0-1,0-1 1,-1 0 0,1-1 0,5-4-19,-13 9-2,7-3-35,0 0 0,1-1 0,-2 0 0,1-1 0,-1 1 0,1-1 0,-1-1 0,-1 1 0,0-1 0,0 0 0,0-1 0,-1 0 0,0 1 0,0-2 0,-1 1-1,0 0 1,0-1 0,-1 0 0,0 0 0,-1 0 0,0 0 0,0 0 0,-1 0 0,0-1 0,-1 1 0,0-1 0,0-3 37,-6 7 8,1 0 0,-1 0 0,1 1 0,-2-1 0,1 1 0,0 1 0,-1 0 0,0-1 0,0 2 0,0-1 1,-1 1-1,1 0 0,-1 1 0,0 0 0,1 0 0,-1 1 0,0 0 0,0 0 0,0 0 0,0 1 0,0 1 0,0-1 0,0 1 0,0 1 0,0-1 0,-6 3-8,-2 1 114,1 0-1,0 1 0,-1 0 1,2 1-1,-1 1 0,1 0 0,0 1 1,1 0-1,0 1 0,1 1 1,0 0-1,0 1 0,1 0 1,1 1-1,0 0 0,1 0 1,0 1-1,1 0 0,0 1 1,2 0-1,-1 0 0,2 0 0,0 1 1,1 0-1,1 0 0,0 0 1,0 15-114,2-26 8,0 1 0,1 0 1,0-1-1,0 1 1,0-1-1,0 1 1,1-1-1,0 1 0,1-1 1,-1 1-1,1-1 1,0 0-1,0 0 0,0 0 1,1 0-1,0 0 1,0 0-1,0-1 0,1 0 1,-1 1-1,1-1 1,0 0-1,0-1 0,0 1 1,1-1-1,0 0 1,-1 0-1,1 0 0,0 0 1,0-1-1,0 0 1,1 0-1,4 1-8,11 1-149,1 0 0,0-2 0,-1 0 0,1-1 0,0-1 0,0-2 0,-1 0 0,1-1-1,16-5 150,101-30-2701,-14-9-3082</inkml:trace>
  <inkml:trace contextRef="#ctx0" brushRef="#br0" timeOffset="-72948.991">6310 2998 7362,'0'0'1304,"0"0"-168,0 0-216,-160 46-64,125-18-111,13 9-193,13 11-32,9 3-224,15 0-56,36-6-120,24-11-16,16-23-104,19-11-24,57-50-584,-29-18-704,-15-9-3025</inkml:trace>
  <inkml:trace contextRef="#ctx0" brushRef="#br0" timeOffset="-72685.247">6964 2115 9322,'0'0'1912,"0"0"-1087,0 0-313,-66 193 296,63-49-112,3 3-120,0-11-72,6-14-296,16-31-104,7 10-88,5 1-16,13-8-16,-9-29-1096,-10-26-2729</inkml:trace>
  <inkml:trace contextRef="#ctx0" brushRef="#br0" timeOffset="-72513.701">6609 2786 11787,'0'0'1544,"0"0"-1192,0 0-208,167 34 120,-42-34 8,58-6-192,31-42-80,-38 9-1936,-44 2-9635</inkml:trace>
  <inkml:trace contextRef="#ctx0" brushRef="#br0" timeOffset="-71780.774">8314 2843 6529,'0'0'982,"0"0"-533,0 0 27,0 0 418,19 28 376,63 94-282,-67-96-804,0 0 0,-3 1 0,0 1 0,-1 0 0,-2 0 0,-1 1 0,-1 0 0,-2 0 0,-1 1 0,-1 2-184,0 5 414,-4-66-21,1 4-395,-1-14-125,1 1 0,2-1 0,1 1 1,3 0-1,1 0 0,7-22 127,-9 43-33,1 1 0,0 0 0,1 0-1,1 1 1,1 0 0,0 1 0,0-1 0,1 2-1,1-1 1,6-4 33,-15 16 10,0 0-1,0 0 1,0 0 0,1 0-1,-1 0 1,0 1 0,1-1-1,-1 1 1,0 0 0,1 0-1,0 0 1,-1 0 0,1 0-1,0 0 1,-1 1 0,1-1-1,0 1 1,0 0 0,0 0-1,-1 0 1,1 0 0,0 1-1,0-1 1,-1 1 0,1-1-1,0 1 1,-1 0 0,1 0-1,0 0 1,-1 0 0,0 1-1,1-1 1,-1 1 0,0-1-1,1 1 1,-1 0 0,0 0-1,0 0 1,-1 0 0,1 0-1,0 0 1,-1 1 0,1-1-1,-1 1 1,0-1 0,0 1-1,0-1 1,0 1 0,0 0-1,0-1 1,-1 1 0,1 0-1,-1 2-9,45 252 867,-44-254-863,-2-1-3,1-1 1,0 0-1,0 1 0,0-1 0,-1 1 0,1-1 1,0 1-1,1-1 0,-1 0 0,0 1 0,0-1 1,1 1-1,-1-1 0,1 0 0,-1 1 0,1-1 1,-1 0-1,1 1 0,0-1 0,0 0 0,0 0 0,-1 0 1,1 0-1,0 0 0,0 0 0,1 0 0,-1 0 1,0 0-1,0 0 0,0 0 0,1-1 0,-1 1 1,0-1-1,1 1 0,-1-1 0,0 1 0,1-1 1,-1 0-1,1 1 0,-1-1 0,0 0 0,1 0 0,-1 0 1,1 0-1,-1-1 0,1 1 0,-1 0 0,1-1-1,74-76 117,-54 48-128,-19 25 7,9-14-24,0 1-1,1 0 1,1 1-1,1 1 1,0 0-1,1 0 1,0 2-1,1 0 1,1 1-1,0 1 1,1 0-1,0 2 1,0 0-1,7-1 29,-23 9 4,-1 0 0,1 1 0,0-1 0,0 1 0,0 0 1,0 0-1,0 0 0,-1 0 0,1 0 0,0 1 0,0-1 0,0 1 0,0 0 0,-1-1 0,1 1 0,0 1 0,-1-1 1,1 0-1,-1 1 0,1-1 0,-1 1 0,0 0 0,0 0 0,1 0 0,-1 0 0,-1 0 0,1 0 0,0 0 1,0 1-1,-1-1 0,1 1 0,-1-1 0,0 1 0,0-1 0,0 1 0,0 2-4,11 108 457,-12-100-407,0 159 223,13-134-937,18-44-2649,0-17-3303</inkml:trace>
  <inkml:trace contextRef="#ctx0" brushRef="#br0" timeOffset="-71449.483">9811 2826 7850,'0'0'1084,"0"0"-417,0 0 173,0 0 1,-30 0-96,-92 3-157,117-3-544,1 0 0,0 0 0,0 1-1,-1 0 1,1 0 0,0 0 0,0 0 0,0 1 0,0-1 0,0 1 0,0 0 0,0 0 0,1 1 0,-1-1 0,1 1 0,0-1 0,0 1 0,-1 0 0,2 1-1,-1-1 1,0 0 0,1 1 0,0 0 0,-1-1 0,1 1 0,1 0 0,-1 0 0,-1 4-44,-1 3 37,-17 119 395,21-123-426,0 0-3,1 0 0,0-1 0,0 0 0,0 1 0,1-1-1,0 0 1,0 1 0,0-1 0,1 0 0,0-1 0,0 1-1,1 0 1,0-1 0,0 0 0,0 0 0,0 0 0,1 0-1,0-1 1,0 0 0,0 0 0,0 0 0,1 0 0,-1-1-1,1 0 1,0 0 0,0-1 0,0 1 0,3 0-3,8 2-17,0 0-1,0-2 1,0 1 0,0-2 0,0 0 0,1-1 0,-1-1 0,0-1 0,1 0-1,7-3 18,-16 2-3,0-1 0,-1 0 0,1-1 0,-1 0 0,1-1 0,-1 0 0,-1 0 0,1 0 0,-1-1 0,0 0 0,0-1 0,0 1 0,-1-1 0,0-1 0,-1 1 0,1-1 0,-1 0 0,-1 0 1,0-1-1,0 1 0,0-1 0,-1 0 0,-1 0 0,1 0 0,-2 0 0,1 0 0,-1-1 0,0 1 0,-1 0 0,0-1 0,-1 1 0,0 0 0,0-1 0,-1 1 0,0 0 0,-1 0 0,0 0 0,0 1 0,-1-1 0,0 0 0,0 1 0,-1 0 0,0 0 0,-1 1 0,-3-5 3,-132-103-5527,107 93-103</inkml:trace>
  <inkml:trace contextRef="#ctx0" brushRef="#br0" timeOffset="-70761.493">10556 2667 6433,'0'0'610,"0"0"-450,0 0-139,0 0-3,0 0 91,-22 1 218,-66-1-115,67-9 813,36 0 4211,-10 12-5206,0 0 0,-1 1 1,1-1-1,-1 1 0,0 0 0,0 0 0,0 0 0,0 1 1,-1 0-1,0-1 0,0 1 0,0 0 0,0 0 0,-1 1 1,0-1-1,0 0 0,0 1 0,-1 0 0,0-1 1,0 1-1,0 0 0,-1-1 0,0 1 0,0 0 0,0 4-30,4 14 160,15 108 320,-5 2 1,-6 0-1,-6 38-480,-5-158 282,-3-31-76,-4-187-326,10 182 76,1 0-1,0 0 1,2 0-1,1 0 1,0 0-1,2 1 1,0 0-1,2 0 1,0 0-1,1 1 1,1 0-1,1 1 1,1 0-1,3-3 45,-11 17-2,1 0-1,-1 1 0,1 0 0,0 0 1,0 0-1,0 0 0,0 1 1,1 0-1,0 0 0,-1 1 0,1-1 1,0 1-1,0 0 0,0 1 0,1-1 1,-1 1-1,0 1 0,0-1 0,1 1 1,-1 0-1,0 1 0,1-1 0,-1 1 1,0 0-1,0 1 0,0-1 0,0 1 1,0 1-1,0-1 0,0 1 0,-1 0 1,1 0-1,-1 1 0,0 0 3,24 17-2,1 0 0,1-2-1,0-1 1,2-2 0,0-1 0,0-1 0,1-2-1,1-2 1,0-1 0,0-1 0,1-2-1,13-1 3,-44-5-15,0 1-1,0-2 1,0 1 0,0 0-1,0-1 1,0 0-1,-1 0 1,1-1-1,0 1 1,-1-1-1,1 0 1,-1 0-1,1-1 1,-1 1-1,0-1 1,0 0-1,0 0 1,-1 0-1,1-1 1,-1 1-1,1-1 1,-1 0-1,0 0 1,-1 0-1,1 0 1,-1 0 0,0-1-1,0 1 1,0-1-1,0 1 1,-1-1-1,0 0 1,0-2 15,2 0-28,0 1 0,-1-1 0,0 0 0,0 0 0,-1 0 0,0 0 0,0 0 0,-1 0 0,0 0 0,0 0 0,0 0 0,-1 0 0,0 0 0,-1 0 0,1 0 0,-1 1 0,-1-1 0,1 0 0,-1 1 0,0 0 0,-1-1 0,1 1 0,-1 0 0,-1 1 0,1-1 0,-1 1 0,0 0 0,0 0-1,0 0 1,-1 1 0,1 0 0,-1 0 0,-4-2 28,3 5 25,-1 0-1,1 0 0,-1 0 0,1 1 0,-1 0 1,1 1-1,-1-1 0,1 1 0,-1 1 0,1 0 1,0 0-1,-1 0 0,1 1 0,0 0 0,1 0 1,-1 1-1,0 0 0,1 0 0,0 0 0,0 1 1,0 0-1,-2 2-24,-96 139 490,94-126-434,1 0-1,2 1 0,0-1 0,1 2 1,0-1-1,2 0 0,1 1 1,1 0-1,0 21-55,1-40 2,1 1 0,-1-1 0,1 1 1,0-1-1,0 0 0,0 1 0,1-1 0,-1 1 0,1-1 1,0 0-1,0 1 0,0-1 0,0 0 0,0 0 1,1 1-1,-1-1 0,1-1 0,0 1 0,0 0 0,0 0 1,1-1-1,-1 1 0,1-1 0,-1 1 0,1-1 1,0 0-1,-1 0 0,1-1 0,0 1 0,0 0 0,1-1 1,-1 0-1,0 0-2,181 27-828,-97-27-1222</inkml:trace>
  <inkml:trace contextRef="#ctx0" brushRef="#br0" timeOffset="-69994.74">12579 2933 2457,'0'0'4262,"0"0"-2898,-35-13-1017,-217-85 250,219 87-163,0 2 0,-1 2 0,0 0-1,0 3 1,0 0 0,-1 3 0,-22 1-434,52 0 57,-1 1 1,0-1-1,1 1 1,-1 0-1,1 1 1,-1-1-1,1 1 1,0 0-1,0 1 1,0-1-1,0 1 1,0 0-1,0 0 1,1 0-1,-1 1 1,1 0-1,0 0 1,0 0-1,1 0 1,-1 0-1,1 1 1,0 0-1,0 0 1,0-1-1,1 2 0,-1-1 1,1 0-1,1 0 1,-1 1-58,-1 2 14,0 1 1,1-1-1,0 1 1,1 0-1,0 0 1,0-1-1,1 1 1,0 0-1,0 0 0,1 0 1,0 0-1,1 0 1,0-1-1,0 1 1,1-1-1,0 1 1,0-1-1,1 0 1,0 0-1,1 0 0,-1-1 1,2 0-1,-1 0 1,1 0-1,0 0 1,0-1-1,1 0 1,0 0-1,0-1 1,0 0-1,4 2-14,11 4 12,1-2 0,1 0 0,-1-1 0,2-1 1,-1-2-1,1 0 0,-1-2 0,1 0 0,0-2 0,0-1 0,0-1 0,8-2-12,-9 2-7,1-2 0,-1 0 1,1-2-1,-1 0 0,0-2 0,-1-1 0,0-1 0,0-1 0,-1 0 0,0-2 0,-1-1 0,0 0 0,-1-2 0,0 0 0,-2-1 0,0-1 0,0-1 0,-2-1 0,0 0 0,-1-1 0,-1 0 0,-1-1 0,-1-1 0,-1 0 0,-1-1 0,-1 0 0,5-19 7,-5 0-37,-1-1 0,-2 0-1,-2-1 1,-2 1 0,-1-1-1,-3 1 1,-6-39 37,5 58-87,-1-1 0,-1 1 0,-1 0 0,-1 0 0,-1 0 0,-1 1-1,-1 0 1,-1 1 0,-1 0 0,-1 1 0,-1 0 0,-1 1 0,0 1 0,-2 0 0,0 1 0,-1 1 0,-12-8 87,25 21 35,0 0 1,0 0 0,-1 1-1,0 0 1,1 0 0,-1 0 0,0 1-1,-1 0 1,1 0 0,0 0-1,-1 1 1,1 0 0,0 0-1,-1 1 1,1 0 0,-1 0-1,1 0 1,-1 1 0,1 0 0,-1 0-1,1 1 1,0 0 0,0 0-1,-1 0 1,2 1 0,-1 0-1,0 0 1,0 0 0,1 1 0,-2 1-36,-1 5 46,-1 1 0,2 0 0,-1 1 0,2-1 1,-1 1-1,2 1 0,0-1 0,0 1 0,1 0 1,1 0-1,0 0 0,0 1 0,2-1 0,-1 8-46,-5 59 248,3 1 0,3 0 0,4-1 0,4 1 0,3-1-1,7 20-247,-11-64 100,2 1-1,2-1 0,0-1 1,3 0-1,1-1 0,1 0 1,2-1-1,20 29-99,133 146 88,-163-201-225,0-1 0,0 0 0,1-1-1,-1 0 1,1 0 0,0 0 0,1-1-1,-1 0 1,1-1 0,0 0 0,0 0 0,0-1-1,0 0 1,0 0 0,0-1 0,0-1-1,1 1 1,-1-1 0,3-1 137,31 1-3489</inkml:trace>
  <inkml:trace contextRef="#ctx0" brushRef="#br0" timeOffset="-69598.465">13431 2735 8474,'0'0'1124,"0"0"-554,0 0-37,0 0 311,-33-8-54,-107-20-178,135 27-580,1 0 1,-1 1-1,0 0 1,1 0 0,-1 0-1,0 1 1,1-1-1,-1 1 1,0 0-1,1 0 1,-1 1-1,1-1 1,0 1 0,-1 0-1,1 0 1,0 1-1,0-1 1,0 1-1,1 0 1,-1 0-1,1 0 1,-1 0 0,1 1-1,0-1 1,-2 4-33,-3 3 67,-6 4 29,1 0 1,0 1-1,1 0 0,1 1 0,0 1 0,2-1 0,-1 2 0,2-1 0,1 1 0,0 0 1,1 1-1,1 0 0,1 0 0,-2 17-96,7-31 0,0-1 0,1 0 0,0 0 1,-1 0-1,1 0 0,1 0 0,-1 0 0,1-1 0,-1 1 0,1-1 1,0 1-1,0-1 0,1 0 0,-1-1 0,1 1 0,-1 0 1,1-1-1,0 0 0,0 0 0,0 0 0,0 0 0,0-1 0,0 1 1,1-1-1,-1 0 0,0 0 0,1-1 0,-1 1 0,1-1 1,-1 0-1,1-1 0,-1 1 0,0-1 0,1 1 0,-1-1 0,0 0 1,1-1-1,1 0 0,14 2-22,11-3-105,0-1 1,0-1-1,0-2 1,-1-1-1,0-2 0,-1 0 1,0-2-1,12-8 127,67-23-461,-46 29 388,-51 56 137,-60 207 193,49-249-295,1-1-1,-1 1 1,1-1-1,-1 1 0,1-1 1,-1 1-1,1-1 1,0 1-1,-1-1 1,1 1-1,0 0 0,-1-1 1,1 1-1,0 0 1,-1 0-1,1-1 0,0 1 1,0 0-1,-1 0 1,1 0-1,0 0 1,0 0-1,-1 0 0,1 0 1,0 0-1,0 1 1,-1-1-1,1 0 0,0 0 1,0 0-1,-1 1 1,1-1-1,0 0 1,-1 1-1,1-1 0,-1 1 1,1-1-1,0 1 1,-1-1-1,1 1 1,-1-1-1,1 1 0,-1 0 1,0-1-1,1 1 1,-1-1-1,1 1 0,-1 0 1,0 0-1,0-1 1,1 1-1,-1 0 1,0-1-1,0 1 0,0 0 1,0 0-1,0-1 1,0 1-1,0 0 1,0 0-1,0-1 0,0 1 1,-1 0-1,1 0 1,0-1-1,0 1 0,-1 0 1,1-1-1,0 1 1,-1 0 38,28-29-3718</inkml:trace>
  <inkml:trace contextRef="#ctx0" brushRef="#br0" timeOffset="-69335.997">13701 1861 11626,'0'0'1374,"0"0"-692,-9 31-294,1-7-291,-1 4 50,1 0 1,1 1-1,1 0 0,2 0 1,1 1-1,1 25-147,10 165 596,9-1-1,15 30-595,-24-194 9,3 0-1,2 0 1,3-2 0,20 50-9,4-36-954,-39-67 835,0 0 0,0 0 0,-1 1 0,1-1 0,0-1 0,0 1 0,-1 0 0,1 0 0,0 0 0,0 0 0,-1 0 0,1-1-1,0 1 1,0 0 0,-1-1 0,1 1 0,0-1 0,-1 1 0,1 0 0,-1-1 0,1 1 0,-1-1 0,1 0 0,-1 1 0,1-1 0,-1 1 0,1-1-1,-1 0 1,0 1 0,1-1 0,-1 0 0,0 0 0,1 1 0,-1-1 0,0 0 0,0 0 0,0 1 0,0-1 0,0 0 0,0 0 0,0 1 0,0-1 0,0 0-1,0 0 1,0 1 0,0-1 0,-1 0 0,1 0 0,0 1 0,-1-2 119,1 2-24,1-40-6809</inkml:trace>
  <inkml:trace contextRef="#ctx0" brushRef="#br0" timeOffset="-69085.003">13434 2390 10850,'0'0'1361,"0"0"-1033,0 0 168,0 0-128,239-26-128,-126-5-160,1 9-80,40 16-280,-25 6-1160,-29 0-2753</inkml:trace>
  <inkml:trace contextRef="#ctx0" brushRef="#br0" timeOffset="-68727.255">14494 2741 7546,'0'0'1567,"0"0"-200,0 0-20,0 0-322,0 0-229,0 0-145,-23-10-69,-75-27-88,95 35-478,1 1 0,-1 0 0,1 0 0,-1 0 0,0 0 0,0 0 0,1 1 0,-1-1 0,0 1 0,0 0 0,0 0 0,0 0 0,1 0-1,-1 0 1,0 1 0,0-1 0,0 1 0,1 0 0,-1 0 0,0 0 0,1 0 0,-1 0 0,1 0 0,-1 1 0,1 0 0,-1-1 0,1 1 0,0 0 0,0 0-1,-1 1-15,-5 4 40,-4 4 0,0 1 1,1 0 0,1 0 0,0 1-1,1 1 1,0-1 0,1 1-1,0 1 1,1 0 0,1 0 0,1 0-1,0 0 1,1 1 0,0 0-1,1 0 1,1 0 0,1 0 0,0 0-1,1 14-40,4-25-5,0-1 0,-1 1 0,1-1 0,1 1 0,-1-1 0,1-1 0,-1 1 0,1-1 0,0 0 0,0 0 0,1 0 0,-1 0 0,0-1 0,1 0 0,0 0 0,-1-1 0,1 0 0,0 0 0,0 0 0,0 0 0,0-1 0,0 0 0,0 0 0,-1-1 0,1 0 0,0 0 0,0 0 0,0-1 0,-1 1 0,4-3 5,8-2-39,1 0 1,-1-2 0,0 0-1,-1-1 1,0-1-1,0-1 1,-1 0 0,-1-1-1,0 0 1,0-1 0,-1 0-1,-1-2 1,0 1 0,-1-1-1,-1-1 1,1-3 38,-7 14 1,5 2 65,-7 23-32,-1-2-26,2-1 0,-1 0-1,2 0 1,0 0 0,1 0-1,1-1 1,1 1-1,0-1 1,1-1 0,1 0-1,0 0 1,1 0-1,0-1 1,1-1 0,1 0-1,0 0 1,1-1 0,0-1-1,1 0 1,0-1-1,1-1 1,0 0 0,0 0-1,1-2 1,0 0 0,1-1-1,-1 0 1,11 1-8,98-2-1374,-84-5-1963</inkml:trace>
  <inkml:trace contextRef="#ctx0" brushRef="#br0" timeOffset="-65555.366">985 4847 4465,'0'0'1136,"0"0"76,0 0-145,0 0 104,0 0 112,-28-8-209,-87-25-199,113 33-843,1 0 0,-1 0-1,0 0 1,1 0 0,-1 0 0,1-1 0,-1 1 0,0-1 0,1 1 0,-1-1 0,1 0 0,-1 1 0,1-1 0,0 0 0,-1 0 0,1 0 0,0 0 0,0 0 0,0-1-1,-1 1 1,1 0 0,0 0 0,1-1 0,-1 1 0,0 0 0,0-1 0,0 1 0,1-1 0,-1 1 0,1-1 0,-1 0 0,1 1 0,0-1 0,0 1 0,0-1 0,-1 0 0,1 1-1,1-1 1,-1 0 0,0 1 0,0-1 0,1-1-32,1-9 96,0 4-80,1-1-1,1 1 1,-1 0-1,1 0 1,1 0-1,0 1 0,0-1 1,0 1-1,1 0 1,0 1-1,0-1 1,1 1-1,-1 0 1,1 1-1,1 0 1,-1 0-1,1 0 1,0 1-1,0 0 0,0 1 1,1 0-1,6-2-15,119-15 158,-129 21-142,-1 0 0,0 1 0,1 0 0,-1 0 0,0 0 0,0 0 0,0 1 0,-1 0 0,1 0 0,0 0 0,-1 0 0,0 0 0,0 1 0,0-1 0,0 1 1,0 0-1,-1 0 0,0 0 0,0 0 0,0 0 0,0 1 0,-1-1 0,1 0 0,-1 1 0,0-1 0,-1 1 0,1 0 0,-1-1 0,0 1 0,0-1 0,0 1 0,0 0 0,-1-1 0,0 1 0,0-1 1,0 1-1,-1 0-16,2-4 6,0 18 63,-1 0 1,-1 0-1,-1 0 1,0-1 0,-2 1-1,0-1 1,-1 0-1,0 0 1,-2-1-1,0 0 1,-1 0-1,-1-1 1,-2 2-70,-20 29 87,-3-2 0,-2-2 0,-1-1 1,-2-2-1,-2-2 0,-29 19-87,60-47 10,0 0 0,-1-2 1,0 1-1,-1-2 0,0 0 0,0 0 1,0-1-1,-1 0 0,1-2 1,-1 1-1,-1-2 0,1 0 0,0 0 1,-1-2-1,0 1 0,1-2 1,-7 0-11,15-4-15,0 0 1,1 0-1,-1 0 1,1-1-1,0 0 1,0 0-1,1 0 1,-1 0 0,1-1-1,0 0 1,1 1-1,-1-1 1,1-1-1,0 1 1,1 0-1,0-1 1,0 0 0,0 1-1,1-1 1,0 0-1,0 0 1,0 0-1,1 0 1,0 0-1,1 0 1,-1 0 0,1 1-1,2-6 15,-3 6-14,-1 2 8,1 0 1,-1 0 0,1 0 0,0 0-1,1-1 1,-1 1 0,1 0-1,-1 0 1,1 0 0,0 0 0,1 0-1,-1 0 1,1 0 0,0 0-1,0 1 1,0-1 0,0 1-1,1-1 1,-1 1 0,1 0 0,0 0-1,0 0 1,0 0 0,0 0-1,0 1 1,1-1 0,-1 1-1,1 0 1,0 0 0,0 0 0,0 1-1,0 0 1,0-1 0,0 1 5,13 1 10,0 1 1,0 1-1,0 0 0,0 1 1,-1 1-1,0 0 1,1 2-1,-2-1 0,1 2 1,-1 0-1,0 1 1,0 1-1,-1 0 0,0 1 1,0 0-1,-2 1 1,1 1-1,-1 0 0,-1 0 1,0 1-1,6 11-10,1-6 27,248 260 180,-260-273-301,-1 0 0,2-1 0,-1 0 0,0 0 1,1 0-1,-1-1 0,1 0 0,0-1 0,0 1 0,0-1 0,1 0 0,-1-1 1,0 0-1,1 0 0,-1-1 0,1 1 0,-1-2 0,0 1 0,1-1 1,-1 0-1,6-2 94,21-14-3452</inkml:trace>
  <inkml:trace contextRef="#ctx0" brushRef="#br0" timeOffset="-65068.934">837 4425 6169,'0'0'1549,"-39"1"-709,3-2-689,6 0-39,0 1 0,1 2 0,-1 0 0,0 2 0,1 2 0,0 0 0,-18 8-112,17-3 264,1 2 1,0 1-1,1 2 1,1 0-1,0 2 1,1 1 0,2 1-1,-1 1 1,2 1-1,1 1 1,1 1-1,1 1 1,1 1-1,2 1 1,0 0-1,2 1 1,0 1 0,3 0-1,-3 10-264,-1 7 142,3 1 1,1 0-1,3 1 0,2 0 1,2 0-1,2 1 0,2 9-142,1-35 12,0 1-1,2-1 0,0 0 0,2 0 0,1 0 1,0 0-1,2-1 0,1 0 0,0 0 0,2-1 1,0 0-1,1 0 0,2-1 0,0-1 0,10 11-11,3-3 9,3-1 0,0-1 0,1-2 0,1-1 0,1-2 0,1-1 0,1-1 0,0-2 0,1-1 0,1-2 0,0-2 0,1-1 0,0-2 0,1-1 0,-1-2 0,1-2 0,0-1 0,33-3-9,-19 5-2,-1-2 1,1-2 0,-1-3-1,1-2 1,-1-2 0,0-2-1,-1-3 1,0-2 0,-1-2-1,0-2 1,-2-2 0,40-23 1,-62 25-36,-2-1 0,0 0 0,-1-2 0,-1-1 0,-1 0 0,-1-2 0,-1 0 0,-1-1 0,-1 0 0,-2-2 0,0 0 0,-2 0 0,-1-1 1,-1-1-1,-1 0 0,-2 0 0,-1 0 0,-1-1 0,-2 0 0,0-5 36,1 11 4,-1-1 0,-2 1 0,0-1 1,-1 0-1,-2 1 0,0-1 0,-2 1 0,0 0 0,-2 0 1,-1 0-1,-1 1 0,0 0 0,-2 0 0,-1 1 0,-1 0 1,-12-17-5,-4 13 11,0 1 0,-2 2 1,-1 0-1,0 3 0,-2 0 1,0 2-1,-1 2 0,-1 1 1,0 1-1,-1 3 0,0 0 1,-1 2-1,0 2 0,-28-1-11,-13-5 42,0 4-1,0 3 1,-1 4-1,1 3 1,-1 3-1,1 4 1,-32 9-42,60-10-295,49-7-1034,1 0-2455</inkml:trace>
  <inkml:trace contextRef="#ctx0" brushRef="#br0" timeOffset="-53366.667">3184 4519 3761,'0'0'1287,"0"0"-287,0 0-128,0 0 103,0-8 1916,19 659 62,-1-511-2930,-17-137-77,-1-1 1,0 1 0,1 0 0,-1-1 0,1 1 0,0-1 0,0 1-1,0-1 1,0 1 0,1-1 0,-1 0 0,0 1 0,1-1 0,0 0 0,0 0-1,-1 0 1,1-1 0,0 1 0,0 0 0,1-1 0,-1 1 0,0-1-1,0 1 1,1-1 0,-1 0 0,1 0 0,-1 0 0,1-1 0,-1 1-1,1-1 1,0 1 0,-1-1 0,1 0 0,0 0 0,-1 0 0,1 0-1,0 0 1,-1-1 0,1 1 53,23-3-2743</inkml:trace>
  <inkml:trace contextRef="#ctx0" brushRef="#br0" timeOffset="-53101.789">3017 4550 6761,'0'0'2049,"0"0"-1569,0 0-296,185-57 512,-87 26 208,18-3-280,4-3-295,-4 3-201,-9 3-40,-19 11-72,-22 9-16,-31 11-456,-35 14-809,0 20-879,-25 8-1985</inkml:trace>
  <inkml:trace contextRef="#ctx0" brushRef="#br0" timeOffset="-52820.246">3073 4929 7946,'0'0'992,"0"0"-688,0 0 216,177-20 536,-92-2-488,12-4-304,-3 1-159,-6 2-105,7 9-313,-26 5-1391,-19 4-2617</inkml:trace>
  <inkml:trace contextRef="#ctx0" brushRef="#br0" timeOffset="-52475.799">3709 5110 6737,'0'0'1059,"0"0"-429,0 0-187,0 0-10,0 0-116,0 0-15,30 17 226,99 49-125,-124-64-391,0 0 1,0-1-1,1 1 0,-1-1 1,0 0-1,1 0 1,-1-1-1,1 1 1,-1-1-1,0 0 1,1-1-1,-1 1 1,1-1-1,-1 0 1,0-1-1,0 1 0,1-1 1,-1 0-1,0-1 1,-1 1-1,1-1 1,0 0-1,-1 0 1,1 0-1,-1 0 1,0-1-1,0 0 0,0 0 1,-1 0-1,0 0 1,1-1-1,-1 1 1,-1-1-1,1 0 1,-1 0-1,0 0 1,0 0-1,0 0 0,-1 0 1,1 0-1,-1-5-12,2 5-84,-1 1 0,-1-1 0,1 0-1,-1 0 1,1 0 0,-1 0-1,-1 0 1,1 0 0,-1-1 0,0 1-1,0 0 1,0 0 0,-1 0 0,0 0-1,0 0 1,0 0 0,0 0-1,-1 0 1,0 0 0,0 0 0,0 1-1,-1-1 1,0 1 0,0 0-1,0 0 1,0 0 0,0 0 0,-1 0-1,0 0 1,0 1 0,0 0 0,0 0-1,0 0 1,-1 0 0,1 1-1,-5-2 85,2 1-6,0 1-1,-1 0 0,1 0 0,-1 1 0,1 0 0,-1 0 0,1 0 1,-1 1-1,0 1 0,1-1 0,-1 1 0,1 0 0,-1 1 1,1 0-1,0 0 0,0 1 0,0-1 0,0 2 0,0-1 0,0 1 1,1 0-1,-4 3 7,-3 8 214,2 0 1,0 1-1,0 0 1,2 0 0,0 1-1,1 1 1,1-1-1,0 1 1,1 1-1,2-1 1,-1 1-1,2 0 1,1 0 0,0 0-1,1 0 1,1 0-1,2 8-214,-3-19 38,0 0 0,1 0 0,1 0-1,-1 0 1,1-1 0,0 1 0,1 0-1,0-1 1,0 1 0,1-1 0,0 1-1,0-1 1,0 0 0,1 0 0,0-1 0,1 1-1,-1-1 1,1 0 0,1 0 0,-1 0-1,1-1 1,0 0 0,0 0 0,0 0-1,1-1 1,0 0 0,-1 0 0,2-1 0,-1 0-1,0 0 1,6 1-38,10 0-111,0-2-1,0-1 1,0-1 0,1 0-1,-1-2 1,0-1-1,0-1 1,0 0-1,-1-2 1,1-1 0,-1 0-1,-1-2 1,0-1-1,0 0 1,11-8 111,61-35-2611</inkml:trace>
  <inkml:trace contextRef="#ctx0" brushRef="#br0" timeOffset="-47205.168">4712 4986 4585,'0'0'1063,"0"0"-428,0 0 61,0 0 291,0 0-116,0 0-337,0 0-56,0 0 41,0 0-15,0 0 146,0 0-51,0 0-177,-13 0-65,-200 1-6,204 2-338,1 0 1,-1 1-1,1 0 1,0 1-1,0-1 0,0 2 1,1-1-1,-1 1 1,2 0-1,-1 1 0,0 0 1,1 0-1,1 0 1,-1 0-1,1 1 1,0 0-1,1 0 0,0 1 1,0-1-1,1 1 1,0 0-1,0 0 1,1 0-1,0 0 0,1 0 1,0 1-1,1-1 1,-1 0-1,2 1 1,-1-1-1,2 4-13,-2-7 5,-1-1-1,1 0 1,1 1 0,-1-1-1,1 0 1,0 1 0,0-1-1,0 0 1,1 0 0,0 0 0,0 0-1,0 0 1,1 0 0,-1-1-1,1 1 1,0-1 0,1 0-1,-1 0 1,1 0 0,-1 0-1,1 0 1,1-1 0,-1 0-1,0 0 1,1 0 0,-1 0 0,1-1-1,0 1 1,0-1 0,0 0-1,3 0-4,-1 0 4,0 0-1,0 0 1,0-1-1,1 0 1,-1 0-1,0-1 1,0 0-1,1 0 1,-1 0-1,0-1 1,0-1-1,0 1 1,0-1-1,0 0 1,0 0-1,0-1 1,0 0-1,-1 0 1,0-1-1,1 0 1,-2 0-1,1 0 1,0-1-1,4-5-3,26-31-433,-2-2 1,-2-2-1,-1-1 0,-3-1 0,0-6 433,-21 159 1137,-7-101-1164,1 1 0,-1-1 0,1 0 0,0 1-1,1-1 1,-1 0 0,1 0 0,0 1 0,1-1 0,-1-1-1,1 1 1,0 0 0,0-1 0,0 1 0,1-1-1,-1 0 1,1 0 0,0 0 0,0-1 0,1 1-1,-1-1 1,1 0 0,0-1 0,-1 1 0,1-1 0,1 0-1,-1 0 1,0 0 0,0-1 0,1 1 0,0-1 27,36 1-3362,-4-2-4903</inkml:trace>
  <inkml:trace contextRef="#ctx0" brushRef="#br0" timeOffset="-46690.613">5272 4037 6489,'0'0'1029,"0"0"-433,0 0-288,0 0 176,0 0 81,0 0 158,0 31 240,0 223 229,1 338 651,-1-564-1846,1 0 0,1 0 0,1 0-1,2-1 1,1 0 0,1 1 0,3 4 3,-10-30-83,1 0 1,-1-1-1,0 1 1,1 0-1,0-1 0,-1 1 1,1-1-1,0 1 1,0-1-1,-1 1 1,1-1-1,0 1 1,1-1-1,-1 0 1,0 0-1,0 0 0,0 1 1,1-1-1,-1 0 1,1-1-1,-1 1 1,1 0-1,-1 0 1,1-1-1,-1 1 0,1 0 1,0-1-1,-1 0 1,1 1 82,7-8-3792,-7-17-4136</inkml:trace>
  <inkml:trace contextRef="#ctx0" brushRef="#br0" timeOffset="-46440.291">4983 4527 9218,'0'0'1184,"0"0"-744,0 0 200,232-23 273,-125-2-481,13-3-328,12-6 8,25-3-112,-31 9-1088,-28 8-1953</inkml:trace>
  <inkml:trace contextRef="#ctx0" brushRef="#br0" timeOffset="-46127.148">5753 4550 8490,'0'0'1567,"0"0"-438,0 0-392,1 33 9,6 211 568,-6-223-1242,0 1-1,2 0 1,1-1 0,0 0-1,1 1 1,2-2 0,0 1-1,1-1 1,1 0 0,1-1-1,0 0 1,11 14-72,-16-30 3,0-1 1,-1 1-1,1-1 0,0 0 1,0 0-1,0 0 0,1 0 0,-1-1 1,0 0-1,1 0 0,-1-1 1,1 0-1,-1 0 0,0 0 0,1 0 1,-1-1-1,1 0 0,-1 0 1,0 0-1,0-1 0,0 0 0,0 0 1,0 0-1,0 0 0,0-1 1,0 0-1,-1 0 0,0 0 0,1-1 1,-1 1-1,-1-1 0,1 0 1,0 0-1,-1-1 0,0 1 0,0-1 1,0 1-1,-1-1 0,3-5-3,126-221-1430,-68 106 1020,-53 191 1461,-11-50-1040,1 1-1,0-1 1,1 0 0,1 0 0,0 1 0,2-1 0,-1 0 0,2-1 0,0 1-1,1-1 1,1 0 0,0-1 0,1 1 0,0-1 0,1-1 0,1 1 0,0-2 0,1 1-1,3 2-10,113 36-4036,-73-43-1299</inkml:trace>
  <inkml:trace contextRef="#ctx0" brushRef="#br0" timeOffset="-45551.226">6549 4674 8618,'0'0'2072,"0"0"-611,0 0-724,0 0-357,0 0 182,5 27-93,34 175 91,-5-46-278,-34-155-281,0 1 0,-1-1 0,1 0 1,0 1-1,0-1 0,0 1 0,1-1 0,-1 0 1,0 1-1,0-1 0,1 0 0,-1 0 1,0 1-1,1-1 0,0 0 0,-1 0 1,1 0-1,0 1 0,-1-1 0,1 0 1,0 0-1,0 0 0,0 0 0,0 0 1,0-1-1,0 1 0,0 0 0,0 0 0,0-1 1,1 1-1,-1 0 0,0-1 0,0 1 1,1-1-1,-1 0 0,0 1 0,1-1 1,-1 0-1,0 0 0,1 0 0,-1 0 1,0 0-1,1 0 0,-1 0 0,0-1 1,1 1-1,-1 0 0,0-1 0,0 1 0,1-1 1,-1 1-1,0-1 0,0 1 0,0-1 1,0 0-1,1 0-1,143-206-2071,-144 206 2072,0-1 1,-1 1 0,1 0-1,0-1 1,0 1 0,0 0-1,0 0 1,0 0 0,1 0-1,-1 0 1,0 0-1,0 0 1,1 0 0,-1 0-1,0 1 1,1-1 0,-1 0-1,1 1 1,-1-1 0,1 1-1,-1 0 1,1-1 0,0 1-1,-1 0 1,1 0-1,-1 0 1,1 0 0,-1 0-1,1 1 1,0-1 0,-1 0-1,1 1 1,-1-1 0,1 1-1,-1-1 1,0 1-1,1 0 1,-1 0 0,0-1-1,1 1 1,-1 0 0,0 0-1,0 0 1,0 1 0,0-1-1,1 1-1,38 78 1001,-27-46-662,-8-24-297,-1 0 0,1-1 0,1 1 0,-1-1 0,2 0 0,-1-1 0,1 1 0,0-1 0,1 0 0,0-1 0,0 0 0,1 0 0,0-1 0,0 0 0,0-1 0,1 0 0,0 0 0,0-1 0,0 0 0,8 1-42,-11-3-4,-1-1-1,1 0 1,0 0-1,-1 0 1,1-1 0,0 0-1,-1-1 1,1 1 0,0-1-1,-1 0 1,1-1-1,-1 0 1,0 0 0,1 0-1,-1-1 1,0 0 0,0 0-1,0 0 1,-1-1-1,1 0 1,-1 0 0,0 0-1,0-1 1,-1 0 0,1 0-1,-1 0 1,0 0-1,0-1 1,-1 1 0,1-1-1,-1 0 1,0-2 4,2-3-52,-1-1 1,-1 1-1,0-1 0,0 0 1,-1 0-1,-1 0 1,0 0-1,-1-1 0,0 1 1,0 0-1,-2-5 52,1 12-2,1 0 0,-1 1 0,-1-1-1,1 0 1,0 1 0,-1 0 0,0-1 0,0 1-1,0 0 1,-1 0 0,1 0 0,-1 0 0,0 0-1,0 1 1,-1-1 0,1 1 0,-1 0 0,1 0 0,-1 0-1,0 0 1,0 1 0,0-1 0,0 1 0,-1 0-1,1 1 1,-1-1 0,1 1 0,-1 0 0,0 0-1,0 0 3,1 0 6,0 1 0,0 0 0,-1 0 0,1 1 0,0-1 0,0 1 0,-1 0 0,1 0 0,0 0-1,0 1 1,0-1 0,0 1 0,1 0 0,-1 0 0,0 0 0,1 1 0,-1-1 0,1 1 0,0 0 0,0 0-1,0 0 1,0 0 0,0 1 0,1-1 0,0 1 0,0-1 0,0 1 0,0 0-6,-40 118 249,35-85-104,2 0 0,2 1 0,1-1 0,2 1 0,2 0 0,2 9-145,-2-31 29,1 0 1,1 0 0,0 0-1,1-1 1,1 1 0,0-1-1,1-1 1,0 1 0,1-1-1,1 0 1,0-1 0,1 0-1,1-1 1,0 1-1,0-2 1,1 0 0,1 0-1,0-2 1,0 1 0,1-1-1,0-1 1,1-1 0,-1 0-1,1-1 1,1 0 0,0-1-30,153 11-983,-106-16-1699</inkml:trace>
  <inkml:trace contextRef="#ctx0" brushRef="#br0" timeOffset="-42745.808">12255 4963 7122,'0'0'953,"0"0"-366,0 0 125,0 0 219,12 31-118,37 100-184,-43-115-483,-1-1 0,-1 1 1,-1 0-1,-1 0 0,0 0 1,0 0-1,-2 0 1,0 0-1,-2 10-146,0 22 368,2 23 218,16-92-586,26-39-159,-20 26-118,1 1 0,1 0 0,2 2 0,2 1 0,0 1 1,2 2-1,1 1 0,7-4 277,-36 28 40,0 1 0,1-1 1,-1 0-1,0 1 0,1 0 1,-1-1-1,1 1 0,-1 0 1,1 0-1,0 0 0,-1 1 1,1-1-1,0 1 0,-1-1 1,1 1-1,0 0 0,0 0 1,0 0-1,-1 1 0,1-1 1,0 1-1,-1-1 0,1 1 0,0 0 1,-1 0-1,1 0 0,-1 0 1,1 1-1,-1-1 0,2 1-40,-3 158 2126,-1-46-2092,0-113-157,0 1 1,0 0-1,0-1 1,0 1 0,0 0-1,1-1 1,-1 1-1,0-1 1,1 1 0,-1 0-1,1-1 1,0 1-1,-1-1 1,1 1 0,0-1-1,0 0 1,0 1-1,0-1 1,0 0 0,0 0-1,1 1 1,-1-1-1,0 0 1,0 0 0,1 0-1,-1 0 1,1-1-1,-1 1 1,1 0 0,-1-1-1,1 1 1,-1-1-1,1 1 1,0-1 0,-1 0-1,1 0 1,0 1-1,-1-1 1,1 0 0,0-1-1,0 1 123,24 1-4297</inkml:trace>
  <inkml:trace contextRef="#ctx0" brushRef="#br0" timeOffset="-42288.824">13274 4889 7426,'0'0'2855,"0"0"-1257,0 0-509,0 0-293,-30-2-201,-94-2-244,119 5-333,0-1 1,0 1 0,0 0-1,1 0 1,-1 0 0,0 1-1,1 0 1,-1 0 0,1 0-1,0 0 1,0 1 0,0-1-1,0 1 1,0 0 0,0 1-1,1-1 1,0 1-1,-1-1 1,1 1 0,1 0-1,-1 0 1,-2 4-19,-2 3 50,-2 1-13,1 1 0,1 0 0,0 1-1,0-1 1,2 2 0,0-1 0,0 0 0,1 1 0,1 0 0,1 0-1,0 0 1,1 0 0,0 0 0,1 7-37,3-13 2,-1-1 0,1 1-1,1-1 1,0 0 0,0 0 0,0 0-1,1 0 1,0-1 0,1 0 0,-1 0-1,1 0 1,1-1 0,-1 0 0,1 0-1,0-1 1,1 0 0,-1 0 0,1 0-1,0-1 1,0 0 0,0-1 0,1 0-1,-1 0 1,3-1-2,6 7 10,-5-4 4,11 4-9,0 0-1,-1 2 0,0 0 0,0 2 0,-1 0 1,-1 2-1,0 0 0,-1 1 0,-1 1 1,-1 0-1,0 2 0,-1 0 0,-1 0 0,8 15-4,-12-5 25,0 0 0,-2 1 0,-2-1-1,-1 2 1,-1-1 0,-1 1 0,-2-1-1,-1 1 1,-1 0 0,-2 0-1,-5 29-24,3-36 20,0 0-1,-2 0 0,0-1 1,-2 1-1,-1-2 0,0 1 1,-2-1-1,0-1 0,-2 0 1,0 0-1,-1-1 0,-1-1 1,-1-1-1,-1 0 0,-1-1 1,0 0-1,-1-2 1,0 0-1,-1-1 0,-1-2 1,0 0-1,-1-1 0,0 0 1,-1-2-1,0-1 0,-1-1 1,1-1-1,-18 2-19,34-8 2,-1 0 0,1 0 0,0-1-1,0 0 1,0 0 0,-1 0 0,1-1 0,0 0 0,1-1 0,-1 0 0,0 0 0,1 0-1,0-1 1,-1 0 0,1 0 0,1 0 0,-1-1 0,1 0 0,-1 0 0,1 0-1,1-1 1,-1 1 0,1-1 0,0 0 0,1-1 0,-1 1 0,1-1 0,0 1 0,0-4-2,-4-11 17,1 0 0,1 0 0,1-1 0,1 1 1,1-1-1,1 0 0,0 1 0,2-1 0,1 0 1,2-9-18,-1 17 5,0 1 1,1-1-1,1 1 1,0 0 0,1 0-1,1 0 1,0 1 0,0 0-1,1 0 1,1 1-1,0 0 1,0 1 0,1 0-1,1 0 1,0 1 0,0 0-1,0 1 1,1 0-1,0 1 1,1 0 0,0 1-1,0 1 1,0 0 0,0 0-1,1 2 1,0 0-1,0 0 1,10 0-6,-10 1-17,0 1 1,1 1-1,-1 0 1,0 1-1,0 1 1,0 0-1,0 0 1,0 2-1,-1 0 1,1 0-1,-1 1 1,0 1-1,9 5 17,37 27-1235,-11-3-2161</inkml:trace>
  <inkml:trace contextRef="#ctx0" brushRef="#br0" timeOffset="-44724.633">9326 5116 4713,'0'0'1679,"0"0"-299,0 0-91,0 0-8,0 0-137,-16-20-411,-57-58-236,68 74-462,0 1 1,1-1-1,-1 1 1,-1 0-1,1 1 0,0-1 1,-1 1-1,1 0 1,-1 1-1,1-1 1,-1 1-1,0 0 0,0 1 1,0-1-1,0 1 1,1 0-1,-3 1-35,-12-1 82,-1-1-46,-1 2 1,0 1-1,1 1 0,-1 0 0,1 2 0,0 0 0,1 2 0,-1 0 1,1 1-1,0 1 0,1 1 0,0 1 0,1 1 0,0 0 1,1 1-1,0 1 0,1 0 0,-9 12-36,21-22 2,-1 1 0,1 0 0,0-1 1,0 2-1,1-1 0,-1 0 0,1 1 0,0-1 0,1 1 0,0 0 0,-1 0 1,2 0-1,-1 0 0,1 1 0,0-1 0,0 0 0,1 1 0,0-1 1,0 0-1,0 1 0,1-1 0,0 0 0,0 0 0,0 1 0,1-1 0,0 0 1,0 0-1,1-1 0,0 1 0,0 1-2,17 13-1,0 0 0,1-1 0,1-1 0,1-1 0,0-1 0,1-1 0,1-2 0,26 12 1,-19-8 0,-2-2 0,-18-11 1,-1 1-1,1 0 1,-1 1 0,0 0-1,0 1 1,-1 0 0,1 1-1,-2 0 1,1 0 0,-1 1-1,-1 0 1,1 1 0,-1 0-1,-1 0 1,0 1 0,3 7-1,-10-11 42,-1 0 1,0 0 0,0 0 0,-1 0 0,0-1-1,0 1 1,-1 0 0,1-1 0,-1 0-1,-1 1 1,1-1 0,-1 0 0,0-1-1,-1 1 1,1-1 0,-1 0 0,0 0-1,0 0 1,-1-1 0,1 1 0,-1-1-1,0-1 1,0 1 0,0-1 0,-1 0 0,1-1-1,-1 1 1,0-1 0,1 0 0,-6 0-43,-9 6 69,0-1 0,-1-1 1,0-1-1,0 0 0,-1-2 1,1-1-1,-1 0 0,1-2 1,-2-1-70,20 2-7,1-1 0,-1 0 0,0 0 0,1 0 0,-1-1 0,0 1-1,1-1 1,-1 0 0,1 0 0,-1 0 0,1-1 0,-1 1 0,1-1 0,0 1 0,0-1 0,0 0 0,0-1 0,0 1 0,0 0 0,1-1 0,-1 0 0,1 1 0,-1-1 0,1 0 0,0 0 0,0-1 0,1 1 0,-1 0 0,0 0 0,1-1 0,0 1-1,0-1 1,0 0 0,0 1 0,1-1 0,0 1 0,-1-1 0,1 0 0,0 1 0,1-1 0,-1 0 0,1 1 0,0-2 7,2-14-387,1 0 1,2 0-1,-1 1 1,2 0-1,1 0 0,0 0 1,1 1-1,1 0 1,4-5 386,47-59-4497</inkml:trace>
  <inkml:trace contextRef="#ctx0" brushRef="#br0" timeOffset="-44412.949">10015 5209 6801,'0'0'933,"0"0"-523,0 0-166,0 0 221,0 0 48,0 0-178,-22-20 108,-74-59 331,93 77-739,1 0 0,-1 0 0,0 1-1,0-1 1,0 1 0,0 0-1,0-1 1,0 1 0,0 0 0,0 1-1,0-1 1,0 1 0,-1-1 0,1 1-1,0 0 1,0 0 0,-1 0-1,1 1 1,0-1 0,0 1 0,0 0-1,0 0 1,0 0 0,0 0 0,0 0-1,0 1 1,0-1 0,0 1 0,0 0-1,1-1 1,-1 2 0,1-1-1,0 0 1,-1 0 0,1 2-35,-8 4 114,-6 4 30,0 1 1,1 1-1,1 0 0,0 1 1,1 1-1,1 0 0,0 0 1,2 1-1,-1 1 0,2 0 1,1 0-1,0 1 0,1 0 1,1 1-1,1-1 1,0 1-1,2 0 0,0 0 1,1 0-1,2 1 0,0 0-144,0-16 8,1 0-1,0 0 0,0 0 1,1 0-1,-1 0 1,1 0-1,0-1 0,1 1 1,-1-1-1,1 1 1,-1-1-1,1 0 0,1 0 1,-1 0-1,1-1 0,-1 1 1,1-1-1,0 1 1,0-2-1,0 1 0,1 0 1,-1-1-1,1 1 1,-1-1-1,1-1 0,4 2-7,5 1-35,0-1 0,0-1 0,0 0 0,0-1-1,0 0 1,0-1 0,0-1 0,0 0-1,0-1 1,2-1 35,37-10-655,0-2 1,0-3-1,-2-2 0,24-14 655,54-31-4290</inkml:trace>
  <inkml:trace contextRef="#ctx0" brushRef="#br0" timeOffset="-43820.053">10610 5215 8410,'0'0'1148,"0"0"-192,0 0-53,0 0 137,-29 15-242,-92 51-202,113-62-523,1 1 0,1-1 0,-1 1 0,1 0 0,-1 0 0,1 1 0,1 0 1,-1 0-1,1 1 0,0-1 0,1 1 0,-4 6-73,-5 7 159,0-2-19,1 1-1,1 0 1,0 1 0,2 0-1,0 0 1,1 1 0,-2 11-140,10-32 1,-1 1 1,1 0-1,0-1 0,0 1 1,-1 0-1,1 0 0,0-1 1,0 1-1,0 0 1,0 0-1,0-1 0,0 1 1,0 0-1,0 0 1,0 0-1,0-1 0,0 1 1,1 0-1,-1 0 1,0-1-1,1 1 0,-1 0 1,0-1-1,1 1 1,-1 0-1,1-1 0,-1 1 1,1 0-1,-1-1 1,1 1-1,-1-1 0,1 1 1,0-1-1,-1 0 1,1 1-1,0-1 0,-1 1 1,1-1-1,0 0 1,0 0-1,-1 1 0,1-1 1,0 0-1,0 0 0,-1 0 1,1 0-1,0 0 1,0 0-1,0 0 0,-1 0 1,1 0-1,0 0 1,0-1-1,-1 1 0,1 0 1,0 0-1,-1-1 1,1 1-2,48-22-41,261-230-2600,-245 224 2341,-56 34 331,-26 159 1163,12-147-1124,1 0 0,1 1 0,0-1 1,1 1-1,1 0 0,1-1 0,1 1 0,0 0 1,2 2-71,0-16 4,0 0 1,0 0 0,0-1-1,1 1 1,-1-1 0,1 1-1,1-1 1,-1 0 0,0-1-1,1 1 1,0-1 0,0 0-1,0 0 1,0 0 0,0-1-1,1 0 1,-1 0 0,1 0-1,-1-1 1,1 0 0,0 0-1,0 0 1,-1-1 0,1 1-1,0-1 1,0-1 0,0 1-1,5-2-4,14-1-69,1-1-1,0-1 1,-1-1-1,0-1 0,0-2 1,-1 0-1,0-2 1,-1 0-1,0-2 1,0 0-1,-2-1 1,0-2-1,0 0 1,-2-1-1,0-1 1,-1-1-1,-1-1 0,0 0 1,-2-1-1,0-1 1,7-16 69,0-3-63,-2-1-1,-2-1 1,-2 0 0,-2-1 0,-2-1-1,-1 0 1,-3-1 0,-1 0 0,-3 0 0,-2-1-1,-1 1 1,-5-26 63,5 53 56,-1 1 1,0-1-1,-2 0 0,0 0 0,-1 1 1,-1-1-1,-1 1 0,0 0 1,-1 0-1,-1 0 0,-1 1 0,-1 0 1,0 1-1,-1 0 0,-3-4-56,10 17 36,1 0 0,-1 0 0,0 1 1,0-1-1,0 1 0,0 0 0,0-1 0,0 1 0,-1 1 0,1-1 0,-1 0 0,1 1 0,-1 0 0,0 0 0,1 0 0,-1 0 0,0 0 1,0 1-1,0 0 0,0 0 0,0 0 0,1 0 0,-1 1 0,0-1 0,0 1 0,0 0 0,1 0 0,-1 0 0,1 1 0,-1-1 0,1 1 1,-1 0-1,1 0 0,0 0 0,0 0 0,0 1 0,0-1 0,0 1 0,0 0 0,1 0 0,-1 0 0,-1 3-36,-16 30 63,1 2 0,1 0 0,3 1 0,1 1 0,2 0 0,1 1 0,3 0 0,1 1 0,2-1-1,2 1 1,2 16-63,-3-26 30,2-1 1,2 1-1,1 0 0,1-1 0,1 1 0,2-1 0,1 0 0,2 0 0,1-1 1,1 0-1,2 0 0,13 25-30,-15-40-10,0-1 0,1-1-1,0 1 1,1-2 0,0 1 0,1-2 0,1 0 0,0 0 0,0-1-1,1-1 1,0-1 0,1 0 0,-1-1 0,2 0 0,-1-1 0,1-1-1,-1-1 1,1 0 0,1-1 0,0-1 10,74 5-1467,-11-6-2982</inkml:trace>
  <inkml:trace contextRef="#ctx0" brushRef="#br0" timeOffset="-43304.492">11846 5073 4057,'0'0'3741,"0"0"-1918,0 0-576,0 0-223,0 0-195,0 0-212,0 14 97,12 325 873,-11-141-1813,5-175-3721,-3-22-1214</inkml:trace>
  <inkml:trace contextRef="#ctx0" brushRef="#br0" timeOffset="-43057.814">11865 4652 10778,'0'0'1441,"0"0"-969,0 0-472,0 0-248,0 0-312,0 0-1353,0 0-2592</inkml:trace>
  <inkml:trace contextRef="#ctx0" brushRef="#br0" timeOffset="-41447.368">13915 5096 7282,'0'0'1240,"0"0"-688,0 0 1000,205 37-71,-95-15-377,41 1-344,44 0-264,31-20-256,-21-3-56,-45 0-104,-53 0-32,-44-9-48,-3-11-240,-10 3-1088,-25-3-3721</inkml:trace>
  <inkml:trace contextRef="#ctx0" brushRef="#br0" timeOffset="-41168.797">15029 4895 6073,'0'0'1993,"0"0"-1345,0 0-144,0 0 88,185 136 224,-144-94-96,-6 1-384,-13 2 57,-19 3 7,-3 6 200,-31 3 8,-17-1-272,-8 1-160,2-12-32,13-8-88,38-29-56,3-8-888,13 0-3513</inkml:trace>
  <inkml:trace contextRef="#ctx0" brushRef="#br0" timeOffset="-40501.557">16812 4417 6921,'0'0'1339,"0"0"-296,0 0 23,0 0-230,0 0-40,0 0-172,-26 15-166,-83 56-129,103-65-298,1 1 1,-1-1-1,1 1 0,0 0 1,0 0-1,1 1 0,0-1 1,0 1-1,1 0 0,0 0 0,0 0 1,1 1-1,0-1 0,1 0 1,-1 9-32,-3 10 93,-7 29 46,3 1-1,3 0 1,2 1 0,2-1-1,4 25-138,-2-74 5,1 0 0,0 0 1,1 0-1,0 0 0,0-1 0,0 1 0,1 0 0,0-1 0,1 1 0,-1-1 0,2 0 0,-1-1 0,1 1 0,0-1 0,0 1 0,0-1 0,1-1 0,0 1 0,0-1 0,1 0 0,0-1 0,-1 1 0,1-1 0,1-1 0,-1 1 0,1-1 0,-1-1 0,1 1 0,2-1-5,0 1 17,1 0 0,0 0 0,0-2 0,0 1 0,0-1 0,1-1 0,-1 0 0,0-1 0,0 0 0,0 0 0,0-1 0,0-1 0,0 0 0,0 0 0,-1-1 0,0-1 0,0 1 0,0-2 0,0 1 1,-1-1-1,0-1 0,7-6-17,-2-1 17,0-1 1,-1 0 0,-1-1-1,0-1 1,-1 0 0,-1 0-1,-1-1 1,-1 0 0,0-1-1,-1 1 1,-1-2 0,-1 1 0,0-1-1,-2 0 1,0 1 0,-1-1-1,-2-1 1,0 1 0,-2-16-18,-1 20-19,-1 1 0,-1-1 0,0 1 0,-1 0 0,-1 1 0,0 0 0,-1 0 0,0 0 0,-1 1 0,-1 0 0,0 1 0,-1 0 0,0 0 0,-1 1 0,0 1 0,0 0 0,-1 1 0,-1 0 0,0 1 0,0 0 0,0 2 0,-1-1 0,0 2 0,0 0 0,-1 0 0,1 2 0,-1 0 0,0 1 0,0 0 0,0 1 0,0 1 0,-10 1 19,41-1-2486,14 0-2055</inkml:trace>
  <inkml:trace contextRef="#ctx0" brushRef="#br0" timeOffset="-39675.881">17444 4824 6497,'0'0'1075,"0"0"-309,0 0-30,0 0-297,0 0-245,0 0-76,17-21-54,56-63-40,-71 80-18,1 1 0,0-1 0,0 1 0,0 0 0,1 0 0,-1 1 0,1-1 0,0 1 0,0-1 0,0 1 0,0 1 0,0-1 0,0 0 0,0 1 0,0 0 0,1 0 0,-1 0 0,1 0 0,-1 1 0,0 0 0,5 0-6,-8 0 3,2 1 59,1 1 0,-1-1 0,1 1 0,-1 0 0,0 0 0,0 0 0,0 0 0,0 1 0,0-1 0,0 1 0,-1 0 0,1-1 0,-1 1 0,0 0 0,1 1 0,-2-1 0,1 0 0,0 1 0,-1-1 0,1 1 0,-1-1 0,0 1 0,0 1-62,8 15 240,0-3-26,-6-7-160,0-1-1,1 1 0,1-1 1,-1 0-1,1 0 1,1 0-1,0-1 1,0 0-1,1 0 0,0 0 1,0-1-1,0 0 1,1-1-1,0 1 0,1-2 1,-1 1-1,1-1 1,0 0-1,1-1 1,-1 0-1,1 0 0,0-1-53,-7-3 15,0 0 0,1-1-1,-1 1 1,0-1 0,0 1-1,0-1 1,0 0-1,0 0 1,0-1 0,0 1-1,0-1 1,0 1 0,-1-1-1,1 0 1,0 0-1,-1 0 1,0 0 0,1 0-1,-1-1 1,0 1 0,0-1-1,-1 0 1,1 1-1,0-1 1,-1 0 0,1 0-1,-1 0 1,0 0 0,0-2-15,69-151-3768,-42 80-5818</inkml:trace>
  <inkml:trace contextRef="#ctx0" brushRef="#br0" timeOffset="-39273.248">18385 4493 8474,'0'0'1040,"0"0"-645,0 0-302,0 0 0,27-13 133,88-39 65,-113 51-251,0 0 0,1 0 0,-1 0 0,1 0 1,-1 0-1,1 1 0,-1-1 0,1 1 0,-1-1 0,1 1 1,-1 0-1,1 0 0,0 0 0,-1 0 0,1 1 1,-1-1-1,1 1 0,-1-1 0,1 1 0,-1 0 0,1 0 1,-1 0-1,0 0 0,0 1 0,1-1 0,-1 1 1,0-1-1,0 1 0,0 0 0,-1 0 0,1-1 1,0 1-1,-1 1 0,1-1 0,-1 0 0,0 0 0,1 0 1,-1 1-1,0-1 0,0 2-40,4 4 202,6 19 121,-1 0 0,-1 1 0,-1 0 0,-2 0 0,-1 1 0,-1-1 0,-1 1-1,-2 0 1,0 0 0,-4 17-323,3-44 9,0 24 91,-2 0-1,-1-1 0,-1 0 0,-1 1 0,-1-1 0,-1-1 1,-2 1-1,0-1 0,-1-1 0,-2 0 0,0 0 1,-2-1-1,0-1 0,-1 0 0,-1-1 0,-8 6-99,20-20 10,-1-1 0,0 0-1,1 0 1,-1 0 0,-1 0-1,1-1 1,-1 0 0,0 0-1,0-1 1,0 0 0,0 0-1,0 0 1,-1-1 0,1 0-1,-1 0 1,0 0 0,0-1-1,0 0 1,1 0 0,-3-1-10,6 0-7,0-1 0,0 0 1,0 0-1,0 0 0,0 0 1,0 0-1,0 0 0,1-1 0,-1 1 1,1-1-1,-1 0 0,1 0 1,-1 0-1,1 0 0,0 0 1,0 0-1,0-1 0,0 1 0,0-1 1,1 1-1,-1-1 0,1 0 1,0 1-1,0-1 0,0 0 1,0 0-1,0 0 0,0 0 1,1 0-1,-1-1 7,-7-99-379,8 98 367,-1-2-1,1 1 1,0-1-1,1 0 1,-1 0-1,1 0 0,1 0 1,-1 1-1,1-1 1,1 0-1,-1 1 1,1 0-1,0 0 1,0 0-1,1 0 1,0 0-1,0 0 1,0 1-1,1 0 1,-1 0-1,1 0 1,1 1-1,-1-1 1,1 1-1,-1 0 1,1 1-1,0-1 1,0 1-1,1 1 1,-1-1-1,1 1 1,2-1 12,8 2 12,0 1 0,-1 0 1,1 1-1,0 0 1,-1 2-1,1 0 1,-1 1-1,0 0 0,0 2 1,0 0-1,-1 0 1,0 1-1,0 1 1,-1 1-1,0 0 1,4 4-13,152 65-3224,-127-71-2049</inkml:trace>
  <inkml:trace contextRef="#ctx0" brushRef="#br0" timeOffset="-38928.951">19118 4456 10730,'0'0'1534,"0"0"-528,0 0-438,0 0-236,-10 28 18,-27 90 33,27 8 161,11-119-537,-1 0-1,1 0 1,1 0 0,-1 0-1,1 0 1,1 0-1,-1 0 1,1 0 0,0-1-1,1 1 1,0-1-1,0 0 1,0 0 0,0 0-1,1-1 1,0 0-1,0 1 1,1-2 0,0 1-1,-1-1 1,6 3-7,145 69 162,-142-70-133,37 13-8,110 59 75,-158-76-67,0 0 0,0 0 0,-1 1 0,1-1 0,-1 0 0,0 1 0,0 0 0,0-1 0,0 1 0,0 0 0,0 0 0,-1 0 1,0 0-1,1 1 0,-1-1 0,0 0 0,-1 0 0,1 1 0,0-1 0,-1 1 0,0-1 0,0 0 0,0 1 0,0-1 0,-1 1 0,1-1 0,-1 0 0,0 1 0,0-1 0,0 0 0,0 0 0,0 0 0,-1 0 0,0 0 0,0 1-29,-9 5 42,0-2-1,0 1 0,-1-1 1,0-1-1,0 0 0,-1-1 1,0 0-1,0-1 0,0 0 1,0-1-1,-1 0 0,1-2 1,-1 1-1,1-2 0,-6 0-41,6 0-203,1 0-1,-1-1 0,0-1 0,1 0 1,0 0-1,-1-2 0,1 1 1,0-2-1,1 1 0,-1-2 0,1 1 1,0-2-1,0 1 0,1-2 0,0 1 1,0-1-1,0-1 204,-45-44-4649</inkml:trace>
  <inkml:trace contextRef="#ctx0" brushRef="#br0" timeOffset="-38678.089">19269 4451 10466,'0'0'1345,"0"0"-633,0 0-296,192-46-224,-120 24-192,25 5-512,-12 3-2129,-19 11-3888</inkml:trace>
  <inkml:trace contextRef="#ctx0" brushRef="#br0" timeOffset="-38400.596">19866 4453 8922,'0'0'2166,"0"0"-901,0 0-296,0 0-419,0 0-228,-5 29 0,1-10-246,1-9-33,0 1-1,1-1 1,0 1 0,1-1-1,0 1 1,1 0 0,0 0 0,1-1-1,0 1 1,0-1 0,1 1-1,1-1 1,-1 1 0,2-1 0,0 0-1,0 0 1,4 5-43,254 326 703,-258-336-736,38 62 153,-41-66-143,0 1 0,0-1 0,0 1-1,-1-1 1,1 1 0,0 0 0,-1-1-1,0 1 1,1-1 0,-1 1-1,0 0 1,1 0 0,-1-1 0,0 1-1,0 0 1,-1-1 0,1 1 0,0 0-1,0-1 1,-1 1 0,1 0 0,-1-1-1,0 1 1,1-1 0,-1 1 0,0-1-1,0 1 1,0-1 0,0 1 0,0-1-1,0 0 1,0 0 0,0 0-1,-1 1 1,1-1 0,0 0 0,-1-1-1,1 1 1,-1 0 0,0 0 23,-42 9-2345,-8-8-3118</inkml:trace>
  <inkml:trace contextRef="#ctx0" brushRef="#br0" timeOffset="-38149.973">19910 4493 9274,'0'0'1320,"0"0"145,0 0-137,202-14-816,-127 14-328,1 0-80,34 0-104,-25 14-728,-16-3-5826</inkml:trace>
  <inkml:trace contextRef="#ctx0" brushRef="#br0" timeOffset="-37762.268">21140 4688 8074,'0'0'1133,"0"0"-706,0 0 68,27 1 436,313 1 1695,-87 0-1449,-1 11-1,74 21-1176,35 18 87,-324-51-227,-26-20-1592,-11-7-567</inkml:trace>
  <inkml:trace contextRef="#ctx0" brushRef="#br0" timeOffset="-37449.789">22373 4233 4753,'0'0'4294,"0"0"-3016,0 0-1022,0 0 291,0 0 290,28 33-9,170 222 178,-179-229-926,-2 1-1,-1 0 1,0 1 0,-3 1-1,0 1 1,-2-1 0,-1 2 0,-1 0-1,-2 0 1,-1 0 0,-1 1-1,-2 0 1,-1 4-80,-3-28 65,-1 0-1,0 0 1,0 0-1,-1 0 1,0-1-1,0 1 1,-1-1 0,1 0-1,-2 0 1,1 0-1,-1-1 1,0 1-1,0-1 1,-1 0-1,0-1 1,0 1 0,0-1-1,-1 0 1,0-1-1,1 0 1,-4 1-65,-8 5 64,0-1 1,-1 0-1,0-2 1,-1 0-1,1-2 1,-1 0-1,-19 2-64,-16-5-352,36-2-6296,25 0 287</inkml:trace>
  <inkml:trace contextRef="#ctx0" brushRef="#br0" timeOffset="-35576.748">20844 4097 8650,'0'0'1233,"0"0"-744,0 0-312,0 0 220,40-22 286,315-189 513,714-479-210,-705 481-874,-327 183 5,-57 20 141,-374 17-49,186-8-140,208-4-64,-1 1-1,0 0 1,0-1-1,1 1 0,-1 0 1,0-1-1,1 1 1,-1-1-1,0 1 0,1-1 1,-1 0-1,1 1 1,-1-1-1,1 1 0,-1-1 1,1 0-1,-1 1 0,1-1 1,0 0-1,-1 0 1,1 1-1,0-1 0,0 0 1,0 0-1,-1 0 1,1 1-1,0-1 0,0 0 1,0 0-1,0 0 0,0 1 1,1-1-1,-1 0 1,0 0-1,0 0 0,0 1 1,1-1-1,-1 0 1,0 0-1,1 1 0,-1-1 1,1 0-1,-1 1 1,1-1-1,-1 0 0,1 1 1,-1-1-1,1 1 0,-1-1 1,1 1-1,0-1 1,-1 1-1,1-1 0,0 1 1,0 0-5,11-6 19,1 0 0,-1 1 0,1 1 0,0 0 0,0 0 1,1 2-1,-1 0 0,1 0 0,0 1 0,-1 1 0,1 0 0,11 2-19,-18-1 17,0 0 0,0 0 0,-1 1 0,1 0 0,0 0 0,-1 1 0,1 0 0,-1 0 0,0 0 0,0 1 0,0 0-1,0 0 1,-1 0 0,0 1 0,0 0 0,0 0 0,0 0 0,-1 1 0,0-1 0,0 1 0,0 0 0,-1 0 0,0 0 0,0 1 0,1 3-17,1 5 19,0 0 0,-1 1 0,-1 0 0,-1 0 0,0 0 0,-1 0 0,0 0 0,-2 0 0,0 0 1,0 0-1,-3 6-19,-4 17-362,-2-1 0,-2 0 1,-2-1-1,-1-1 0,-12 20 362,-34 45-5486</inkml:trace>
  <inkml:trace contextRef="#ctx0" brushRef="#br0" timeOffset="-33824.171">22798 2062 6209,'0'0'1405,"0"0"-461,0 0-364,0 0-56,0 0 370,0 0 23,15-5-234,51-9-148,-63 14-499,0 1 1,0 0 0,-1 0-1,1 1 1,-1-1-1,1 0 1,-1 1 0,1 0-1,-1-1 1,0 1 0,0 0-1,0 0 1,0 0 0,0 1-1,0-1 1,-1 0-1,1 1 1,-1-1 0,1 1-1,-1-1 1,0 1 0,0 0-1,0-1 1,-1 1-1,1 0 1,-1 0 0,1 0-37,1 5 91,6 20 70,-2 1 0,-2 0 0,0 0 0,-2 0 0,-1 1 0,-2-1 0,0 0 0,-2 2-161,-24 49 458,27-79-393,0-5 10,2-19-108,2 0-1,1-1 1,2 2 0,0-1 0,0 1 0,2 0 0,1 0 0,1 1 0,1 1 0,10-14 33,-12 16-28,2-5-51,1 2 1,1-1-1,1 2 0,1 0 1,0 1-1,2 0 0,0 1 0,20-14 79,-36 30 4,0 0 0,1 0 0,-1 0 0,1 1 0,0-1-1,-1 1 1,1 0 0,0 0 0,0 0 0,0 0 0,0 0-1,0 1 1,0-1 0,0 1 0,0 0 0,0 0-1,0 0 1,0 0 0,0 0 0,0 1 0,0-1 0,0 1-1,0 0 1,0 0 0,0 0 0,-1 0 0,1 0 0,0 1-1,-1-1 1,1 1 0,-1 0 0,1 0 0,-1 0 0,0 0-1,0 0 1,0 0 0,0 1 0,1 0-4,8 18 69,-1 1 1,-1 0 0,-1 0-1,-1 1 1,-1 0 0,-1 0-1,-1 0 1,-1 1 0,0 10-70,-2-34 2,0 0 0,0 0 0,0 1 0,1-1 0,-1 0 1,0 0-1,0 0 0,1 0 0,-1 0 0,0-1 0,0 1 0,0 0 1,1 0-1,-1-1 0,0 1 0,0-1 0,0 1 0,0-1 0,0 1 1,0-1-1,0 0 0,0 0 0,0 1 0,0-1 0,0 0 0,0 0 1,-1 0-1,1 0 0,0 0 0,-1 0 0,1 0 0,0 0 1,-1 0-1,0 0 0,1-1 0,-1 1-2,16-21-80,1-5-35,0 1 0,3 1 0,0 0 0,1 2 1,1 0-1,1 1 0,1 2 0,1 0 0,3 1 115,-26 17 10,1 0-1,0 0 0,-1 1 1,1-1-1,0 1 0,0 0 1,0 0-1,1 0 0,-1 0 1,0 0-1,0 1 0,0-1 1,1 1-1,-1 0 0,0 0 1,0 0-1,1 1 0,-1-1 1,0 1-1,0-1 0,0 1 1,0 0-1,0 1 0,0-1 1,0 0-1,0 1 0,0-1 1,1 2-10,8 135 1109,-13-95-969,-18 230 106,19-272-289,-1 0 0,1 1 1,0-1-1,0 0 0,0 1 0,0-1 1,0 0-1,1 1 0,-1-1 1,0 0-1,1 1 0,-1-1 0,1 0 1,-1 0-1,1 0 0,-1 1 1,1-1-1,0 0 0,0 0 0,-1 0 1,1 0-1,0 0 0,0 0 1,0 0-1,0-1 0,0 1 0,0 0 1,1 0-1,-1-1 0,0 1 1,0-1-1,0 1 0,1-1 0,-1 1 43,37-6-3974,-4-11-3055</inkml:trace>
  <inkml:trace contextRef="#ctx0" brushRef="#br0" timeOffset="-33559.066">23990 2016 9770,'0'0'1945,"0"0"-761,0 0-64,0 0-808,0 0-96,0 0 200,0 0-96,6 187-176,-3-136-40,-3-3-48,6-3-56,-6-11 24,4-5-24,-1-21-472,0-8-928,-3 0-3297</inkml:trace>
  <inkml:trace contextRef="#ctx0" brushRef="#br0" timeOffset="-33308.586">23983 1583 11690,'0'0'1705,"0"0"-1241,0 0-408,0 0-56,0 0-368,0 0-1601,0 0-3152</inkml:trace>
  <inkml:trace contextRef="#ctx0" brushRef="#br0" timeOffset="-33013.155">24267 1866 8938,'0'0'1371,"0"0"-551,0 0 122,0 26-113,0 158 257,-1-160-877,20 172 593,-18-195-799,-1 1 1,0-1-1,1 0 1,-1 0-1,1 1 1,0-1-1,-1 0 1,1 0 0,0 0-1,0 0 1,-1 0-1,1 0 1,0 0-1,0 0 1,0 0 0,0 0-1,1 0 1,-1-1-1,0 1 1,0 0-1,0-1 1,0 1-1,1-1 1,-1 1 0,0-1-1,1 0 1,-1 1-1,0-1 1,1 0-1,-1 0 1,0 0 0,1 0-1,-1 0 1,0 0-1,1-1 1,-1 1-1,0 0 1,1-1-1,-1 1 1,0-1 0,0 1-1,0-1 1,1 0-1,-1 1 1,0-1-1,0 0 1,0 0-1,0 0 1,0 0 0,0 0-4,60-52 81,-59 50-94,2 0 6,45-50-282,3 3 0,1 2 0,3 2 0,27-15 289,-45 42-85,-34 34 490,-4 289 1200,12-261-1869,13-27-2692,-11-15-3036</inkml:trace>
  <inkml:trace contextRef="#ctx0" brushRef="#br0" timeOffset="-32133.181">25367 1852 8106,'0'0'1764,"0"0"-732,0 0-244,0 0-69,0 26-27,0 164 143,-24 37 586,23-226-1331,31-65 108,3 7-336,-9 12-110,2 2 1,2 1-1,1 1 0,33-34 248,-12 43-17,-33 80 753,16 152-36,-31-197-701,-1-1 1,1 1-1,0-1 0,0 1 0,0-1 0,0 0 0,1 0 0,-1 0 0,1 0 0,-1 0 0,1 0 0,0-1 0,-1 1 0,1-1 0,0 0 0,0 0 0,0 0 0,0 0 0,0 0 1,0-1-1,0 1 0,0-1 0,1 0 0,-1 0 0,0 0 0,0 0 0,0-1 0,0 1 0,0-1 0,0 0 0,0 0 0,0 0 0,0 0 0,0 0 0,0-1 0,-1 1 0,1-1 1,0 0-1,-1 0 0,1 0 0,-1 0 0,0 0 0,0 0 0,0-1 0,0 1 0,0-1 0,0 0 0,0-2 1,15-15-97,-7 8 44,-1 0-1,2 1 1,-1 0-1,2 1 0,-1 0 1,2 0-1,-1 1 1,11-5 53,-10 19 113,-13 98 308,1 17-733,18-46-3264,-7-52-2490</inkml:trace>
  <inkml:trace contextRef="#ctx0" brushRef="#br0" timeOffset="-31757.603">26374 2070 9562,'0'0'1408,"0"0"-238,0 0-40,0 0-226,0 0-291,0 0-85,-23-16-110,-75-42-116,96 58-294,-1-1 0,0 0 0,0 1-1,1 0 1,-1-1 0,0 1 0,0 0-1,0 0 1,1 1 0,-1-1 0,0 1-1,0-1 1,1 1 0,-1 0-1,0 0 1,1 0 0,-1 0 0,1 0-1,-1 1 1,1-1 0,0 1 0,-1 0-1,1 0 1,0 0 0,0 0 0,0 0-1,0 0 1,1 0 0,-1 0 0,1 1-1,-1-1 1,0 2-8,-4 5 34,-2 1-19,1 1 1,0 0-1,1 0 0,0 1 1,1-1-1,0 1 1,1 1-1,0-1 1,1 0-1,0 1 0,1 0 1,0 0-1,1 0 1,1 0-1,0-1 0,1 1 1,0 0-1,2 4-15,0-11-5,1-1-1,0 0 1,0-1 0,0 1-1,1-1 1,0 1 0,0-1-1,0-1 1,0 1-1,0-1 1,1 0 0,0 0-1,0 0 1,-1-1-1,1 0 1,1 0 0,-1 0-1,0-1 1,0 0 0,1 0-1,-1-1 1,0 0-1,1 0 1,-1 0 0,0-1-1,1 0 1,-1 0 0,3-2 5,8-1-59,0-1 0,0-1 0,-1 0 0,0-1 0,0-1 0,-1-1 0,0 0 0,0-1 0,-1 0 0,-1-1 0,1-1 0,-2 0 0,0-1 0,0 0 0,9-15 59,-17 39 275,-4 4-338,1 0 0,0 1 0,2-1-1,-1 0 1,2 0 0,0 0 0,1-1 0,1 1 0,0-1 0,0-1-1,2 1 1,0-1 0,0 0 0,1-1 0,1 0 0,0 0 0,0-1-1,1 0 1,1-1 0,5 4 63,24 12-3737</inkml:trace>
  <inkml:trace contextRef="#ctx0" brushRef="#br0" timeOffset="-31495.925">26846 1988 8546,'0'0'3857,"0"0"-2953,0 0-200,0 0 360,0 0-240,81 150-303,-36-85-129,5 0-248,3 0-136,1-11-8,-7-6-48,-6-5-561,-16-12-855,-16-11-2937</inkml:trace>
  <inkml:trace contextRef="#ctx0" brushRef="#br0" timeOffset="-31289.641">26799 2458 10882,'0'0'1601,"0"0"-273,0 0-224,97-173-288,-37 117-87,6 7-153,6 1-280,-3 6-136,4 8-112,21 3-48,-22 8-600,-15 9-2177</inkml:trace>
  <inkml:trace contextRef="#ctx0" brushRef="#br0" timeOffset="-30467.058">29035 1696 6849,'0'0'1327,"0"0"-85,0 0 94,0 0-237,0 0-213,-22-1-169,6-1-558,10 0-115,-1 1 1,0 0-1,1 1 0,-1-1 1,1 1-1,-1 0 0,0 1 1,1 0-1,-1 0 0,1 0 1,-1 1-1,1 0 0,0 0 1,0 0-1,0 1 0,0 0 1,0 0-1,0 1 0,1-1 1,-1 2-45,-12 13 55,1 1 0,1 1-1,0 0 1,2 1 0,1 1 0,0 0 0,1 1 0,2 0 0,0 1 0,2 0 0,0 0 0,2 1-1,1 0 1,1 0 0,0 1 0,2-1 0,2 1 0,1 20-55,0-33 9,0-1-1,2 0 1,-1 0 0,1 0-1,1-1 1,0 1 0,1-1 0,0 0-1,0 0 1,1-1 0,1 1-1,0-1 1,0 0 0,1-1-1,0 0 1,1 0 0,0-1 0,0 0-1,1-1 1,0 0 0,8 5-9,-1-2 12,0-1 1,1-1-1,-1-1 0,1 0 1,1-1-1,-1-1 1,1-1-1,0 0 0,0-2 1,0 0-1,1-1 1,-1-1-1,10-1-12,-17-1 1,0-1 0,-1 1 0,1-2-1,-1 1 1,0-2 0,0 0 0,0 0 0,-1 0 0,0-2-1,0 1 1,0-1 0,-1-1 0,0 0 0,-1 0 0,1 0 0,-1-1-1,-1 0 1,0-1 0,0 0 0,3-8-1,2-4 0,0 0 1,-2-1-1,-1-1 0,-1 1 1,0-1-1,-2-1 0,-1 1 1,-1-1-1,-1-8 0,0 21 8,-1-1 0,0 0 1,-1 0-1,-1 0 0,0 0 0,-1 0 0,0 0 0,-1 0 1,-1 1-1,1-1 0,-2 1 0,0-1 0,-1 1 0,0 0 0,0 1 1,-2-1-1,1 1 0,-1 0 0,-1 1 0,0-1 0,0 2 1,-1-1-1,0 1 0,-1 1 0,-8-7-8,5 8 2,1 0 0,-1 1 0,0 1 0,0 0 0,-1 0 0,1 1 0,-1 1 0,0 1 0,0 0 0,0 0 0,0 1-1,-1 1 1,-2 1-2,15-1-68,1-1-1,-1 1 0,0 0 0,1 0 1,-1 0-1,0 0 0,1 0 1,-1 0-1,0 1 0,1-1 0,-1 0 1,0 1-1,1 0 0,-1-1 0,1 1 1,-1 0-1,1 0 0,-1 0 0,1-1 1,-1 2-1,1-1 0,0 0 0,0 0 1,-1 0-1,1 1 0,0-1 0,0 0 1,0 1-1,1-1 0,-1 1 0,0-1 1,0 1-1,0 0 69,-1 17-4405</inkml:trace>
  <inkml:trace contextRef="#ctx0" brushRef="#br0" timeOffset="-29593.047">29708 2107 5801,'0'0'1190,"0"0"-309,0 0 245,0 0 40,0 0-218,0 0-442,5-9-299,1 1-189,0 0 0,0 1 1,0-1-1,1 1 0,0 0 0,1 1 0,-1 0 0,1 0 1,1 1-1,-1 0 0,1 0 0,0 1 0,0 0 0,0 0 0,0 1 1,1 0-1,-1 1 0,10-1-18,-12 2 47,-1 1 1,0 0-1,1 1 0,-1-1 1,1 1-1,-1 1 1,0-1-1,1 1 0,-1 0 1,0 0-1,0 1 0,-1 0 1,1 0-1,0 0 0,-1 1 1,0 0-1,0 0 1,0 0-1,0 0 0,-1 1 1,1 0-1,-1 0 0,-1 0 1,1 0-1,-1 1 1,1 0-1,-2-1-47,94 138 1758,-92-141-1729,0 0 0,0-1 0,0 1 0,0-1 0,0 0 0,0 0 0,0-1 0,0 1 0,0-1 0,0 0 0,1 0 0,-1 0 0,0 0 1,0-1-1,0 0 0,0 0 0,0 0 0,0 0 0,0-1 0,0 1 0,0-1 0,-1 0 0,1 0 0,-1-1 0,1 1 0,-1-1 0,0 1 0,0-1 1,0 0-1,0 0 0,0-1 0,-1 1 0,0-1 0,1 1 0,-1-1 0,0 1 0,-1-1 0,1 0 0,0-2-29,73-116-2939,-48 68-3811</inkml:trace>
  <inkml:trace contextRef="#ctx0" brushRef="#br0" timeOffset="-29143.155">30614 1886 9602,'0'0'1976,"0"0"-689,0 0-358,0 0-535,0 0-254,0 0-65,15 0 14,124 0 125,-128-4-200,0 0 0,1 0 0,-2 0 1,1-2-1,-1 1 0,0-1 0,0-1 1,0 0-1,-1 0 0,0-1 0,0 0 1,-1-1-1,0 0 0,-1 0 0,0 0 0,0-1 1,-1 0-1,4-9-14,-6 12 9,-4 31 7,-31 555 1461,18-211-2007,13-363-1625</inkml:trace>
  <inkml:trace contextRef="#ctx0" brushRef="#br0" timeOffset="-28217.666">28931 1232 7466,'0'0'1700,"0"0"-12,0 0 250,0 0-474,0 0-525,0 0-395,-16-10-192,1 1-285,-100-40 219,14 38-134,-1 4 1,-78 5-153,132 2 37,47 0-37,-1-1 1,1 1-1,0 0 0,-1-1 0,1 1 1,0 0-1,-1 0 0,1 0 0,-1 0 0,1 0 1,0 0-1,-1 0 0,1 0 0,0 1 0,-1-1 1,1 0-1,0 1 0,0-1 0,-1 1 0,1 0 1,0-1-1,0 1 0,0 0 0,0 0 0,-1 0 1,1 0-1,0 0 0,1 0 0,-1 0 1,0 0-1,0 0 0,0 0 0,1 0 0,-1 0 1,0 1-1,1-1 0,-1 0 0,1 1 0,0-1 1,-1 0-1,1 1 0,0-1 0,0 0 0,0 1 1,0-1-1,0 0 0,0 1 0,0-1 0,0 1 1,1-1-1,-1 1 0,-1 395 13,-8-321-12,-3 0-1,-3 0 0,-20 52 0,19-69 1,-105 288 32,88-236-32,34-110-2,-1 1 0,1 0 0,0-1 1,0 1-1,0-1 0,0 1 0,0-1 0,0 1 0,0-1 0,1 1 0,-1-1 0,0 0 0,1 0 0,-1 0 0,1 0 0,-1 0 1,1 0-1,-1 0 0,1 0 0,0-1 0,-1 1 0,1-1 0,0 1 0,0-1 0,0 0 0,-1 1 0,1-1 0,0 0 0,0 0 0,0 0 1,-1-1-1,1 1 0,0 0 0,1-1 1,3 1 5,184-21 235,-178 17-350,0 1 1,1 0 0,-1 1 0,1 0 0,-1 1 0,1 1-1,-1 0 1,1 0 0,-1 2 0,1-1 0,-1 1 0,1 1-1,-1 0 1,6 4 109,11 3-2696</inkml:trace>
  <inkml:trace contextRef="#ctx0" brushRef="#br0" timeOffset="-27329.342">31035 1272 8306,'0'0'2162,"0"0"-587,0 0-208,0 0-541,0 0-395,0 0-56,21 0-84,142-3-46,162-8-16,-324 11-177,-1 0-38,3 5-42,-15 268 98,-10-101 104,8 0-1,7 0 1,8 20-174,-1-135 8,1-21-4,1 0 0,1 0 0,2-1 1,2 1-1,1-1 0,2 0 1,1-1-1,2 0 0,12 23-4,-15-31 126,-37-29 322,-45-21-273,-76-11-513,108 35-580,9 0-1270</inkml:trace>
  <inkml:trace contextRef="#ctx0" brushRef="#br0" timeOffset="-25941.031">16743 3927 6401,'0'0'1055,"0"0"71,0 0 401,0 0-30,0 0-247,0 0-164,-5 0-240,-90-5-513,1-4 0,0-4-1,-41-13-332,-29 0 441,163 41-393,13 402-48,-28 42 30,-20-194 149,-33 101-179,68-363 1,-1 0 0,1 0 0,0 0 0,1 0 0,-1 0 0,1 0 0,-1 1 0,1-1 0,0 0 1,0 0-1,1 0 0,-1 1 0,0-1 0,1 0 0,0 0 0,0 0 0,0 0 0,0 0 0,0 0 1,1 0-1,-1 0 0,1 0 0,2 2-1,140 10 222,-116-15-197,15 1-70,-29 1-111,0-1 0,0-1 0,0-1 0,0 0 0,1-1 0,-1 0 0,-1-1 0,1 0 0,1-2 156,9-10-3657</inkml:trace>
  <inkml:trace contextRef="#ctx0" brushRef="#br0" timeOffset="-25097.638">20049 3783 8034,'0'0'1725,"0"0"-318,0 0-164,0 0-539,0 0-269,0 0-79,33-1-84,218-10 106,107-31-120,-348 42-224,-8 24 333,-14 107-82,26 95-244,70 300-9,-54 260 71,-29-761-102,0-19 1,0 0-1,-1 0 1,0 0 0,0 0-1,0 0 1,-1 0 0,0-1-1,0 1 1,0 0-1,-1 0 1,1 0 0,-2-1-1,1 1 1,0-1 0,-1 0-1,0 0 1,-1 0-1,1 0 1,-1 0-2,-16 8 9,0-2 0,-1 0 0,0-1 1,-1-1-1,0-1 0,0-1 0,-1-1 0,1-1 0,-1-1 1,-1-1-1,1-1 0,0-1 0,-1-1 0,1-1 0,-8-2-9,-64 2 8,93 1-84,1 0-1,0 0 0,-1-1 0,1 1 0,0-1 1,0 1-1,-1-1 0,1 1 0,0-1 0,0 0 0,0 1 1,-1-1-1,1 0 0,0 0 0,0 0 0,0 0 1,1 0-1,-1 0 0,0 0 0,0 0 0,0 0 1,1 0-1,-1-1 0,1 1 0,-1 0 0,1-1 0,-1 1 1,1 0-1,0 0 0,0-1 0,-1 1 0,1-1 1,0 1-1,0 0 0,0-1 0,0 1 0,1 0 1,-1-1-1,0 1 0,1 0 0,-1-1 0,1 1 1,-1 0-1,1 0 0,-1-1 0,1 1 0,0 0 77,12-20-6472</inkml:trace>
  <inkml:trace contextRef="#ctx0" brushRef="#br0" timeOffset="-24104.191">23078 4289 9106,'0'0'2048,"0"0"-473,0 0-614,0 0-323,0 0-212,16 0-159,242-4 347,189-37-311,-150 39-231,-296 1-71,0 1-1,0 0 0,0 0 1,1 0-1,-1 0 1,0 0-1,0 0 1,0 0-1,0 0 0,0 1 1,0-1-1,0 0 1,0 1-1,0-1 1,0 0-1,0 1 0,0-1 1,0 1-1,0 0 1,0-1-1,-1 1 1,1 0-1,0 0 0,0-1 1,-1 1-1,1 0 1,0 0-1,-1 0 1,1 0-1,-1 0 0,1 0 1,-1 0-1,1 0 1,-1 0-1,0 0 1,0 0-1,1 0 0,-1 0 1,0 0-1,0 0 1,0 0-1,0 0 1,0 0-1,0 0 0,-1 0 1,1 1-1,0-1 1,0 0-1,-1 0 1,1 0-1,-1 0 0,1 0 1,-1 0-1,1-1 1,-1 1-1,0 0 1,1 0-1,-1 0 0,0 0 0,-12 17 34,-1-2-1,-1 1 1,0-2-1,-1 0 1,0 0-1,-1-2 1,-7 4-34,-14 13 20,-396 307 459,427-332-457,5-4-15,0 0 0,0 0 0,0 0 0,0 0 0,0 1 0,0-1 1,0 0-1,0 1 0,0 0 0,0-1 0,1 1 0,-1 0 0,1 0 0,-1 0 0,1 0 0,0 0 0,0 0 0,0 0 0,0 0 0,0 0 0,0 1 0,1-1 0,-1 0 0,1 0 0,-1 1 0,1-1 0,0 1 0,0-1 0,0 0 0,0 1 1,1-1-1,-1 0 0,0 1-7,7 2 14,0 0 0,0 0 0,0-1 0,0 0 0,1 0 0,-1-1 0,1 0 0,0 0 0,0-1 0,0 0 0,0 0 0,1-1 0,4 1-14,252 7 260,-213-10-676,-1-2-1,0-2 1,0-2-1,-1-2 0,36-13 417,-37 4-4133</inkml:trace>
  <inkml:trace contextRef="#ctx0" brushRef="#br0" timeOffset="-23869.524">24518 4371 12443,'0'0'1560,"0"0"-1224,0 0 136,173 51-88,-78-39-16,5-4-264,7-2-48,-9-1-8,-13 1-48,-7-6-768,-27 0-1928,-17 0-6026</inkml:trace>
  <inkml:trace contextRef="#ctx0" brushRef="#br0" timeOffset="-23460.835">25864 4148 6153,'0'0'1285,"0"0"-397,0 0 87,0 0-194,-36 3 5,-123 16 58,139-17-584,1 2-1,-1 0 1,1 1 0,0 1 0,0 1-1,0 0 1,1 2 0,0 0 0,-10 7-260,27-15 17,-2 0 6,1 0-1,-1 1 1,1-1-1,-1 1 1,1-1-1,0 1 1,0 0 0,0 0-1,0 0 1,0 0-1,0 0 1,1 0 0,-1 1-1,1-1 1,0 0-1,-1 1 1,1-1-1,0 1 1,0 0 0,0-1-1,1 1 1,-1 0-1,1-1 1,0 1 0,-1 0-1,1 0 1,0-1-1,0 1 1,1 0-1,-1 0 1,1-1 0,-1 1-1,1 0 1,0-1-1,0 1 1,0-1-1,0 1 1,1-1 0,0 3-23,76 80 54,7-22 93,81 75 21,-161-133-144,-1 0 1,1 0-1,-1 1 1,0-1 0,-1 1-1,1 0 1,-1 0 0,0 0-1,-1 0 1,1 1-1,-1-1 1,0 1 0,-1-1-1,0 1 1,0 0-1,0 0 1,-1-1 0,0 1-1,0 0 1,-1 0 0,0-1-1,0 1 1,0 0-1,-1-1 1,0 1 0,0-1-1,-1 0 1,0 1-1,0-1 1,0 0 0,-1-1-1,0 1 1,0-1-1,0 0 1,-5 4-25,0-3 41,1-1-1,-1 0 1,0-1-1,-1 0 1,1 0 0,-1-1-1,0 0 1,0-1-1,0 0 1,0-1 0,0 0-1,0 0 1,0-1-1,-9-1-40,15-2-51,0 1 0,0 0 0,0-1 0,0 0 1,0 0-1,0 0 0,1 0 0,-1-1 0,1 0 0,0 1 0,0-1 0,1 0 0,-1 0 0,1-1 0,-1 1 0,2-1 0,-1 1 0,0-1 0,1 1 0,0-1 0,0 0 0,0 0 0,0 1 1,1-1-1,0 0 0,0 0 0,0 0 0,1 0 0,0 1 0,0-1 0,0 0 0,1-3 51,-2-11-644,0-57-2914</inkml:trace>
  <inkml:trace contextRef="#ctx0" brushRef="#br0" timeOffset="-23089.25">26210 4383 9394,'0'0'1015,"0"0"-348,0 0-187,0 0-23,0 0 202,0 0-67,-4 0-210,-4 1-329,0 0 1,-1 0 0,1 1 0,0 1-1,0-1 1,0 1 0,1 1 0,-1-1-1,1 1 1,0 1 0,0-1 0,0 1-1,0 1 1,1-1 0,0 1 0,0 0-1,1 0 1,-1 1 0,1-1 0,1 1-1,-1 1 1,1-1 0,1 0 0,-1 1-1,1 0 1,-1 3-54,4-6 2,0 1-1,1-1 0,-1 0 1,1 1-1,0-1 1,0 0-1,1 0 1,0 0-1,-1 0 0,2 0 1,-1 0-1,1 0 1,-1 0-1,1-1 1,0 0-1,1 1 0,-1-1 1,1-1-1,0 1 1,0 0-1,0-1 1,0 0-1,1 0 0,-1 0 1,1 0-1,0-1 1,0 0-1,0 0 1,0 0-2,17 8-1,0 0 0,1-2 1,0-1-1,0 0 0,1-2 1,-1-1-1,1 0 0,0-2 1,0-1-1,0-1 0,0-1 1,22-4 0,-39 3 16,1-1 1,-1-1-1,0 1 0,0-1 1,-1-1-1,1 1 1,-1-1-1,0 0 1,0-1-1,0 1 1,-1-1-1,0 0 1,0-1-1,-1 1 1,1-1-1,-1 0 1,-1 0-1,0 0 1,0 0-1,0-1 1,-1 1-1,1-1 0,-2 0 1,1 0-1,-1 0 1,-1 1-1,0-1 1,0 0-1,0 0 1,-1 0-1,0 0 1,0 0-1,-1 0 1,-2-7-17,2 10 36,1 0 1,-1-1 0,0 1 0,-1 0-1,1 0 1,-1 0 0,0 1 0,0-1-1,-1 0 1,1 1 0,-1 0 0,0 0 0,0 0-1,0 1 1,-1-1 0,1 1 0,-1 0-1,0 0 1,0 1 0,0-1 0,0 1-1,0 0 1,-1 0 0,-3 0-37,-132-14-3718,119 16-2362</inkml:trace>
  <inkml:trace contextRef="#ctx0" brushRef="#br0" timeOffset="-22449.48">26113 4233 6185,'0'0'1953,"0"0"-1049,0 0 80,0 0 72,0 0-15,-170 48-209,126 8-112,9 12-232,7 9-168,19-7-136,9 7-80,25-12-104,53-3-336,-5-16-896,-7-15-3289</inkml:trace>
  <inkml:trace contextRef="#ctx0" brushRef="#br0" timeOffset="-18451.133">26638 4272 648,'0'0'1775,"0"0"-887,0 0-9,0 0 199,0 0 83,0 0 120,-6-13-33,-17-44 80,18 26 1816,5 30-2748,0 1-215,0 0-100,0 0-42,0 0 24,0 0-42,0 0-13,0 0 0,0 0 0,0 0 1,0 0 14,0 0 24,0 0-29,0 0 5,0 0 14,0 0-55,23 1 290,-12 5-218,0 1-1,0-1 1,-1 2 0,1 0 0,-2 0 0,1 0-1,-1 1 1,-1 1 0,0 0 0,0 0-1,-1 0 1,0 1 0,-1 0 0,0 0 0,2 6-54,6 20 188,-1 0 1,-2 1-1,-1 0 1,-3 0-1,-1 1 1,-1 0-1,-3 0 1,-1 0-1,-4 38-188,3-55 183,-6-26 448,-4-188-502,9 183-136,0 1 0,1 0-1,0-1 1,0 1 0,0 0 0,1 0 0,1-1 0,-1 1 0,1 0 0,1 0-1,-1 0 1,1 0 0,1 1 0,0-1 0,0 1 0,0 0 0,1 0 0,0 0-1,0 1 1,0 0 0,1 0 0,0 0 0,0 1 0,1-1 0,0 1 0,0 1-1,0 0 1,0 0 0,1 0 0,-1 1 0,1 0 0,0 0 7,-2 1-3,1 1 0,-1-1 1,1 2-1,-1-1 0,1 1 1,-1 0-1,1 0 0,-1 0 1,1 1-1,-1 0 0,1 0 1,-1 1-1,0 0 0,1 0 1,-1 1-1,0-1 0,-1 1 1,1 1-1,1 0 3,5 7 1,0 0-1,1-1 1,0-1-1,1 0 1,0-1 0,1 0-1,-1-1 1,2-1-1,-1 0 1,0-1-1,1 0 1,0-2 0,0 0-1,2 0 0,-12-2-14,-1 1 0,1 0 1,0-1-1,0 0 0,0-1 0,0 1 0,0-1 0,0-1 0,0 1 1,0-1-1,0 0 0,0 0 0,-1 0 0,1-1 0,0 0 0,-1 0 1,1-1-1,-1 1 0,0-1 0,1 0 0,-2-1 0,1 1 0,0-1 1,-1 0-1,1 0 0,-1 0 0,0-1 0,-1 0 0,1 0 0,-1 0 1,0 0-1,0 0 0,0 0 0,-1-1 0,0 1 0,1-3 14,-1 4-5,-1-1 1,1 0-1,-1 0 0,0 0 0,0 0 0,-1 0 0,1 0 0,-1 0 0,0 0 0,0 0 0,-1 0 0,0 0 0,0 0 0,0 0 1,0 0-1,-1 0 0,0 0 0,0 0 0,0 1 0,0-1 0,-1 1 0,0 0 0,0 0 0,0 0 0,0 0 0,-1 0 0,1 0 1,-1 1-1,0 0 0,0 0 0,0 0 0,-1 0 0,1 1 0,-1 0 0,1-1 0,-1 2 0,0-1 0,0 0 0,-3 1 5,2 0 3,-1 1-1,0 0 0,1 0 0,-1 1 1,0 0-1,1 0 0,-1 1 0,1-1 1,0 2-1,-1-1 0,1 1 0,0-1 1,0 2-1,1-1 0,-1 1 0,1 0 1,-1 0-1,1 0 0,0 1 0,1-1 0,-1 1 1,1 0-1,0 1 0,0-1 0,1 1 1,-1 0-1,1 0 0,-1 3-2,-5 11 38,2 0-1,-1 0 0,2 0 0,1 1 1,0 0-1,2 1 0,0-1 1,1 12-38,1-20 10,0-1 0,1 1 1,0 0-1,1-1 0,1 1 1,0 0-1,0-1 0,1 0 1,1 0-1,0 1 0,0-2 1,2 1-1,-1-1 0,1 0 1,1 0-1,4 5-10,1-3 4,1 0-1,0-1 0,1-1 1,0 0-1,1-1 1,0 0-1,1-1 0,0-1 1,0 0-1,1-2 1,-1 0-1,2 0 0,7 0-3,84 16-2779,-94-21-2957</inkml:trace>
  <inkml:trace contextRef="#ctx0" brushRef="#br0" timeOffset="-16779.151">28374 4352 6921,'0'0'1913,"0"0"-225,0 0-63,0 0-633,0 0-528,0 0 8,123 0 16,-48 0-88,4 0-168,6 0-112,-6 0-72,-7 0-48,-3 0-400,-15 0-2064,-23 5-6466</inkml:trace>
  <inkml:trace contextRef="#ctx0" brushRef="#br0" timeOffset="-11848.756">29255 4063 8290,'0'0'1440,"0"0"-285,0 0-273,0 0-438,0 0-244,26-4 0,155-18 170,-175 21-347,0 1-1,1-1 1,-1 1-1,0 0 0,0 1 1,0-1-1,0 1 1,1 0-1,-1 1 0,0 0 1,-1 0-1,1 0 1,0 0-1,-1 1 0,1 0 1,-1 0-1,0 1 0,0-1 1,0 1-1,0 0 1,-1 1-1,1-1 0,-1 1 1,0 0-1,-1 0 1,1 0-1,-1 0 0,0 0 1,0 1-1,-1 0 1,1-1-1,-1 1 0,-1 0 1,1 0-1,-1 0 1,0 1-1,0-1 0,-1 6-22,-2-3 82,-1 0-1,-1-1 0,0 1 0,0-1 1,0 1-1,-1-1 0,0-1 0,-1 1 1,0-1-1,0 0 0,0 0 1,-1-1-1,0 1 0,0-2 0,-1 1 1,0-1-1,0 0 0,0-1 1,0 1-1,-1-2 0,1 1 0,-1-1 1,0-1-1,-1 1-81,-25 13 448,25-12-287,66-3-236,-25-2-9,111 13-269,-137-11 350,-1 0 0,0 1-1,1 0 1,-1 0-1,0 0 1,0 0 0,0 1-1,0 0 1,-1 0-1,1 0 1,-1 0 0,0 0-1,0 0 1,0 1 0,0 0-1,0 0 1,-1-1-1,0 1 1,1 1 0,-2-1-1,1 0 1,0 0-1,-1 1 1,0-1 0,0 1-1,0-1 1,0 1-1,-1 0 1,0 0 3,0 6 12,0-1 0,-1 1-1,-1 0 1,0 0 0,0-1 0,-1 1-1,0-1 1,-1 1 0,0-1 0,-1-1-1,0 1 1,0 0 0,-1-1 0,-1 0-1,1-1 1,-8 8-12,-135 118 789,144-130-743,-61 41 234,64-46-317,1-1 0,-1 1 0,1 0 1,-1-1-1,1 1 0,0-1 0,-1 1 0,1-1 1,0 0-1,0 1 0,0-1 0,1 0 0,-1 0 0,0 0 1,1 0-1,-1 1 0,1-1 0,0 0 0,-1 0 0,1 0 1,0 0-1,0 0 0,0 0 0,0 0 0,1 0 0,-1 0 1,1 0-1,-1 0 0,1 0 0,-1 0 0,2 0 37,-2-8-640,0-43-3301</inkml:trace>
  <inkml:trace contextRef="#ctx0" brushRef="#br0" timeOffset="-11424.302">28469 3562 7834,'0'0'1320,"0"0"-680,0 0 84,0 0 203,0 0-113,-33 10-178,-107 40 11,125-44-520,1 1 0,-1 1 0,1 1 0,1 0 0,0 1 0,0 0 0,0 1 0,-9 11-127,-4 3 210,1-4-70,0 2 0,1 0 0,1 2 0,1 0 0,2 2-1,0 0 1,2 1 0,1 1 0,2 1 0,0 0 0,2 1-1,2 1 1,0-1 0,2 2 0,2-1 0,1 1 0,1 1-1,2-1 1,2 1 0,2 31-140,5-41-7,2-1 0,1 0 0,1-1 0,1 0 0,1 0 0,0-1 1,2 0-1,1-2 0,0 1 0,1-2 0,1 0 0,1-1 0,0-1 0,1 0 0,1-2 0,1 0 0,0-1 0,0-1 0,1-1 0,9 2 7,146 77-1351,-14-21-2369</inkml:trace>
  <inkml:trace contextRef="#ctx0" brushRef="#br0" timeOffset="-10640.083">29969 4765 9058,'0'0'2040,"0"0"-1010,0 0 3,0 0-128,0 0-381,-5-7-293,4 4-218,0 3-7,0-1-1,0 0 0,0 0 0,0 0 0,0 0 1,0 0-1,0 0 0,1 0 0,-1 0 0,0-1 1,1 1-1,-1 0 0,1 0 0,-1 0 0,1-1 1,0 1-1,-1 0 0,1-1 0,0 1 0,0 0 0,0-1 1,0 1-1,0 0 0,0-1 0,1 1 0,-1 0 1,0 0-1,1-1 0,-1 1 0,0 0 0,1 0 1,0-1-1,-1 1 0,1 0 0,0 0 0,-1 0 0,1 0 1,0 0-1,0 0 0,0 0 0,0 0 0,0 0 1,0 1-1,0-1 0,1 0 0,-1 1 0,0-1 1,0 0-1,0 1 0,1 0-5,-1-1 5,0 1 0,1 0 0,-1 0 0,1 0 0,-1 0 0,0 1-1,1-1 1,-1 0 0,0 0 0,1 1 0,-1-1 0,0 1 0,0-1 0,1 1 0,-1 0 0,0 0 0,0-1 0,0 1 0,0 0 0,0 0 0,0 0 0,0 0-1,0 0 1,0 0 0,0 0 0,0 0 0,-1 1 0,1-1 0,0 0 0,-1 0 0,1 1 0,-1-1 0,0 0 0,1 1 0,-1-1 0,0 0 0,0 1 0,0-1-1,0 1 1,0-1 0,0 0 0,0 1 0,0-1 0,-1 0 0,1 1 0,0-1 0,-1 0 0,1 1 0,-1-1 0,0 1-5,1 5 37,0 24 119,0 0 0,-2 0 0,-2 0-1,0 0 1,-2-1 0,-2 0 0,0 0 0,-5 7-156,4-14 31,3-5-15,-1 1-1,-1-2 1,-1 1-1,-1-1 1,0 0-1,-1-1 1,-9 11-16,-21-12-2413,28-22-2433</inkml:trace>
  <inkml:trace contextRef="#ctx0" brushRef="#br0" timeOffset="-9940.567">30535 3972 8458,'0'0'1661,"0"0"-63,0 0-439,0 0-545,0 0-308,27-14-96,90-44-92,-18 40 26,-89 19-130,-6-1 3,-1 1 1,1-1 0,-1 1-1,1 0 1,-1 0 0,1 1-1,-1-1 1,0 1 0,0 0-1,0-1 1,0 2 0,0-1-1,0 0 1,0 0-1,-1 1 1,1-1 0,-1 1-1,0 0 1,0 0 0,0 0-1,0 0 1,0 0 0,-1 0-1,1 1 1,-1-1 0,0 0-1,0 1 1,0-1 0,-1 1-1,1 3-17,-11 111 1010,-77 0-382,34-70-403,50-46-225,53-3-315,-35-1 292,0 0 1,1 1-1,-1 0 0,0 1 1,1 1-1,-1 1 1,0 0-1,0 1 1,0 0-1,0 2 0,0-1 1,-1 2-1,0 0 1,0 1-1,0 0 1,-1 1-1,0 0 1,-1 1-1,0 0 0,2 3 23,-10-6 11,1 0-1,-1 1 0,-1-1 0,1 0 1,-1 1-1,-1 0 0,1 0 0,-1 0 1,0 0-1,-1 0 0,1 1 0,-1-1 1,-1 0-1,1 1 0,-1-1 0,-1 0 0,0 1 1,0-1-1,0 0 0,0 0 0,-1 1 1,-1-1-1,1-1 0,-1 1 0,0 0 1,-1-1-1,1 1 0,-3 2-10,-11 4 90,0 0 0,-1-1 0,-1-1-1,0-1 1,0-1 0,-1 0 0,0-1 0,0-2 0,-1 0-1,0-1 1,0-1 0,0 0 0,0-2 0,-1-1-1,1-1 1,-1 0 0,-2-2-90,16 2 17,5 1-15,0 0 0,1-1 0,-1 1 0,0-1 0,0 1 0,0-1 0,1 0 0,-1 0 0,0-1 0,0 1 0,0-1 0,0 1 0,1-1 0,-1 0 0,0 0 0,1 0 0,-1 0 0,0 0 0,1-1 0,0 1 0,-1-1 0,1 0 0,0 1 0,0-1 0,0 0 0,0 0 0,0-1 0,0 1 0,0 0 0,1-1 0,-1 1 0,1-1 0,0 1 0,0-1 0,0 1 0,0-2-2,1-3-99,1 1-1,0 0 0,0-1 0,0 1 1,1 0-1,0 0 0,1 0 0,-1 0 0,1 0 1,0 1-1,0-1 0,1 1 0,0 0 0,0 0 1,0 0-1,0 0 0,1 0 100,44-43-2815</inkml:trace>
  <inkml:trace contextRef="#ctx0" brushRef="#br0" timeOffset="-9487.078">31293 3587 10242,'0'0'1424,"0"0"-202,0 0-220,0 0-574,0 0-272,0 0 98,24 7-11,0-1-185,-7-3-17,1 2-1,0 0 0,-1 1 1,0 1-1,-1 1 1,1 0-1,-1 1 1,3 3-41,2 5 83,0 2 1,0 0 0,-2 1 0,-1 0 0,0 2 0,-1 0 0,-2 1 0,0 1 0,-2 0-1,0 1 1,-2 0 0,0 1 0,-2 0 0,-1 1 0,-2 0 0,0 0 0,-1 0-1,-2 1 1,-1 7-84,4 25 113,-2 1 0,-4-1 0,-1 1 0,-4-1 0,-2 1 0,-3-2 0,-2 1 0,-3-1 0,-2-1 0,-3-1 0,-14 26-113,16-49 6,-1 0-1,-2-1 0,-1 0 1,-1-2-1,-2-1 0,-1-1 1,-1-1-1,-15 10-5,-63 49-1420,1-10-3021</inkml:trace>
  <inkml:trace contextRef="#ctx0" brushRef="#br0" timeOffset="-498.308">2419 5238 5705,'0'0'1591,"0"0"-444,0 0-123,0 0 243,0 0-118,5 0 583,326-26-531,-330 26-1237,1 0-1,0-1 0,0 1 0,-1 0 1,1 1-1,0-1 0,0 0 0,-1 0 1,1 1-1,0-1 0,-1 1 0,1-1 0,0 1 1,-1 0-1,1 0 0,-1 0 0,1-1 1,-1 2-1,0-1 0,1 0 0,-1 0 1,0 0-1,0 0 0,1 1 0,-1-1 0,0 1 1,-1-1-1,1 1 0,0-1 0,0 1 1,-1-1-1,1 1 0,-1 0 0,1-1 1,-1 2 36,2 15-2456</inkml:trace>
  <inkml:trace contextRef="#ctx0" brushRef="#br0" timeOffset="2392.926">3416 6237 5177,'0'0'1006,"0"0"137,0 0 3,0 0 49,0 0-76,-4 3-439,2-1-652,0 0 0,-1 1 0,1 0-1,1-1 1,-1 1 0,0 0-1,1 0 1,-1 0 0,1 0 0,0 0-1,0 0 1,0 1 0,0-1-1,1 0 1,-1 0 0,1 1-1,0-1 1,0 0 0,0 1 0,0-1-1,1 0 1,0 2-28,-1 2 37,-40 993 1893,42-798-2079,-2-201 77,0 0 0,1 0 0,-1 0 0,0 0 0,1 0 0,-1 0 1,1 0-1,-1-1 0,1 1 0,0 0 0,-1 0 0,1 0 0,0-1 1,-1 1-1,1 0 0,0-1 0,0 1 0,0 0 0,0-1 0,0 0 0,0 1 1,-1-1-1,1 1 0,0-1 0,0 0 0,0 0 0,0 1 0,0-1 1,0 0-1,0 0 0,1 0 0,-1 0 0,0 0 0,0 0 0,0-1 1,0 1-1,0 0 0,0 0 0,0-1 0,-1 1 0,1-1 0,0 1 0,0-1 1,1 1 71,15-22-3939</inkml:trace>
  <inkml:trace contextRef="#ctx0" brushRef="#br0" timeOffset="2705.381">3029 6511 8530,'0'0'813,"42"-8"-455,527-90-13,-493 86-279,1 4 0,0 3 1,0 4-1,0 3 0,47 8-66,3 36 109,-124-45-99,0 1 1,1 1-1,-1-1 1,0 0 0,0 1-1,-1 0 1,1-1-1,0 1 1,-1 0 0,0 1-1,1-1 1,-1 0 0,-1 0-1,1 1 1,0 0-1,-1-1 1,0 1 0,0 0-1,0-1 1,0 1-1,0 0 1,-1 0 0,0 0-1,0 0 1,0-1-1,0 1 1,0 0 0,-1 0-1,0 0 1,0 0-1,0-1 1,0 1 0,-2 2-11,-4 6 96,-1 0 1,0-1 0,-1-1-1,0 1 1,-1-1 0,0-1-1,0 0 1,-1 0 0,-1-1 0,1-1-1,-1 0 1,-5 2-97,-36 22 141,-1-3-1,-1-2 1,-1-2 0,-1-3 0,0-2-1,-2-3 1,0-3 0,-1-2 0,0-3-1,-1-2 1,-38-3-141,23-18-24,75 14-4,0 0 1,0 0 0,0 0 0,0-1-1,0 1 1,1 0 0,-1-1 0,0 1 0,1 0-1,-1-1 1,0 1 0,1-1 0,0 1-1,-1-1 1,1 0 0,0 1 0,0-1-1,0 1 1,0-1 0,0 1 0,0-1-1,1 1 1,-1-1 0,0 0 0,1 1 0,-1-1-1,1 1 1,-1 0 0,1-1 0,0 1-1,0-1 1,0 1 0,0 0 0,0 0-1,0 0 1,0-1 0,0 1 0,0 0-1,0 0 1,1 0 0,-1 1 0,0-1 0,1 0-1,0 0 28,56-46-1748,13 4-871</inkml:trace>
  <inkml:trace contextRef="#ctx0" brushRef="#br0" timeOffset="3126.473">4379 7086 4849,'0'0'1384,"0"0"-591,0 0-340,0 0-32,-29-7 219,-91-18-5,116 24-604,0 0 0,0 0 0,0 1 0,0-1 0,0 1-1,0 0 1,-1 0 0,1 1 0,0-1 0,0 1 0,0 0-1,0 0 1,0 0 0,0 0 0,0 1 0,0 0 0,0 0-1,1 0 1,-1 0 0,1 0 0,-1 1 0,1-1 0,0 1 0,0 0-31,-6 5 82,-3 2 16,1-1 0,1 1-1,-1 1 1,2 0 0,0 0 0,0 1-1,1 0 1,0 1 0,1 0-1,1 0 1,0 0 0,0 1 0,2 0-1,0 0 1,0 0 0,1 0 0,1 1-1,0-1 1,1 1 0,1-1 0,1 12-98,2-20 1,0 0 1,1 0 0,0 0 0,0 0-1,0-1 1,1 0 0,-1 0 0,1 0-1,1 0 1,-1-1 0,1 0 0,-1 0 0,1 0-1,0-1 1,1 0 0,-1 0 0,0-1-1,1 1 1,0-1 0,-1-1 0,1 1-1,0-1 1,0 0 0,0-1 0,0 0-1,0 0 1,-1 0 0,1-1 0,0 0-1,0 0 1,3-2-2,6 3 15,0 0 0,0-1 0,0-1 0,-1 0 0,1-2 0,0 0 0,-1 0 0,0-1 0,0-1 0,0-1 0,-1 0 0,0-1 0,-1 0 0,1-1 0,-1-1 0,-1 0 0,0 0 0,-1-2-1,0 1 1,0-1 0,-1-1 0,-1 0 0,4-7-15,-9 14 11,-1 0 0,0-1 0,-1 1 0,0-1 0,0 1-1,0-1 1,0 0 0,-1 1 0,-1-1 0,1 0 0,-1 0 0,0 0-1,0 0 1,-1 0 0,0 0 0,0 1 0,-1-1 0,0 0-1,0 1 1,-1-1 0,1 1 0,-1 0 0,-1 0 0,1 0 0,-1 0-1,0 0 1,0 1 0,-1 0 0,1 0 0,-1 0 0,-1 0 0,1 1-1,0 0 1,-1 0 0,0 0 0,0 1 0,-1 0-11,-19-9 18,-2 1 0,1 2 1,-1 1-1,0 1 1,-1 1-1,1 2 0,-1 1 1,0 1-1,0 1 0,0 2 1,-1 1-1,2 1 0,-5 2-18,11 6-2393,24-10-1838</inkml:trace>
  <inkml:trace contextRef="#ctx0" brushRef="#br0" timeOffset="3515.123">5055 6191 6561,'0'0'1841,"0"0"-553,0 0-816,0 0-160,0 0 344,-57 207 233,51-74-377,-13 51-80,-6 34-96,-3-8-120,6-46-104,6-62 8,10-46-72,3-2-48,3-14-64,0-32-72,25-8-1520,-3-25-929</inkml:trace>
  <inkml:trace contextRef="#ctx0" brushRef="#br0" timeOffset="3919.217">5124 6942 7626,'0'0'1053,"0"0"-513,-6 25-216,-17 84 44,22-101-311,0 1 0,0-1 0,1 1 0,0-1 0,0 1 0,1-1 0,0 0 0,0 1 0,1-1 0,1 0 0,-1 0 1,1 0-1,0 0 0,1 0 0,0-1 0,0 1 0,1-1 0,-1 0 0,2-1 0,-1 1 0,1-1 0,0 0 0,0 0 0,1-1 0,-1 0 0,1 0 0,0 0 0,1-1 0,-1 0 0,1-1 0,0 1 0,4 0-57,1 1 25,0-1 0,0 0 0,1-1 1,-1 0-1,1-1 0,0-1 1,-1 0-1,1-1 0,0 0 0,0-1 1,-1-1-1,1 0 0,-1-1 0,1 0 1,-1-1-1,0-1 0,0 0 1,9-5-26,7-11 5,-1-1 1,-1-1 0,-1-1 0,0-2 0,-3-1 0,0 0-1,-1-2 1,12-22-6,-33 49 91,-5 10-7,-105 191 637,9 4 0,-69 207-721,155-366-10,1-1 1,3 1 0,1 1-1,3 0 1,1 0 0,2 0-1,3 17 10,7-6-1335,10-23-2140</inkml:trace>
  <inkml:trace contextRef="#ctx0" brushRef="#br0" timeOffset="5362.433">5766 6871 5193,'0'0'894,"0"0"-416,0 0-94,0 0 331,0 0 123,7 33-87,36 206 544,-38 98 1145,-8-310-2306,-1-1 0,-1 0 0,-1 0 0,-2-1 0,0 0 0,-2 0 0,-5 9-134,23-92 168,24-22-206,3 2 0,4 1 0,3 2 0,13-13 38,-31 51-98,-10 10 65,2 2 0,1 0 0,1 1 0,1 1 1,1 0-1,11-7 33,-31 28 1,1 1-1,0 0 1,0 0-1,-1-1 1,1 1 0,0 0-1,0 0 1,0 0-1,0 0 1,1 0 0,-1 0-1,0 1 1,0-1-1,0 0 1,1 0 0,-1 1-1,0-1 1,1 1 0,-1-1-1,0 1 1,1 0-1,-1-1 1,1 1 0,-1 0-1,1 0 1,-1 0-1,1 0 1,-1 0 0,0 1-1,1-1 1,-1 0-1,1 0 1,-1 1 0,0-1-1,1 1 1,-1 0 0,0-1-1,1 1 1,-1 0-1,0 0 1,0 0 0,0 0-1,0 0 1,0 0-1,0 0 1,0 0 0,0 0-1,0 0 1,0 0-1,-1 1 1,1-1 0,0 0-1,-1 1 1,1-1-1,-1 0 1,0 1 0,1-1-1,-1 1 1,0 0-1,4 257 252,-46-42 144,78-265-500,-7 8 129,-3 0-24,2 2 0,2 0 0,1 3 1,2 0-1,33-26-1,5 22-57,-70 38 57,1 1 0,0-1 0,0 1 0,0-1 0,-1 1 0,1 0 0,0-1 0,0 1 0,0 0 0,0 0 0,-1 0 0,1 0 0,0 1 0,0-1 0,0 1 0,0-1 0,-1 1 0,1-1-1,0 1 1,-1 0 0,1 0 0,0 0 0,-1 0 0,1 0 0,-1 0 0,1 0 0,-1 0 0,0 1 0,0-1 0,1 1 0,-1-1 0,0 1 0,0-1 0,0 1 0,-1 0 0,1-1 0,0 1 0,0 0 0,-1-1 0,1 3 0,9 205 359,-19 8-251,9-214-128,0 1-73,-1 0 0,1 0 0,0 1 0,0-1-1,0 0 1,0 0 0,1 0 0,-1 0 0,1 0 0,0 0 0,1 0 0,-1 0-1,1 0 1,-1 0 0,1-1 0,0 1 0,1 0 0,-1-1 93,22 3-3929</inkml:trace>
  <inkml:trace contextRef="#ctx0" brushRef="#br0" timeOffset="5844.798">7077 6995 6489,'0'0'1617,"0"0"-689,0 0-544,0 0-96,0 0 112,0 0 216,0 0 224,22 215-143,-9-130-185,0 0-336,-4 6 24,-3-20-112,1-3-48,-1-26-40,-3-11 0,-3-31-96,0 0-1489,0-25-1127</inkml:trace>
  <inkml:trace contextRef="#ctx0" brushRef="#br0" timeOffset="6048.968">6889 6639 7466,'0'0'2672,"0"0"-2032,0 0-568,0 0-72,0 0-464,195 51-1000,-139-26-1521</inkml:trace>
  <inkml:trace contextRef="#ctx0" brushRef="#br0" timeOffset="7218.438">8012 7344 4001,'0'0'1381,"0"0"-175,0 0 10,0 0-206,0 0-251,0 0-71,-21-9-121,-70-28-85,-37 20 535,100 17-861,11 0-86,0 0 0,0 2 0,0 0 0,0 0 0,1 2 0,-1 0 1,1 1-1,0 0 0,0 2 0,0-1 0,1 2 0,0 0 0,1 1 1,0 1-1,0 0 0,1 1 0,-4 4-70,8-7 36,0 1-1,1 0 1,0 0 0,1 1-1,0 0 1,0 0 0,1 0 0,1 1-1,0 0 1,0 0 0,1 1-1,0-1 1,1 1 0,1 0-1,-1 0 1,2 0 0,0 0 0,0 0-1,1 0 1,1 0 0,0 0-1,3 12-35,-1-18 1,1 0-1,1 0 1,-1 0-1,1 0 1,0-1-1,0 1 1,1-1-1,0-1 1,0 1-1,0-1 1,0 0-1,0 0 1,1-1 0,0 0-1,0 0 1,0 0-1,0-1 1,0 0-1,0-1 1,1 1-1,-1-1 1,1-1-1,-1 1 1,0-2-1,1 1 1,-1-1-1,1 0 1,-1 0-1,5-2 0,19-3-14,0-2-1,-1-2 1,0 0-1,-1-2 1,0-1-1,0-2 1,-2-1-1,0 0 1,-1-2-1,0-2 1,-2 0-1,0-1 1,-2-1-1,0-2 1,11-16 14,47-57-354,-105 108 558,19-4-194,0 1 0,0 0 0,0 0 0,1 1 0,0 0 0,1 0 0,0 0 0,0 0 0,1 0 0,0 1 0,1 0 0,0-1 0,0 1 0,1 0 0,1 0 0,-1 0 0,2 0 0,0 9-10,2-11 1,0 0 0,1-1 0,0 1 0,0-1 0,1 1 0,0-1 0,0-1 0,1 1-1,-1-1 1,1 0 0,1 0 0,-1 0 0,1-1 0,0 0 0,0-1 0,1 1 0,-1-2-1,1 1 1,0-1 0,0 0 0,0 0 0,1-1 0,-1 0 0,0-1 0,1 0 0,-1 0-1,1 0 1,0-1 0,-1-1 0,2 0-1,30 6-17,0-2-1,0-1 1,0-3-1,1-1 0,-1-1 1,0-3-1,-1-1 1,0-2-1,0-2 1,0-2-1,-2-1 1,0-1-1,0-3 1,-2-1-1,0-1 1,-1-2-1,-1-1 1,-2-2-1,0-1 1,-2-2-1,0 0 1,3-9 17,-6-2-131,-2-1 0,-2 0 1,-2-2-1,-1-1 1,-3-1-1,-1 0 1,-2 0-1,-2-2 0,-3 1 1,-1-2-1,-2 1 1,-2 0-1,-3-24 131,2 63-2,-1 0 1,0 0-1,0 0 0,-1 0 1,0 0-1,0 0 1,0 0-1,-1 0 0,0 0 1,-1 0-1,0 0 0,0 1 1,0-1-1,-1 0 1,0 1-1,0 0 0,0-1 1,-1 1-1,0 1 0,0-1 1,-1 1-1,1-1 1,-1 1-1,0 0 0,-1 1 1,1 0-1,-1-1 0,0 2 1,0-1-1,0 1 1,0 0-1,-4-1 2,3 3 3,-1 0 0,0 0 0,0 1 0,1 0 0,-1 1 0,0 0 0,0 0 0,1 0 0,-1 1 0,1 0 1,0 1-1,-1 0 0,1 0 0,0 0 0,0 1 0,1 0 0,-1 0 0,1 1 0,0 0 0,0 0 0,1 0 0,-1 1 0,1 0 0,0 0 0,1 0 0,0 1 0,0-1 0,0 1 1,0 0-1,1 0 0,-1 5-3,-17 33 84,2 0 0,3 2 0,1 0 0,2 1 0,3 0 0,1 1 1,3 0-1,2 0 0,2 1 0,2-1 0,2 2-84,-2-29 41,1 0 1,0-1-1,2 1 1,0 0-1,1 0 0,2-1 1,0 0-1,1 0 0,1-1 1,1 0-1,1 0 0,1-1 1,0 0-1,1-1 0,2 0 1,-1-1-1,4 1-41,10 1-33,0-1-1,1-1 1,1-2 0,1-1-1,0-1 1,0-1 0,1-2-1,1-2 1,0 0 0,0-2-1,0-2 1,1 0 0,-1-3-1,1 0 1,7-3 33,36 3-1865</inkml:trace>
  <inkml:trace contextRef="#ctx0" brushRef="#br0" timeOffset="13795.35">10874 6865 3097,'0'0'884,"0"0"-205,0 0-49,0 0 9,0-31 107,9-211 1625,-9 234-2185,1 7-141,-1 0 0,1 0 0,-1 0 1,1 0-1,-1 0 0,0-1 1,1 1-1,-1 0 0,0 0 1,0 0-1,0 0 0,0-1 1,0 1-1,0 0 0,0 0 1,-1 0-1,1 0 0,0-1 1,-1 1-1,1 0 0,0 0 0,-1 0 1,0 0-1,1 0 0,-1 0 1,0 0-1,1 0 0,-1 0 1,0 0-1,0 1 0,0-1 1,0 0-1,1 0 0,-1 1 1,0-1-1,-1 0 0,1 1 1,0-1-1,0 1 0,0 0 0,0-1 1,0 1-1,0 0 0,0 0 1,-1-1-1,1 1 0,0 0 1,0 0-1,0 0 0,-1 1 1,1-1-1,0 0 0,0 0 1,0 1-1,0-1 0,-1 1-45,-5 2 56,0 1 0,0-1 0,0 1 0,1 1 0,-1 0 0,1 0 0,0 0 0,1 0 0,-1 1 0,1 0 0,1 0-1,-1 0 1,1 1 0,0 0 0,0 0 0,1 0 0,0 0 0,0 0 0,0 2-56,-30 76 177,3 1 0,4 2 0,4 0 0,4 1 0,4 2 0,4-1 0,4 1-1,3 0 1,7 31-177,-1-82 36,2 0 0,2-1 0,2 0 0,2 0-1,1-1 1,13 28-36,0 2 20,-13-32-274,67 222 106,-58-85-7252,-21-154 1487</inkml:trace>
  <inkml:trace contextRef="#ctx0" brushRef="#br0" timeOffset="14043.054">10396 7522 8034,'0'0'1104,"0"0"-872,0 0 32,258-51 504,-142 25-200,10-5-312,0-3-248,18-2-8,-34 10-1032,-28 3-3769</inkml:trace>
  <inkml:trace contextRef="#ctx0" brushRef="#br0" timeOffset="14339.302">11258 7321 7866,'0'0'1036,"0"0"-500,0 0-267,0 0-63,25 25 57,88 75 238,-107-96-471,-1-1 0,1 0-1,0 0 1,0 0 0,0 0 0,0-1-1,0 0 1,0-1 0,1 1 0,-1-1 0,1 0-1,-1-1 1,1 1 0,-1-1 0,1-1-1,-1 1 1,1-1 0,-1 0 0,0-1 0,1 1-1,3-3-29,1 1 4,0-1 0,0 0 0,0 0 0,-1-1 0,1-1 0,-1 0 0,0 0 0,-1-1 0,0 0 0,0-1 0,0 0 0,-1-1 0,-1 1 0,1-1 0,-1-1 0,-1 1-1,1-1 1,-2 0 0,0-1 0,0 0 0,0 1 0,-2-1 0,1-1 0,-1 0-4,-2 8-41,-1 0 0,1 0 0,-1 0 0,0 0 0,0 0 0,-1 0 0,1 0 0,-1 0 0,0 1 0,0-1 0,0 0 0,0 0 0,-1 1 0,0-1 0,1 1 0,-1-1 0,0 1 0,-1 0 0,1-1 0,-1 1 0,1 0 0,-1 1 0,0-1 0,0 0 0,0 1 0,0 0 0,-1 0 0,1 0 0,-1 0 0,1 0 0,-1 1 0,1-1 0,-1 1 0,0 0 41,-11-4-5,0 1-1,0 0 0,0 1 0,-1 1 0,1 0 1,0 1-1,-1 1 0,0 0 0,1 1 0,-1 1 1,1 0-1,0 1 0,0 1 0,0 0 0,0 1 1,1 1-1,-1 0 0,2 1 0,-1 1 0,1 0 1,0 0-1,0 1 0,-6 7 6,8-4 121,-1 1 0,2 0 0,0 1 0,0 0 0,1 0 0,1 1 0,0 0-1,1 0 1,1 1 0,1 0 0,0 0 0,1 1 0,0-1 0,2 1 0,0 0 0,0 0 0,2 0 0,1 8-121,-2-17 34,1 1 1,1-1 0,-1 0-1,1 0 1,1 0 0,0 0 0,0 0-1,0 0 1,1 0 0,0-1 0,1 1-1,0-1 1,0 0 0,0 0-1,1 0 1,0-1 0,0 0 0,1 0-1,-1 0 1,2 0 0,-1-1-1,0 0 1,1 0 0,0-1 0,0 0-1,0 0 1,1 0-35,9 2 14,0 0 1,0-1-1,0-1 1,0 0-1,1-1 0,-1-1 1,1-1-1,0 0 0,8-2-14,3-1-207,0-1 0,0-2 0,-1 0 0,0-2 0,0-2 0,0 0 0,-1-2-1,0-1 1,-1 0 0,0-3 0,-1 0 0,-1-1 0,9-9 207,75-49-4612</inkml:trace>
  <inkml:trace contextRef="#ctx0" brushRef="#br0" timeOffset="14759.386">12229 7256 4145,'0'0'1033,"0"0"29,0 0 112,0 0 37,0 0-306,0 0-344,-13-9-178,-47-24-135,57 32-227,0 1 0,0-1 0,0 0 0,0 1-1,0-1 1,1 1 0,-1 0 0,0 0 0,0 1-1,0-1 1,0 0 0,0 1 0,0 0 0,0-1-1,1 1 1,-1 0 0,0 1 0,1-1 0,-1 0-1,1 1 1,-1-1 0,1 1 0,-1 0 0,1 0-1,0 0 1,0 0 0,0 0 0,0 1-21,-5 3 95,-11 10 83,1 0 0,1 1 0,0 1 0,1 0 0,1 1 0,1 1 0,1 0 0,0 1 0,2 0 0,0 0 0,2 1 0,0 1 0,1 0 0,1 0 0,1 7-178,4-28 1,0 0 1,0 0 0,0 0 0,1 0-1,-1 1 1,1-1 0,-1 0 0,1 0 0,0 1-1,0-1 1,0 0 0,0 0 0,1 1-1,-1-1 1,0 0 0,1 0 0,0 0-1,-1 0 1,1 1 0,0-1 0,0 0-1,0 0 1,1-1 0,-1 1 0,0 0-1,1 0 1,-1 0 0,1-1 0,-1 1-1,1-1 1,0 0 0,0 1 0,0-1 0,0 0-1,0 0 1,0 0 0,0 0 0,0 0-1,0 0 1,0-1 0,0 1 0,0-1-1,1 0 1,-1 1 0,0-1 0,0 0-1,2-1-1,14-1-38,0-2 1,0-1-1,-1 0 0,1-1 0,-1 0 0,-1-2 0,0 0 0,0-1 0,0 0 0,-1-2 0,0 1 0,-1-2 1,-1 0-1,0-1 0,0 0 0,-1-1 0,-1 0 0,9-15 38,27-23-180,6-1-435,-49 80 693,-17 157-63,14-180-125,1-1 0,-1 0-1,1 0 1,0 0 0,-1 0 0,1-1-1,0 1 1,1 0 0,-1-1 0,0 0-1,1 1 1,0-1 0,-1 0 0,1 0-1,0 0 1,0-1 0,0 1 0,0-1-1,0 0 1,0 1 0,1-1 0,-1-1-1,0 1 1,0 0 0,1-1 0,-1 0-1,1 1 1,-1-2 0,0 1 0,1 0-1,-1 0 1,0-1 0,1 0 0,1 0 110,5 1-925,35 0-5330</inkml:trace>
  <inkml:trace contextRef="#ctx0" brushRef="#br0" timeOffset="15054.467">12560 6562 7578,'0'0'1144,"0"0"-848,0 0-176,0 0 504,72 164 256,-34-48 249,-10 9-177,-6 11-296,-3 11-296,-10-28-224,1 8-48,-1-19-88,1-26 8,-4-20 8,3-31-16,-9-31-1008,0-36-1385,-6-21-6217</inkml:trace>
  <inkml:trace contextRef="#ctx0" brushRef="#br0" timeOffset="15304.779">12368 7012 8138,'0'0'1048,"0"0"-576,182 54-64,-81-51-144,15-3-112,7-3-64,41-28-88,-26 0-216,-28 8-2104</inkml:trace>
  <inkml:trace contextRef="#ctx0" brushRef="#br0" timeOffset="15664.481">12991 7185 5457,'0'0'1729,"0"0"-443,0 0-396,0 0-323,-6 30 52,-26 192 748,35-13-159,-3-204-1194,0 0 0,1-1-1,0 1 1,0-1 0,0 1 0,0-1 0,1 1 0,0-1 0,0 0-1,0 0 1,0 1 0,1-2 0,0 1 0,-1 0 0,1-1 0,1 1-1,-1-1 1,0 0 0,1 0 0,0 0 0,0 0 0,0-1 0,0 1 0,0-1-1,0 0 1,0-1 0,1 1 0,-1-1 0,1 1 0,-1-1 0,1-1-1,0 1 1,-1-1 0,1 0 0,0 0 0,-1 0 0,1 0 0,-1-1-1,1 0 1,0 0 0,-1 0 0,1 0 0,2-2-14,7-8 2,0 1 1,0-2-1,-1 0 1,-1-1-1,0 0 1,-1 0 0,0-1-1,-1-1 1,0 0-1,1-4-2,-4 7-21,12-17-177,-1 0 0,-2-1 0,-2-1-1,0 0 1,-2-1 0,-1-1 0,2-17 198,-12 153 497,-3-92-481,0 1-1,1-1 0,0 0 0,1 1 0,0-1 0,1 0 0,0 0 0,1 1 0,0-1 0,0 0 0,2 0 1,-1-1-1,1 1 0,1-1 0,0 0 0,0 0 0,1 0 0,1 0 0,-1-1 0,1-1 0,1 1 1,0-1-1,0 0 0,0 0 0,1-1 0,0-1 0,1 1 0,2 0-15,114 6-2696,-79-13-1855</inkml:trace>
  <inkml:trace contextRef="#ctx0" brushRef="#br0" timeOffset="16267.562">13532 7250 6169,'0'0'2408,"0"0"-1318,0 0-401,9 31 141,-1-1-594,-3-9-73,2 1 0,0-1 0,1-1 0,1 1 0,0-1 0,2-1-1,1 0 1,6 9-163,20 21 363,-5-7-204,-2 1-1,-1 1 1,-3 2 0,-2 0 0,14 36-159,-38-94 441,-2-61-342,-2 38-154,2-1 0,2 1 0,1-1-1,1 1 1,2-1 0,2 1 0,1 1 0,2-1 0,4-6 55,-14 38-4,1 1 0,0-1 0,0 1 0,0-1-1,0 1 1,0-1 0,0 1 0,1 0 0,-1 0 0,1-1 0,-1 1 0,1 0 0,0 0 0,0 1 0,0-1 0,0 0 0,0 1 0,1-1 0,-1 1 0,0 0 0,1-1 0,-1 1 0,1 0 0,-1 1 0,1-1 0,-1 0 0,1 1 0,0-1 0,-1 1 0,1 0 0,0 0 0,-1 0 0,1 0 0,0 0 0,-1 1 0,1-1 0,0 1 0,-1 0-1,1 0 1,-1 0 0,1 0 0,-1 0 0,0 0 0,1 1 0,-1-1 0,1 2 4,93 113 180,-78-100-169,2-1 0,-1-1 0,2-1 1,0 0-1,0-2 0,1 0 0,1-2 0,-1 0 0,2-2 0,-1 0 0,1-2 0,0 0 0,0-2 0,0 0 0,0-2 0,1-1 0,2-1-11,-23 2 5,1-1-1,0 1 1,0-1-1,-1 0 1,1-1-1,0 1 0,0-1 1,-1 0-1,1 0 1,-1-1-1,1 1 1,-1-1-1,1 0 0,-1 0 1,0-1-1,0 1 1,0-1-1,0 0 1,0 0-1,-1 0 0,0 0 1,1-1-1,-1 1 1,0-1-1,0 0 1,-1 0-1,1 0 0,-1 0 1,0 0-1,0-1 1,1-3-5,-1 1-1,-1 0 0,0-1 0,0 1 1,0 0-1,-1-1 0,0 1 0,-1 0 1,1-1-1,-1 1 0,-1 0 0,1 0 1,-1 0-1,-1 0 0,1 0 0,-1 0 1,0 1-1,-1-1 0,1 1 0,-1 0 0,-1 0 1,1 0-1,-1 0 0,0 1 0,0 0 1,-1 0-1,1 0 0,-1 1 0,0 0 1,0 0-1,-1 0 0,1 1 0,-1 0 1,0 0-1,0 1 0,-4-1 1,1 1 10,1 0 0,-1 1 1,0 1-1,0 0 0,0 0 0,0 1 0,0 0 0,1 1 1,-1 0-1,0 0 0,1 1 0,0 0 0,-1 1 1,1 0-1,1 0 0,-1 1 0,1 0 0,-1 1 1,2 0-1,-1 0 0,0 1 0,1 0 0,1 0 0,-1 0 1,1 1-1,0 0 0,-4 8-10,1-1 36,0 0 0,1 2 0,1-1 0,0 1 0,1 0 0,1 0 0,0 0 0,2 1 0,0 0 0,0-1 0,2 1 0,0 0 0,2 0 0,0 0 0,0 1-36,2-11 4,-1 1 0,1-1 0,0 1 0,1-1 0,0 0 0,0 0 1,1-1-1,0 0 0,0 1 0,1-1 0,0-1 0,0 1 0,1-1 0,-1 0 0,1-1 0,0 0 0,1 0 1,0 0-1,-1-1 0,1 0 0,8 2-4,185 49 11,35-40-604,-138-15-3381,-61 0-4286</inkml:trace>
  <inkml:trace contextRef="#ctx0" brushRef="#br0" timeOffset="17893.518">15501 7482 136,'0'0'931,"0"0"-244,0 0-6,0 0 218,0 0 156,-31-6 228,-96-20 73,-5 10 5536,908 2-5754,-522 4-1030,-148 9-6859,-135 1 80</inkml:trace>
  <inkml:trace contextRef="#ctx0" brushRef="#br0" timeOffset="18141.398">16340 6995 4065,'0'0'880,"0"0"-168,0 0 320,95 153 249,-86-85 271,-9 11 48,-9 6-343,-35 12-361,-13-7-312,-9-8-280,6-8-128,7-32-80,15-19-32,38-46-64,0-19-1120,32-29-3441</inkml:trace>
  <inkml:trace contextRef="#ctx0" brushRef="#br0" timeOffset="20497.529">17054 7162 4001,'0'0'2054,"0"0"-1189,0 0-393,0 0-13,0 0 72,0 0-10,32 16-173,103 46-66,-131-60-265,-1 1-1,1-1 1,0-1 0,-1 1 0,1-1 0,0 1 0,0-1 0,0 0 0,1-1 0,-1 1 0,0-1-1,0 1 1,0-1 0,0-1 0,1 1 0,-1 0 0,0-1 0,0 0 0,0 0 0,0 0-1,0-1 1,0 1 0,-1-1 0,1 0 0,0 0 0,-1 0 0,1-1 0,-1 1 0,0-1-1,0 0 1,0 1 0,0-2 0,2-1-17,-3 2 10,1 0 0,-1 1 1,0-1-1,-1 0 0,1 0 0,0 0 0,-1 0 0,0-1 0,0 1 0,0 0 1,0 0-1,0-1 0,-1 1 0,1-1 0,-1 1 0,0 0 0,0-1 0,0 1 1,0-1-1,-1 1 0,0 0 0,1-1 0,-1 1 0,0 0 0,-1-1 0,1 1 1,0 0-1,-1 0 0,0 0 0,0 0 0,0 1 0,0-1 0,0 0 0,0 1 1,-1-1-1,1 1 0,-1 0 0,0 0 0,0 0 0,1 0 0,-1 0 0,-1 1 1,1 0-1,0-1 0,0 1 0,0 0 0,-1 0 0,1 1 0,-2-1-10,-10-4 57,0 0 0,0 1 0,0 1-1,-1 1 1,1 0 0,-1 1 0,0 0-1,0 1 1,1 1 0,-1 1 0,0 0-1,1 1 1,0 0 0,-1 2 0,1 0 0,1 0-1,-1 2 1,1-1 0,0 2 0,1 0-1,-1 0 1,2 2 0,-10 7-57,19-13 20,0-1 1,1 1-1,-1-1 0,1 1 1,0 0-1,0 0 1,0 0-1,1 0 0,-1 0 1,1 0-1,0 0 1,0 0-1,1 1 0,-1-1 1,1 0-1,0 1 1,0-1-1,0 0 0,1 1 1,-1-1-1,1 0 0,0 1 1,0-1-1,1 0 1,-1 0-1,1 0 0,0 0 1,0 0-1,0-1 1,1 1-1,-1 0 0,1-1 1,0 0-1,0 0 1,0 0-1,0 0 0,1 0 1,1 1-21,28 12 29,0-1 0,0-2 1,2-2-1,-1 0 0,1-3 1,1 0-1,-1-3 0,1-1 1,16-1-30,-26 0 119,-49-4 85,-13 0-207,19 1 3,-145 14 11,156-13-12,0 0-1,0 1 1,1 0-1,-1 0 1,0 0-1,1 1 1,0 0-1,-1 0 1,1 0 0,0 1-1,1 0 1,-1 0-1,1 0 1,-1 0-1,1 1 1,1-1-1,-1 1 1,1 0-1,-1 0 1,2 1-1,-1-1 1,0 1-1,1-1 1,0 1-1,0 1 2,1 4 12,1 0 0,0 0 1,0 0-1,1 1 0,0-1 0,1 0 0,1 0 0,0-1 0,0 1 0,1-1 0,0 1 0,1-1 0,0 0 0,0 0 0,1-1 0,1 0 0,-1 0 0,2 0 0,-1-1 0,1 0 0,0-1 0,1 1 0,0-2 0,0 1 0,0-1 0,1-1 0,0 1 0,0-2 0,0 1 0,1-2 0,-1 1 0,1-1 0,0-1 0,0 0 0,0 0 0,0-1 0,0-1 0,11 0-12,-13 1 35,1-1 1,-1 0-1,0 0 0,0-1 1,1 0-1,-1 0 1,0-1-1,0 0 1,0-1-1,0 0 1,-1 0-1,1-1 1,-1 0-1,0-1 1,0 0-1,0 0 1,-1 0-1,0-1 1,0 0-1,3-5-35,10-13-68,-3-2 1,0 0-1,-1-1 0,-2-1 0,0 0 0,-2-1 1,-1 0-1,-2 0 0,6-30 68,-6 26-485,15-55-2241</inkml:trace>
  <inkml:trace contextRef="#ctx0" brushRef="#br0" timeOffset="20792.497">17812 7559 1848,'0'0'2248,"0"0"-773,0 0-447,0 0-32,0 0 422,0 0 10,5-10-728,49-140-332,-40 105-332,2 0-1,1 1 0,3 0 0,1 2 0,12-15-35,-32 54 45,1-1 0,0 0 0,1 1 0,-1 0-1,1 0 1,-1-1 0,1 1 0,0 1 0,0-1 0,0 0-1,1 1 1,-1 0 0,0-1 0,1 1 0,0 1 0,-1-1-1,1 0 1,0 1 0,0 0 0,0 0 0,0 0-45,0 3 42,-1 0 1,0 1 0,0-1 0,0 1 0,0 0-1,-1 0 1,1 0 0,-1 0 0,0 0 0,1 1-1,-1-1 1,-1 1 0,1-1 0,-1 1 0,1 0-1,-1-1 1,0 1 0,0 0 0,-1 0 0,1 4-43,4 6 107,75 230 106,-57-186-1320,-6-13-1691</inkml:trace>
  <inkml:trace contextRef="#ctx0" brushRef="#br0" timeOffset="21225.779">18357 7573 584,'0'0'5709,"0"0"-3562,0 0-1497,7-24-275,64-163 269,-61 164-619,1 0 1,2 1-1,0 0 0,1 1 1,1 1-1,0 0 0,2 1 1,1 1-1,0 1 0,1 0 1,5-3-26,-22 19 9,0 0 0,0 1 1,1-1-1,-1 0 0,0 1 1,0-1-1,0 1 0,1-1 1,-1 1-1,0 0 0,0 0 1,1 0-1,-1 1 0,0-1 1,0 0-1,1 1 0,-1-1 1,0 1-1,0 0 0,0 0 1,0 0-1,0 0 0,0 0 1,0 0-1,0 1 0,0-1 1,-1 0-1,1 1 0,-1 0 1,1-1-1,-1 1 0,1 0 1,-1 0-1,0 0 0,0-1 0,0 2 1,0-1-1,0 0 0,0 0 1,0 0-1,-1 0 0,1 0 1,-1 1-1,0-1 0,0 0 1,1 0-1,-1 1 0,-1-1 1,1 0-1,0 0 0,-1 1 1,1-1-1,-1 0 0,0 1-9,3 7 150,7 63 461,-9-56-571,1 0 0,1 0 0,0 0 0,2-1 0,0 1 0,0-1 0,2 0 0,0 0 0,1 0 0,0-1 0,9 13-40,-15-26 8,0-1-1,0 0 1,0 1 0,0-1 0,0 0-1,0 1 1,1-1 0,-1 0 0,0 0-1,1 0 1,-1 0 0,1 0 0,-1-1-1,1 1 1,-1 0 0,1-1 0,-1 1-1,1-1 1,0 1 0,-1-1 0,1 0-1,0 1 1,-1-1 0,1 0 0,0 0-1,-1 0 1,1-1 0,0 1 0,-1 0-1,1-1 1,0 1 0,-1-1 0,1 1-1,-1-1 1,1 0 0,-1 0 0,1 0-1,-1 0 1,0 0 0,1 0 0,-1 0-1,0 0 1,0 0 0,0 0 0,1-1-1,-1 1 1,-1-1 0,1 1 0,0 0-1,0-1 1,0 0 0,-1 1 0,1-1-1,-1 1 1,0-1 0,1 0 0,-1 1-1,0-2-7,2 0 82,0 0-1,0 0 1,0 0-1,-1-1 0,0 1 1,1 0-1,-1-1 0,0 1 1,-1-1-1,1 0 1,-1 1-1,1-1 0,-1 1 1,0-1-1,0 0 1,-1 1-1,1-1 0,-1 1 1,0-1-1,0 0 1,0 1-1,0 0 0,-1-1 1,1 1-1,-1 0 0,0 0 1,0 0-1,0 0 1,0 0-1,-1 0 0,1 0 1,-1 1-1,1 0 1,-1-1-82,-87 2 517,89 1-556,15 7-3164,-3-6-1195</inkml:trace>
  <inkml:trace contextRef="#ctx0" brushRef="#br0" timeOffset="21647.757">18592 6228 8594,'0'0'1247,"0"0"-558,0 0-290,-18 25-68,-55 81-103,71-103-221,0 0 1,0 0-1,0 0 0,1 1 1,-1-1-1,1 0 1,0 1-1,0-1 1,0 1-1,1-1 0,-1 1 1,1 0-1,0-1 1,0 1-1,0 0 0,0-1 1,1 1-1,-1-1 1,1 1-1,0-1 0,0 1 1,0-1-1,1 1 1,-1-1-1,1 0 1,0 0-1,0 0 0,0 0 1,0 0-1,0 0 1,1 0-1,-1-1 0,1 1 1,0-1-8,1 3 9,7 6 11,0-1-1,0 0 0,1-1 1,1 0-1,0 0 0,0-2 1,0 0-1,1 0 0,0-1 1,0-1-1,1 0 1,-1-1-1,1 0 0,0-2 1,0 1-1,0-2 0,0 0 1,1-1-1,-1 0 1,0-2-1,1 0-19,-11 0 49,-1 0 1,0 0-1,0-1 1,0 1 0,0-1-1,0 0 1,-1-1-1,1 1 1,-1-1-1,0 1 1,0-1-1,0 0 1,-1 0-1,1 0 1,-1-1-1,0 1 1,0 0-1,0-1 1,-1 1-1,0-1 1,0 0-1,0 0 1,0 1-1,-1-1 1,0 0 0,1 0-1,-2 0 1,1 1-1,-1-1 1,1 0-1,-2 0 1,1 1-1,0-1 1,-1 1-1,0-1 1,0 1-1,0 0 1,0-1-1,-1 1 1,0 0-1,1 1 1,-2-1-1,1 0 1,0 1-1,-4-3-49,-3-6-210,-1 1 1,0 1-1,-1-1 0,0 2 0,0 0 0,-1 0 0,0 1 0,-1 1 0,0 0 0,0 1 0,-1 0 0,-3 0 210,-9 4-4135</inkml:trace>
  <inkml:trace contextRef="#ctx0" brushRef="#br0" timeOffset="21912.026">19045 6956 416,'0'0'7316,"0"0"-4908,0 0-1772,0 0-83,0 0-47,0 0-38,22 0-104,72 2-132,-88-3-225,-1 1 0,0-1 0,1 1 0,-1 0 0,1 1 1,-1-1-1,1 1 0,-1 0 0,0 0 0,1 1 0,-1 0 0,0 0 0,0 0 1,0 0-1,0 1 0,-1 0 0,1 0 0,-1 0 0,1 0 0,-1 1 0,0 0 1,-1-1-1,1 2 0,0-1 0,-1 0 0,0 1 0,0-1 0,-1 1 0,3 4-7,4 15 30,-2 0-1,0 1 0,-1 0 0,-1 0 1,-2 0-1,0 1 0,-2-1 0,0 1 1,-4 22-30,3-9 11,4 156-1031,4-164-1562</inkml:trace>
  <inkml:trace contextRef="#ctx0" brushRef="#br0" timeOffset="22224.806">19492 7437 1824,'0'0'4984,"0"0"-3244,0 0-1125,0 0-293,0 0-92,14-20-86,50-62-108,-60 79-35,0 0-1,0 0 0,0 1 0,0-1 1,1 1-1,-1 0 0,1 0 0,-1 0 1,1 1-1,0 0 0,-1 0 0,1 0 1,0 0-1,0 1 0,0 0 0,0 0 1,0 0-1,0 1 0,-1-1 0,4 2 0,15-1 5,146 56 12,-166-59 12,1 1 0,0-1 0,0 0 0,-1 0 0,1-1 0,-1 1 0,0-1-1,0 0 1,0 0 0,0 0 0,0 0 0,-1 0 0,1-1 0,-1 1 0,0-1 0,0 1 0,0-1 0,0 0 0,-1 0 0,1 0-1,-1 0 1,0 0 0,-1 0 0,1 0 0,-1 0 0,1-1 0,-1 1 0,0 0 0,-1 0 0,1 0 0,-1 0 0,0 0 0,0-1-1,0 1 1,-1-2-29,-2-1 163,1 0-1,-1 0 0,0 1 1,0-1-1,-1 1 0,0 0 1,0 0-1,0 0 0,-1 1 1,0 0-1,0 0 0,0 1 1,0-1-1,-1 1 0,0 1 1,0-1-1,0 1 0,0 0 1,-1 1-1,1 0 0,-1 0 1,-4-1-163,-183-52-591,168 41-1553</inkml:trace>
  <inkml:trace contextRef="#ctx0" brushRef="#br0" timeOffset="22489.725">19659 6500 6009,'0'0'2265,"0"0"-1393,0 0-456,0 0-208,0 0-208,0 0 8,0 0 160,22 161 176,22-135 136,-3-18 224,9-8 9,-6-8-169,-3-32 16,-3-16-248,-10-12-80,-3-31-232,-6 16-1240,-13 10-3897</inkml:trace>
  <inkml:trace contextRef="#ctx0" brushRef="#br0" timeOffset="22801.369">20300 7052 8330,'0'0'2343,"0"0"-1339,0 0-538,0 0-133,0 0-249,0 0-48,22-2-19,-6-1-12,-8 1-1,0 0 0,0 1 0,0 0 0,0 0-1,0 1 1,0 0 0,0 0 0,0 1 0,0 0 0,0 1 0,0 0 0,0 0 0,0 0-1,0 1 1,-1 0 0,0 1 0,3 1-4,1 4 16,-1 0 1,-1 1-1,1 0 1,-2 0-1,1 1 0,-1 0 1,-1 1-1,0 0 1,-1 0-1,0 0 0,-1 1 1,0 0-1,-1 0 1,-1 0-1,0 0 0,0 1 1,-1-1-1,-1 1 0,-1 0 1,0-1-1,0 1 1,-1-1-1,-1 1 0,0 0 1,-1-1-1,-1 0 1,0 0-1,-1 0 0,0 0 1,-1-1-1,-5 9-16,1-7 46,0 0-1,-2 0 0,1-1 1,-2 0-1,1-1 1,-2 0-1,0-1 1,0-1-1,-1 0 0,0-1 1,-1-1-1,0 0 1,0-1-1,0 0 1,-1-2-1,-9 2-45,24-6-7,-1 0-1,1 0 1,-1 0-1,0-1 1,1 1-1,-1-1 1,0 0 0,1 0-1,-1 0 1,0 0-1,1 0 1,-1 0-1,0-1 1,1 1 0,-1-1-1,0 0 1,1 0-1,-1 0 1,1 0 0,-1 0-1,1 0 1,0-1-1,0 1 1,-1-1-1,1 0 1,0 1 0,0-1-1,1 0 1,-1 0-1,-1-3 8,-5-144-3829,8 71-1669</inkml:trace>
  <inkml:trace contextRef="#ctx0" brushRef="#br0" timeOffset="23112.242">20753 7290 8194,'0'0'927,"0"0"-467,0 0-183,32-20-86,105-69-63,-124 78-114,0 0 1,-1-1-1,0 0 1,-1-1-1,0 0 0,-1 0 1,0-1-1,6-14-14,2-2 22,111-204 2101,-125 250 60,-6 123-1908,-1-30-237,5 0 0,4-1 0,6 8-38,8 141-2448,-20-192-2143</inkml:trace>
  <inkml:trace contextRef="#ctx0" brushRef="#br0" timeOffset="23331.023">20778 7893 11634,'0'0'2065,"0"0"-1369,0 0-688,0 0 136,186 0 96,-85 0-24,6 0-56,-4 0-72,-8 0-72,-17 0-16,-15 25-272,-25-5-1360,-19 3-3793</inkml:trace>
  <inkml:trace contextRef="#ctx0" brushRef="#br0" timeOffset="23922.755">21609 7281 6257,'0'0'1169,"0"0"-777,0 0 248,192-56 448,-85 47 144,34 9 137,45 0-273,37 14-272,3 12-368,-43-6-288,-45-9-56,-56-8 56,-22 5-96,0-5-72,-16-3-8,-16 0-848,-25-14-1288,-3-17-1953</inkml:trace>
  <inkml:trace contextRef="#ctx0" brushRef="#br0" timeOffset="24127.647">22857 6947 6121,'0'0'1093,"0"0"-632,0 0-124,35 6 297,113 28 346,-139-31-859,0 0 0,-1 1-1,0 0 1,0 1 0,0-1 0,0 2-1,-1-1 1,0 1 0,0 0 0,-1 0 0,1 1-1,-1 0 1,-1 0 0,1 0 0,-1 1-1,-1 0 1,1 0 0,1 5-121,-6-13 5,7 15 177,-1 0-1,0 0 1,-1 1-1,-1 0 1,0 0-1,-2 0 1,1 0-1,-2 0 1,0 1-1,-1-1 1,-1 1-1,-1 5-181,-1-10 46,0 0 1,-1 0-1,-1 0 1,0-1-1,-1 0 0,0 0 1,0 0-1,-1-1 1,0 1-1,-1-2 0,0 1 1,-1-1-1,0-1 1,-1 1-1,1-2 0,-1 1 1,-1-1-1,1-1 1,-1 0-1,-1 0 0,1-1 1,-1-1-1,0 0 1,0 0-1,0-1 0,0-1 1,0 0-1,-1 0 1,-11-1-47,18-1-1790</inkml:trace>
  <inkml:trace contextRef="#ctx0" brushRef="#br0" timeOffset="25018.227">23880 6834 9002,'0'0'1210,"0"0"-596,0 0-380,0 0-152,-5 1-36,-108 31 1695,100-24-1729,1 1 0,1 0 0,0 1 0,0 0 0,1 0 0,0 1 0,1 1 0,0 0 0,1 0 0,0 1 0,1-1 0,0 2 0,1-1 0,1 1 0,0 0 0,1 0 0,0 0-1,1 1 1,1-1 0,0 1 0,1 0 0,1-1 0,0 1 0,1 3-12,0-13 1,0 0-1,0 0 1,1 0-1,0 0 1,0-1-1,0 1 0,1 0 1,-1-1-1,1 0 1,0 1-1,0-1 1,1 0-1,-1 0 1,1-1-1,0 1 1,0-1-1,0 0 1,0 0-1,0 0 1,1-1-1,0 1 0,-1-1 1,1 0-1,0 0 1,0-1-1,0 1 1,0-1-1,2 0 0,157 12 14,-142-14-9,-10 2-15,-9 0-8,0-1 0,0 1 0,0 0 1,0-1-1,0 0 0,0 0 0,0 0 0,0 0 0,0 0 0,-1 0 1,1-1-1,0 1 0,0-1 0,0 0 0,0 0 0,0 0 0,-1 0 1,1-1-1,-1 1 0,1-1 0,-1 1 0,1-1 0,-1 0 1,0 0-1,0 0 0,0 0 0,0 0 0,0-1 0,0 1 0,0-1 1,-1 1-1,1-3 18,-4 2-36,1 0 0,-2 0 0,1 0 0,0 0 0,0 0 0,-1 1 0,0-1 0,1 1 0,-1 0 0,0-1 0,0 1 0,-1 0 0,1 1 0,0-1 0,0 1 0,-1-1 0,1 1 0,-1 0 0,1 0 1,-1 0-1,0 1 0,1 0 0,-1-1 0,0 1 0,1 0 0,-1 1 0,0-1 0,1 1 0,-1-1 0,-2 2 36,4-2-2,-3-1 3,1 1-1,0-1 0,-1 1 0,1 0 0,0 1 1,0-1-1,-1 1 0,1-1 0,0 1 0,0 0 1,0 1-1,0-1 0,0 1 0,0 0 0,0 0 1,0 0-1,1 0 0,-1 1 0,1-1 0,0 1 0,-1 0 1,1 0-1,1 0 0,-1 1 0,0-1 0,1 1 1,0-1-1,-1 1 0,1 0 0,1 0 0,-1 0 1,1 0-1,-1 0 0,1 0 0,0 5 0,-1-2 1,2 0 1,-1 0-1,1 1 0,0-1 1,0 0-1,1 1 0,0-1 0,0 0 1,1 0-1,0 0 0,0 0 1,1 0-1,-1 0 0,1-1 1,1 1-1,0-1 0,0 0 0,0 0 1,0 0-1,1 0 0,0-1 1,0 0-1,1 0 0,-1 0 0,1-1 1,0 0-1,0 0 0,1 0 1,-1-1-1,1 0 0,0 0 0,0 0-1,12 5 127,0-1-1,1-1 0,0-1 0,0 0 1,0-1-1,0-2 0,0 0 0,1-1 1,5-1-127,-22 0 87,0-1 0,1 1 0,-1-1 0,0 0 0,0 0 0,0 0 0,0-1 1,0 0-1,0 0 0,0 0 0,-1 0 0,1 0 0,-1-1 0,1 1 0,-1-1 0,0 0 1,0 0-1,0 0 0,0-1 0,-1 1 0,1-1 0,-1 1 0,0-1 0,0 0 0,0 0 1,0-2-88,33-119 765,-29 93-743,54-219-67,-13 85-3045,-28 107-748</inkml:trace>
  <inkml:trace contextRef="#ctx0" brushRef="#br0" timeOffset="25420.059">24499 7533 8474,'0'0'1758,"0"0"-357,0 0-229,0 0-250,0 0-305,0 0-383,6-34-128,-2 0-78,46-180 15,-43 190-49,2 0-1,0 1 1,2 0-1,0 0 1,1 1-1,2 1 1,0 0-1,1 1 0,14-13 7,-28 32-1,0-1 0,0 1 0,0 0 0,0 0 0,1 0 0,-1 0 0,0 0 0,1 0-1,-1 0 1,1 1 0,-1-1 0,1 0 0,-1 1 0,1-1 0,0 1 0,-1 0 0,1-1-1,0 1 1,-1 0 0,1 0 0,0 0 0,-1 0 0,1 0 0,0 1 0,-1-1 0,1 0-1,0 1 1,-1-1 0,1 1 0,-1 0 0,1-1 0,-1 1 0,1 0 0,-1 0 0,0 0 0,1 0-1,-1 0 1,0 0 0,0 0 0,0 1 0,0-1 0,0 0 0,0 1 0,0-1 0,0 1-1,0-1 2,29 80 49,-27-67-52,65 259 206,-66-265-491,1 0 0,-1 0 0,2 0 0,-1 0 0,1-1 1,1 1-1,-1-1 0,1 0 0,0 0 0,1-1 0,-1 1 0,2-1 0,-1 0 0,0-1 1,8 5 287,11-2-7631</inkml:trace>
  <inkml:trace contextRef="#ctx0" brushRef="#br0" timeOffset="25696.312">25015 7437 7562,'0'0'1599,"0"0"-351,0 0 166,0 0-524,0 0-547,16-28-211,-4 6-112,3-7-5,2 1 1,0 1-1,2 1 1,1 0 0,18-16-16,-13 15 20,-16 15-24,1 1 0,1 0-1,-1 1 1,2 0 0,-1 0-1,1 1 1,1 1 0,0 0-1,0 1 1,0 0 0,7-1 4,-17 8 7,1 1 1,0 0 0,0 0-1,-1 1 1,1-1 0,-1 0-1,1 1 1,-1 0-1,0 0 1,0 0 0,0 0-1,0 1 1,0-1-1,0 1 1,-1 0 0,1 0-1,-1 0 1,1 0 0,-1 0-1,0 0 1,-1 1-1,1-1 1,0 1 0,-1-1-1,0 1 1,0-1-1,0 1 1,0 0 0,-1 0-1,1-1 1,-1 1 0,0 0-1,0 3-7,8 22 78,100 256-163,-99-259-1741,-6-15-2361</inkml:trace>
  <inkml:trace contextRef="#ctx0" brushRef="#br0" timeOffset="25978.82">25377 6443 8194,'0'0'1059,"0"0"-641,14 25-328,52 79-70,-62-99-14,2 0 0,-1 0 1,0-1-1,1 1 0,0-1 1,0 0-1,0-1 0,1 0 1,-1 0-1,1 0 0,0-1 1,-1 0-1,1 0 0,0 0 0,0-1 1,1 0-1,-1-1 0,0 1 1,0-1-1,0-1 0,6 0-6,4 1 4,-14 0 28,0 0 0,0 1 0,0-1 1,0 0-1,0 0 0,0-1 0,0 1 1,1-1-1,-1 1 0,0-1 0,0 0 1,-1 0-1,1-1 0,0 1 0,0 0 0,0-1 1,-1 0-1,1 1 0,-1-1 0,1 0 1,-1 0-1,0-1 0,0 1 0,0 0 1,0-1-1,0 0 0,-1 1 0,1-1 0,-1 0 1,1 0-1,-1 1 0,0-1 0,0 0 1,0 0-1,-1 0 0,1-2-32,1-4 72,0-1 1,-1 0-1,0 0 1,0 0-1,-1 0 1,0 0-1,-1 0 1,0 0-1,-1 0 1,0 1-1,0-1 1,-1 1-1,-1-1 0,1 1 1,-2 0-1,1 0 1,-1 0-1,0 1 1,-1 0-1,0 0 1,0 0-1,-1 1 1,0 0-1,0 0 1,-1 0-1,0 1 0,0 0 1,0 1-1,-1 0 1,1 0-1,-1 1 1,0 0-1,-8-2-72,12 5-146,-1 0 0,1 0 1,-1 1-1,1-1 0,-1 1 0,1 1 0,-1-1 0,1 1 0,-1 0 1,1 0-1,0 0 0,-1 1 0,1 0 0,0 0 0,0 0 0,-1 1 146,-27 23-3924</inkml:trace>
  <inkml:trace contextRef="#ctx0" brushRef="#br0" timeOffset="26224.63">25767 7111 9682,'0'0'1906,"0"0"-886,0 0-496,0 0-262,0 0 7,27-2 12,88-10-87,-108 10-188,0 1 1,1-1-1,-1 1 1,1 1 0,-1-1-1,1 1 1,-1 0-1,0 1 1,1 0 0,-1 0-1,1 1 1,-1 0-1,0 0 1,0 0 0,0 1-1,0 0 1,-1 1-1,1-1 1,-1 1 0,0 1-1,0-1 1,0 1-1,0 0 1,-1 0 0,0 1-1,0-1 1,-1 1-1,1 0 1,-1 1-1,0-1 1,-1 1 0,0-1-1,0 1 1,0 0-1,-1 0 1,0 1-7,4 19-22,-2 0 0,0 0 0,-2 0 0,-1 0 0,-2 1 0,0-1 0,-2 0-1,-1 0 1,-2 7 22,-5 8-1871,-1-12-2392</inkml:trace>
  <inkml:trace contextRef="#ctx0" brushRef="#br0" timeOffset="27192.928">26481 7409 6225,'0'0'1773,"0"0"-473,0 0 15,0 0-283,0 0-265,0 0-350,-1-8-233,1 4-176,0 0-1,1 1 1,-1-1-1,1 0 0,0 0 1,0 1-1,0-1 1,1 0-1,-1 1 0,1-1 1,0 1-1,0 0 1,0-1-1,0 1 1,1 0-1,-1 0 0,1 1 1,0-1-1,0 1 1,0-1-1,0 1 0,0 0 1,1 0-1,-1 0 1,0 0-1,1 1 0,0-1 1,-1 1-1,2 0-7,8-6-3,-2 0 4,0 1 0,0 0 0,1 1 1,-1 0-1,1 1 0,1 0 1,-1 1-1,0 0 0,1 1 0,7-1-1,-17 4-1,0 0 0,0 1 0,0-1 0,0 1 0,0-1 0,0 1 0,0 0 0,-1 0 0,1 0 0,-1 0 0,1 0 0,-1 1 0,0-1 0,0 1 0,0-1 0,0 1 0,-1 0 0,1 0 0,-1 0 0,1 0 0,-1 0 0,0 0 0,0 0 0,-1 1 0,1-1 0,0 0 0,-1 3 1,6 11 7,56 113 84,-59-125-89,0 0-1,1 0 0,0 0 0,0 0 0,0-1 0,1 1 0,-1-1 0,1 0 1,0 0-1,0-1 0,1 1 0,-1-1 0,1-1 0,0 1 0,-1-1 1,1 0-1,0 0 0,0 0 0,1-1 0,-1 0 0,4 0-1,-7-2 20,0 0-1,0-1 1,0 0-1,-1 1 1,1-1 0,0 0-1,-1 0 1,0 0-1,1-1 1,-1 1-1,0-1 1,0 1-1,0-1 1,0 0 0,-1 0-1,1 1 1,-1-1-1,1 0 1,-1 0-1,0-1 1,-1 1 0,1 0-1,0 0 1,-1 0-1,0-1 1,1 1-1,-1 0 1,-1 0-1,1-1 1,0 1 0,-1 0-1,1 0 1,-1 0-1,0 0 1,-1-2-20,2-11 69,0 2-38,0 1 1,-1-1 0,-1 1 0,0-1 0,-1 1 0,0 0-1,-1 0 1,0 0 0,-1 0 0,-1 1 0,0-1-1,0 2 1,-1-1 0,-1 1 0,0 0 0,-1 0-1,0 1 1,0 0 0,-1 1 0,-4-3-32,-2-1 50,0 2 1,-1 0-1,-1 0 1,1 2-1,-2 0 0,1 1 1,-1 1-1,0 1 1,-1 0-1,1 2 1,-1 0-1,0 1 0,-20 0-50,-94-1-2485,133 4-2373</inkml:trace>
  <inkml:trace contextRef="#ctx0" brushRef="#br0" timeOffset="27443.945">26644 6542 5681,'0'0'4545,"0"0"-3593,0 0 9,0 0-225,0 0-304,-34 165 0,94-154-56,15-11 8,7 0-184,3-28-24,0-15-24,-16-5-152,-3-14-432,-19 5-1256,-19 20-3609</inkml:trace>
  <inkml:trace contextRef="#ctx0" brushRef="#br0" timeOffset="27661.956">27434 7029 4009,'0'0'1407,"0"0"38,0 0 80,30 20-425,99 68-477,-120-82-516,-1 0 0,0 0 0,-1 1 1,1 0-1,-1 1 0,-1-1 0,0 2 0,0-1 0,0 0 1,-1 1-1,0 0 0,-1 0 0,0 1 0,0-1 0,-1 1 1,0 0-1,-1 0 0,0 0 0,0 0 0,-2 0 0,1 0 1,-1 1-1,0-1 0,-1 0 0,-2 8-107,1-8 124,0-1 1,-1 1-1,-1-1 1,1 0-1,-1 0 0,-1-1 1,0 1-1,0-1 1,-1 0-1,0 0 0,0 0 1,-1-1-1,0 0 1,0-1-1,-1 1 0,1-1 1,-1-1-1,-1 0 0,1 0 1,-1 0-1,-2 0-124,-8 4 170,0 0 0,-1-2 0,0 0 0,0-2 0,-1 0-1,1-1 1,-1-1 0,0-1 0,-8 0-170,21-2 29,6 0-27,0 1 0,0-1 0,-1 1 0,1-1 0,0 0 0,0 0 0,0 0 0,-1 0 0,1-1 0,0 1 0,0-1 0,0 1-1,0-1 1,0 1 0,0-1 0,0 0 0,0 0 0,0 0 0,0 0 0,0-1 0,0 1 0,1 0 0,-1-1 0,1 0 0,-1 1 0,1-1 0,-1 0 0,1 1 0,0-1 0,0 0 0,0 0 0,-1-2-2,1-4-177,1 1 0,0-1 0,0 0 0,0 0 0,1 0 0,1 1 0,-1-1 0,1 1 0,0-1 0,1 1 0,0 0 0,0-1 0,0 1 0,1 1 0,4-7 177,32-50-4428</inkml:trace>
  <inkml:trace contextRef="#ctx0" brushRef="#br0" timeOffset="29807.544">28790 7066 6185,'0'0'2270,"0"0"-650,0 0 289,0 0-211,0 0-905,0 0-477,-17-8-152,-54-29-69,66 33-88,0-1 1,1 0-1,-1 1 0,1-1 1,0-1-1,0 1 1,1-1-1,0 1 0,0-1 1,0 0-1,1 0 0,-1 0 1,2 0-1,-1-1 1,1 1-1,-1-1 0,2 1 1,-1-1-1,1 1 0,0-1 1,0 1-1,1-1 1,0 1-1,1-4-7,-1-8-8,0 10 4,0 0 1,1 0-1,0 0 0,1 0 0,-1 1 0,2-1 0,-1 1 0,1-1 0,0 1 1,0 0-1,1 1 0,0-1 0,0 1 0,1 0 0,0 0 0,0 1 1,0 0-1,0 0 0,1 0 0,0 1 0,0 0 0,0 0 0,1 1 1,-1-1-1,1 2 0,0-1 0,0 1 0,0 0 0,6 0 4,-6 1-5,1-1-1,-1 2 1,0-1 0,0 1-1,1 0 1,-1 1-1,0 0 1,0 0-1,0 1 1,0 0 0,0 0-1,0 1 1,0 0-1,-1 0 1,1 1 0,3 3 5,1 6 37,-1 1 1,-1 0 0,0 1 0,-1 0-1,-1 0 1,0 1 0,-1 0 0,-1 1-1,0-1 1,-1 1 0,-1 1 0,-1-1-1,0 0 1,-1 1 0,-1-1 0,-1 1 0,0 0-1,-1-1 1,-3 9-38,3-6 69,-1 0 0,-1 0 0,-1 0 0,-1-1 0,-1 1 0,-1-1 0,0 0 0,-1-1 0,-1 0 0,-1 0 0,0-1 0,-2-1 0,0 1 0,0-2 0,-2 0 1,-12 12-70,-12 7 102,-1-1-1,-1-2 1,-2-2 0,-2-1 0,0-3 0,-7 1-102,28-14 31,0-1-1,-1-2 1,0 0-1,0-1 1,-1-2-1,0-1 1,-1 0-1,-3-2-30,27-2 0,-1 0 0,1-1-1,-1 0 1,1 1 0,0-1-1,-1 0 1,1 0-1,-1 0 1,1-1 0,-1 1-1,1-1 1,0 1-1,-1-1 1,1 0 0,0 0-1,0 0 1,0 0 0,-1 0-1,1 0 1,0 0-1,0-1 1,0 1 0,1-1-1,-1 0 1,0 1-1,1-1 1,-1 0 0,1 0-1,-1 0 1,1 0 0,0 0-1,0-1 1,0 1-1,0 0 1,0 0 0,1-1-1,-1 1 1,1-1-1,-1 1 1,1 0 0,0-1-1,0 1 1,0-1 0,0 1-1,1-2 1,-2-5-7,2 0 1,-1 0-1,1 0 0,1 1 1,-1-1-1,1 0 0,1 1 1,0-1-1,0 1 0,1 0 1,0 0-1,0 0 0,1 0 1,0 1-1,0 0 0,0 0 1,1 0-1,1 1 0,-1 0 1,1 0-1,0 0 0,0 1 1,0 0-1,1 0 0,0 1 1,0 0-1,0 1 0,0-1 1,1 2-1,-1-1 0,1 1 1,7-1 6,-4 2 0,0-1 0,0 2 0,0 0 0,1 0 0,-1 1 0,0 1 0,0 0 0,0 0 0,0 1 0,-1 1 0,1 0 0,-1 1 0,0 0 0,0 0 0,-1 1 0,1 1 0,2 2 0,362 276 441,-324-252-769,1-2 0,2-3 0,1-3 0,56 19 328,-78-35-3658</inkml:trace>
  <inkml:trace contextRef="#ctx0" brushRef="#br0" timeOffset="35258.167">17850 8329 4737,'0'0'919,"0"0"54,0 0 37,-30-4 200,-93-12 238,32-15 2726,90 31-3714,13 0-205,361-10-150,100 5-62,-462 5-41,-9 0 0,0-1 0,0 0 0,0 1 0,1-1 0,-1 1 0,0-1 1,1 1-1,-1 0 0,0 0 0,1 0 0,-1 1 0,0-1 0,1 0 1,-1 1-1,0-1 0,1 1 0,-1 0 0,0 0 0,0 0 0,0 0 0,0 0 1,0 1-1,0-1 0,0 0 0,0 1 0,-1 0 0,1-1 0,-1 1 0,1 0 1,-1 0-1,1 0 0,-1 0 0,0 0 0,0 0 0,0 0 0,0 0 1,0 0-1,-1 1 0,1-1 0,-1 0 0,1 0 0,-1 1 0,0 1-2,-1 12 1,-1 0-1,-1 1 0,-1-2 0,0 1 0,-1 0 1,-1-1-1,0 0 0,-7 12 0,-4 11 5,-71 172 22,9 4 1,-13 83-28,66-125-55,26-170-2,-1-1-1,1 1 1,0 0-1,-1 0 1,1 0 0,0 0-1,0 0 1,0 0 0,0 0-1,1-1 1,-1 1-1,0 0 1,1 0 0,0 0-1,-1 0 1,1-1 0,0 1-1,0 0 1,0-1-1,0 1 1,0 0 0,0-1-1,0 1 1,0-1 0,1 0-1,-1 1 1,1-1-1,-1 0 1,1 0 0,-1 0-1,1 0 1,0 0-1,0 0 1,-1-1 0,1 1-1,0 0 1,0-1 0,0 1-1,0-1 1,-1 0-1,2 0 58,31-4-4422,-7-27-3645</inkml:trace>
  <inkml:trace contextRef="#ctx0" brushRef="#br0" timeOffset="35556.585">17734 8813 11066,'0'0'1513,"0"0"-1249,0 0-152,195 51-104,-79-46 216,13-5-24,9 0 8,-12 0 16,-22 0-144,-13-5-80,-18 5-56,-26 0-1264,-22 0-3393</inkml:trace>
  <inkml:trace contextRef="#ctx0" brushRef="#br0" timeOffset="36237.27">19483 8317 6945,'0'0'1305,"0"0"-600,0 0-134,0 0-76,-28-12-14,-89-41 141,25 32 889,71 22-1133,18 1-357,0 0-1,0 1 0,0-1 1,0 1-1,0-1 0,0 1 0,1 0 1,-1 0-1,1 0 0,0 0 1,0 0-1,0 1 0,0-1 1,1 1-1,-1-1 0,1 1 0,0 0 1,0-1-1,0 1 0,1 0 1,-1 0-1,1-1 0,0 1 0,0 0 1,0 0-1,1 0 0,-1 0 1,1-1-1,0 1 0,0 0 1,1 0-22,-2 13 30,2 6-24,2 0 1,1-1 0,0 1-1,2-1 1,0 0-1,2-1 1,0 0-1,1 0 1,9 12-6,26 60 25,-34-65-17,-1 1 0,-2 0 0,0 0 0,-2 1 0,-1 0 0,-2 0 0,-1 1 0,-1-1 0,-3 20-8,2-41 20,0-1 0,-1 0 0,-1 0 0,0 1 0,0-1 0,0 0 1,-1 0-1,0-1 0,0 1 0,-1 0 0,0-1 0,-1 0 1,1 0-1,-1 0 0,-1-1 0,1 0 0,-1 0 0,0 0 0,-1-1 1,1 1-1,-1-2 0,0 1 0,0-1 0,-1 0 0,1 0 0,-1-1 1,0 0-1,-7 2-20,9-4 40,0 1 0,0-1 1,0-1-1,-1 1 0,1-1 1,0 0-1,0 0 1,-1-1-1,1 0 0,0 0 1,0 0-1,0-1 0,0 0 1,0 0-1,0-1 0,1 0 1,-1 1-1,1-2 0,0 1 1,0-1-1,0 0 0,0 0 1,0 0-1,1 0 0,0-1 1,0 0-1,0 0 1,0 0-1,1 0 0,0-1 1,0 1-1,1-1 0,-1 0 1,1 0-1,0 0 0,1 0 1,0 0-1,0 0 0,-1-5-40,0-3 34,0 0 1,0 0-1,1 0 0,1 0 0,0-1 0,1 1 0,1 0 0,0 0 0,1 0 0,1 0 0,0 1 0,0-1 0,2 1 0,-1 0 0,2 0 0,0 1 0,2-3-34,11-6-14,1 0 1,1 1-1,1 2 0,1 0 1,0 2-1,2 0 0,-1 2 0,2 0 1,0 2-1,22-6 14,91-32-2469,-98 35 952,35-11-5133</inkml:trace>
  <inkml:trace contextRef="#ctx0" brushRef="#br0" timeOffset="36481.602">20033 8385 10162,'0'0'2227,"0"0"-958,0 0-577,0 0-346,0 0-179,-14 25-64,-81 171 130,86-170-145,2 0 0,1 0 0,1 0 0,1 1 0,1-1 0,1 22-88,2-42 10,1 0 0,0 0 0,-1 0 0,2 0-1,-1 0 1,1 0 0,0-1 0,0 1-1,0 0 1,1-1 0,0 0 0,0 1 0,1-1-1,-1 0 1,1-1 0,0 1 0,0-1 0,1 1-1,-1-1 1,1-1 0,0 1 0,0-1 0,0 0-1,1 0 1,-1 0 0,5 1-10,159 35-9,-143-37-204,-1 0 0,1-2 0,0 0 1,0-2-1,0-1 0,-1-1 0,1-2 1,-1 0-1,-1-1 0,1-2 0,15-7 213,52-39-2735,-25 3-2001</inkml:trace>
  <inkml:trace contextRef="#ctx0" brushRef="#br0" timeOffset="36732.766">20206 8541 11090,'0'0'1737,"0"0"-1169,-69 184-136,56-88-232,10 15-48,3-1-144,0 3-8,0-2 0,28-21-992,4-28-1393,-10-30-3576</inkml:trace>
  <inkml:trace contextRef="#ctx0" brushRef="#br0" timeOffset="37946.44">23905 8493 8234,'0'0'1208,"0"0"-763,0 0-275,37-28 3,128-87-89,-151 106-62,1 0-1,1 1 1,-1 0-1,1 1 1,1 1-1,-1 1 0,1 0 1,0 1-1,0 1 1,0 1-1,11-1-21,-11 2 30,-8 0-11,7-3 33,-1 0-1,1 2 0,0 0 0,0 1 0,0 0 0,0 1 0,0 1 0,0 1 0,0 0 1,0 1-1,0 1 0,-1 0 0,0 1 0,0 1 0,0 0 0,0 1 0,-1 1 0,0 0 0,0 1-51,-10-2 115,0 0 0,0 0 0,0 1 0,-1-1 0,0 1 0,-1-1 0,0 1 0,0 0 0,0 0 0,-1 0 0,0 0 0,-1 0 0,1 0 0,-2 0 0,1 0-1,-1 0 1,0 0 0,-1 0 0,0 0 0,0 0 0,-1-1 0,0 1 0,0-1 0,-1 1 0,0-1 0,0 0 0,-5 5-115,-18 21 303,-1-1 0,-2-1 0,-1-2 0,-1-1 0,-2-2 0,0-1 1,-25 13-304,38-22 165,21-17-166,0 1 0,1 0 0,-1 0 1,0 0-1,1 0 0,-1-1 0,1 1 0,-1 0 0,0 0 0,1 0 1,-1 0-1,1 0 0,-1 0 0,0 0 0,1 0 0,-1 0 1,1 0-1,-1 1 0,0-1 0,1 0 0,-1 0 0,0 0 0,1 0 1,-1 1-1,0-1 0,1 0 0,-1 0 0,0 0 0,1 1 0,-1-1 1,0 0-1,0 1 0,1-1 0,-1 0 0,0 1 0,0-1 1,1 0-1,-1 1 0,0-1 0,0 0 0,0 1 0,0-1 0,0 1 1,0-1-1,0 0 0,0 1 0,0-1 0,0 1 0,0-1 0,0 0 1,0 1-1,0-1 0,0 1 0,0-1 0,0 0 0,0 1 1,0-1-1,0 0 0,-1 1 0,1-1 0,0 0 0,0 1 0,-1-1 1,1 0-1,0 1 0,-1-1 1,3 0-12,146 3-222,-110-5 207,1 2 0,-1 2-1,0 1 1,0 2-1,34 9 28,-67-13-2,-1 0-1,1-1 1,-1 2-1,0-1 1,0 1-1,1-1 1,-1 1-1,0 0 1,0 1-1,-1-1 1,1 1 0,0-1-1,-1 1 1,0 0-1,1 0 1,-1 1-1,0-1 1,-1 1-1,1-1 1,-1 1-1,1 0 1,-1 0-1,0 0 1,-1 0-1,1 1 1,-1-1-1,0 0 1,0 1-1,0-1 1,0 1 0,-1-1-1,0 1 1,0-1-1,0 1 1,0-1-1,-1 1 1,0-1-1,0 1 1,0-1-1,0 0 1,-1 1 2,-3 6 6,-2 0-1,1-1 1,-1 1 0,0-2 0,-1 1 0,0-1 0,-1 0-1,0-1 1,0 0 0,-1 0 0,-9 5-6,-20 12 131,0-2-1,-2-1 1,0-2 0,-1-3-1,-1 0 1,-1-3 0,0-2-1,-1-2 1,0-1 0,0-3 0,-1-2-1,1-1 1,-27-4-131,73 1-5,0-1 0,-1 1-1,1-1 1,0 1 0,-1-1 0,1 0 0,0 1-1,-1-1 1,1 0 0,-1 0 0,1 1 0,-1-1 0,0 0-1,1 0 1,-1 0 0,0 1 0,0-1 0,1 0 0,-1 0-1,0 0 1,0 0 0,0 0 0,0 0 0,0 0-1,0 0 1,0 1 0,0-1 0,0 0 0,-1 0 0,1 0-1,0 0 1,-1 0 0,1 1 0,0-1 0,-1 0-1,1 0 1,-1 1 0,1-1 0,-1 0 0,0 0 0,1 1-1,-1-1 1,0 1 0,1-1 0,-1 1 0,0-1 0,0 1-1,1-1 1,-1 1 0,0 0 0,0-1 0,0 1-1,0 0 1,1-1 0,-1 1 0,0 0 0,0 0 0,0 0-1,0 0 1,0 0 0,0 0 0,0 0 0,0 0 0,1 1-1,-1-1 1,0 0 0,0 0 0,0 1 5,119-103-2766,-55 51-1794</inkml:trace>
  <inkml:trace contextRef="#ctx0" brushRef="#br0" timeOffset="38863.151">25223 8371 8426,'0'0'2624,"0"0"-943,0 0-657,0 0-864,0 0 184,0 0-16,195 215-120,-98-133-208,4 0 96,-7-5-96,-9 11-504,-25-26-1184,-25-17-3649</inkml:trace>
  <inkml:trace contextRef="#ctx0" brushRef="#br0" timeOffset="39083.951">25377 9096 12803,'0'0'2208,"0"0"-1224,0 0-527,0 0-257,113-181-200,-31 93 80,9-3-80,38-28 0,-25 32-1137,-22 10-3280</inkml:trace>
  <inkml:trace contextRef="#ctx0" brushRef="#br0" timeOffset="39253.146">26088 8416 7586,'0'0'4721,"0"0"-3721,0 0-632,0 0-208,0 0 648,0 0-144,201 145-144,-113-94-272,16 0-176,6-6-72,25-8-144,-28-12-1296,-31-8-4929</inkml:trace>
  <inkml:trace contextRef="#ctx0" brushRef="#br0" timeOffset="39439.245">26232 8951 10866,'0'0'2665,"0"0"-1785,0 0-600,0 0-72,151-206 72,-69 135-104,12 3-160,-9 9-8,-3 10-8,-9 41-936,-26 8-2169,-22 0-3936</inkml:trace>
  <inkml:trace contextRef="#ctx0" brushRef="#br0" timeOffset="39641.492">27207 9203 7426,'0'0'5889,"0"0"-5017,0 0-72,0 0-312,0 0-368,-147 196 48,96-131-104,4-9-56,6-13-8,16-18-8,25-25-600,0-5-1672,0-32-6250</inkml:trace>
  <inkml:trace contextRef="#ctx0" brushRef="#br0" timeOffset="40171.39">27704 8397 11050,'0'0'2169,"0"0"-1281,0 0-408,0 0-416,0 0-48,0 0 288,180 144-152,-95-85 120,-1 9-184,-5-5 56,-7 2-72,-15-3-72,-10-11-80,-22 5-432,-9-13-1688,-16-12-3770</inkml:trace>
  <inkml:trace contextRef="#ctx0" brushRef="#br0" timeOffset="40391.664">27912 8940 10306,'0'0'1417,"0"0"-489,145-175 208,-73 104-528,0 0-344,1 9-176,-7 14 40,12 14-128,-18 14-688,-10 8-2561</inkml:trace>
  <inkml:trace contextRef="#ctx0" brushRef="#br0" timeOffset="40611.567">28771 8453 11707,'0'0'2304,"0"0"-1192,0 0-648,0 0-360,0 0 8,0 0 32,0 0-64,210 198 72,-131-135-136,-4 5 40,1-3-56,-7-9 0,-12-8-48,-7 3-560,-22-11-1088,-18-12-4225</inkml:trace>
  <inkml:trace contextRef="#ctx0" brushRef="#br0" timeOffset="40858.388">28903 9096 12067,'0'0'1608,"0"0"-1200,129-145 64,-41 63-192,16-11-232,9-3 16,0 14 0,-9 2-64,-22 21-8,-20 16-56,-30 29-808,-19 14-1497,-13 0-3520</inkml:trace>
  <inkml:trace contextRef="#ctx0" brushRef="#br0" timeOffset="41390.636">30019 8380 8730,'0'0'2952,"0"0"-1591,0 0-529,0 0-424,0 0-328,0 0 136,0 0 48,129 118-88,-82-67-48,7 3 64,-4-3-80,-3 0-112,-12 0 64,-10 20-64,-15-15-984,-10-7-3305</inkml:trace>
  <inkml:trace contextRef="#ctx0" brushRef="#br0" timeOffset="41591.416">30019 8895 9298,'0'0'1648,"0"0"-1096,176-221 465,-65 113-73,5-5-560,3 8-200,-5 18-184,-33 27-64,-37 35-3921</inkml:trace>
  <inkml:trace contextRef="#ctx0" brushRef="#br0" timeOffset="183753.61">10691 1453 8434,'0'0'1400,"0"0"-920,0 0-416,0 0 56,0 0-120,0 0-520,35-6 160,0-22-408,-7 5-976,-6 1-929</inkml:trace>
  <inkml:trace contextRef="#ctx0" brushRef="#br0" timeOffset="183959.91">11037 1362 6425,'0'0'1465,"0"0"-377,0 0 96,0 0 192,0 0-127,0 0-761,0 0-488,54-36-80,-7-18-1096,-6 8-1401,-6 1-3712</inkml:trace>
  <inkml:trace contextRef="#ctx0" brushRef="#br0" timeOffset="184251.633">11531 1354 9602,'0'0'1648,"0"0"-575,0 0-257,0 0 288,0 0-144,0 0-656,0 0-304,32 22-232,-1-27-904,-3-4-1032,-12 9-5410</inkml:trace>
  <inkml:trace contextRef="#ctx0" brushRef="#br0" timeOffset="190232.224">12380 629 704,'0'0'988,"0"0"19,0 0 234,0 0-16,0 0-5,0 0 1,0-14-24,0-69 1256,0 81-1169,0 5-168,14 456 1567,-13-399-2554,-2-14-65,3 0 0,1 1 0,3-1 0,1 0 0,3-1 0,10 29-64,-18-69-68,-1-1 0,2 0 1,-1 0-1,0 1 1,1-2-1,0 1 0,0 0 1,0-1-1,0 1 0,0-1 1,1 0-1,0 0 1,0 0-1,-1-1 0,2 1 1,-1-1-1,0 0 0,0 0 1,1 0-1,-1-1 1,1 1-1,-1-1 0,1 0 1,0-1-1,-1 1 1,1-1-1,0 0 0,-1 0 1,1 0-1,0-1 0,-1 1 1,1-1-1,0-1 1,-1 1-1,1 0 0,-1-1 1,4-2 67,44-27-2956</inkml:trace>
  <inkml:trace contextRef="#ctx0" brushRef="#br0" timeOffset="190483.136">12871 587 9666,'0'0'1544,"0"0"-1007,0 0 87,0 0 600,0 0-216,38 161-504,-26-99-296,4-2-80,0-4-32,0-7-96,-4-4-336,-12 3-728,0-11-1320,0-9-3098</inkml:trace>
  <inkml:trace contextRef="#ctx0" brushRef="#br0" timeOffset="190732.809">12465 952 9738,'0'0'2073,"0"0"-1305,0 0-432,0 0 784,0 0-296,164 0-416,-82 0-184,6-14-144,16 0-80,-10 5-160,19 3-872,-28 6-2001,-22 0-4496</inkml:trace>
  <inkml:trace contextRef="#ctx0" brushRef="#br0" timeOffset="191637.993">13595 1017 8090,'0'0'1407,"0"0"-435,0 0 52,0 0-85,0 0-170,0 0-319,-20-4-249,14 3-202,-10-3 50,-1 0 1,1 1-1,-1 0 0,0 1 0,0 2 1,0-1-1,0 2 0,1 0 0,-1 1 1,0 1-1,0 0 0,1 2 0,0 0 1,0 0-1,-8 5-49,12-2 50,0 0-1,1 1 1,0 0 0,0 1 0,1 0-1,1 1 1,0 0 0,0 0 0,1 1-1,0 0 1,1 1 0,1-1 0,0 1 0,0 1-1,2-1 1,-1 1 0,2-1 0,0 1-1,0 1 1,2-1 0,-1 0 0,2 14-50,3-23 2,0-1 0,0 1 0,1-1 0,0 0 0,-1 0 0,1 0 0,1-1 0,-1 1 0,0-1 0,1 0 0,0 0 0,0-1 0,0 1 0,0-1 0,0 0 0,0-1 0,0 1 0,1-1 1,-1 0-1,1 0 0,-1-1 0,1 1 0,-1-1 0,1 0 0,-1-1 0,1 1 0,-1-1 0,1-1 0,-1 1 0,5-2-2,7-2-30,0 0 1,-1-1-1,0-1 0,0 0 0,0-1 1,-1-1-1,-1 0 0,1-1 1,-1-1-1,-1 0 0,0-1 0,-1 0 1,0-1-1,-1-1 0,0 1 1,-1-2-1,-1 1 0,0-2 0,-1 1 1,0-1-1,4-16 30,-9 23 7,-3 8-4,0 0 0,-1 1 0,1-1 0,0 0 0,0 0 0,0 1 0,0-1 0,0 0 0,0 0 0,0 1 0,0-1 0,0 0 0,0 0 0,0 0 0,0 1 0,0-1 0,1 0 0,-1 0 0,0 1 0,1-1 1,-1 0-1,0 1 0,1-1 0,-1 0 0,1 1 0,-1-1 0,1 1 0,-1-1 0,1 1 0,0-1 0,-1 1 0,1-1 0,0 1 0,-1-1 0,1 1 0,0 0 0,-1-1 0,1 1 0,0 0 0,0 0 0,-1 0 0,1 0 0,0-1 0,0 1 0,0 0 0,-1 0 0,1 0 0,0 1 0,0-1 0,0 0 0,-1 0 0,1 0 0,0 1 0,0-1 0,-1 0-3,94 172 364,-90-170-366,-1 0 0,1 0 0,0 0 0,0-1 0,0 1 0,1-1 1,-1 0-1,0 0 0,0-1 0,1 1 0,-1-1 0,0 0 0,1 0 0,-1 0 0,0-1 0,1 1 0,-1-1 0,0 0 0,0 0 0,0-1 0,0 1 0,0-1 0,0 0 0,0 0 0,0 0 0,-1-1 0,1 1 0,-1-1 0,1 0 0,-1 0 0,0 0 0,0 0 0,-1-1 0,1 1 0,-1-1 0,1 0 2,-1 2-17,17-16-92,2 0 0,0 2 0,0 0 0,2 2 0,0 0 0,17-7 109,2 15-71,-38 57 183,-3 58 140,-1-108-251,1 1-1,0-1 1,-1 1-1,1-1 1,0 1 0,0-1-1,0 0 1,0 0-1,0 0 1,0 1 0,0-1-1,0 0 1,0 0-1,1 0 1,-1 0 0,0-1-1,1 1 1,-1 0-1,0-1 1,1 1 0,-1-1-1,1 1 1,-1-1-1,1 1 1,0-1 0,-1 0-1,1 0 1,-1 0-1,1 0 1,-1 0 0,1 0-1,0 0 1,-1-1-1,1 1 1,-1-1 0,1 1-1,-1-1 1,1 1-1,0-1 0,58-29-6,34-50-336,-56 108 79,-23-9-623,5-6-2101,-1-6-2609</inkml:trace>
  <inkml:trace contextRef="#ctx0" brushRef="#br0" timeOffset="192073.77">14617 1000 8738,'0'0'1498,"0"0"-417,0 0-163,0 0-161,0 0-55,-30-3-173,-93-6-148,121 8-367,0 1 0,0 0 0,0 0 0,0 0 0,0 0 0,0 0 0,0 1 1,0-1-1,0 1 0,0-1 0,0 1 0,0 0 0,0-1 0,0 1 0,0 0 0,1 0 0,-1 1 0,0-1 0,1 0 0,-1 0 0,1 1 0,-1-1 0,1 1 0,-1 0 0,1-1 0,0 1 0,0 0 0,0 0 0,0-1 0,0 1 0,1 0 0,-1 0 0,0 0 0,1 0 0,-1 0 0,1 0 0,0 2-14,-2 6 60,-1-4-46,0 0 0,1-1-1,0 2 1,1-1 0,-1 0-1,1 0 1,0 0 0,1 1 0,-1-1-1,1 0 1,1 1 0,-1-1-1,1 0 1,0 0 0,0 1 0,1-1-1,0 0 1,0 0 0,0-1-1,1 1 1,0 0 0,0-1-1,0 1 1,1-1 0,0 0 0,0 0-1,0-1 1,1 1 0,-1-1-1,1 0 1,0 0 0,0 0 0,1-1-1,-1 0 1,1 0 0,4 2-14,1-1 6,0 0 0,0-1 1,0 0-1,1-1 0,-1 0 1,1-1-1,-1 0 0,1 0 1,-1-2-1,1 1 1,-1-2-1,1 1 0,-1-2 1,0 1-1,1-2 0,-1 1 1,-1-2-1,1 1 0,-1-1 1,1-1-1,-1 0 0,-1 0 1,1-1-1,-1 0 0,6-7-6,0-9-22,0 0 0,-2-1-1,0 0 1,-2-1-1,-1 0 1,-1-1 0,-1 0-1,-1-1 1,-2 1-1,0-1 1,-2-1 0,-1 1-1,-1 0 1,-1-1-1,-3-14 23,4 37-7,0 0-1,0 0 0,-1 0 1,1 0-1,-1 0 0,0 0 1,-1 0-1,1 0 1,-1 0-1,0 0 0,-1 0 1,1 0-1,-1 1 0,0-1 1,0 1-1,0-1 0,0 1 1,-1-1-1,0 1 0,0 0 1,0 0-1,-1 1 1,1-1-1,-1 1 0,0-1 1,0 1-1,0 0 0,0 1 1,0-1-1,-1 1 0,1-1 1,-1 1-1,0 1 1,1-1-1,-1 1 0,0 0 1,-1 0 7,3 3 15,0 1 1,0 0 0,0 0-1,0 0 1,1 0 0,-1 1-1,1-1 1,0 1-1,0-1 1,0 1 0,1 0-1,-1 0 1,1-1 0,0 1-1,0 0 1,0 0 0,1 1-1,-1-1 1,1 0 0,0 0-1,0 0 1,1 0 0,-1 0-1,2 4-15,-3 3 65,-2 15-2,1-1 1,1 1-1,1 0 0,2 0 1,0-1-1,2 1 1,0-1-1,2 0 1,1 0-1,1-1 0,1 0 1,1 0-1,1-1 1,1 0-1,1-1 1,1 0-1,1-1 0,1-1 1,1 0-1,1-2 1,0 0-1,1 0 1,6 2-64,-14-14-65,1 1 1,0-2-1,1 0 1,0 0 0,0-1-1,0-1 1,0 0-1,0-1 1,0 0 0,1-1-1,-1 0 1,9-2 64,91-31-4079,-60-4-2832</inkml:trace>
  <inkml:trace contextRef="#ctx0" brushRef="#br0" timeOffset="192875.105">15501 975 8002,'0'0'1825,"0"0"-698,0 0 143,0 0-82,0 0-162,0 0-430,-8 11-295,-31 93 161,38-83-362,7 82 142,-5-100-242,-1 0 1,1 0-1,1 0 1,-1-1 0,0 1-1,1 0 1,-1-1-1,1 1 1,0-1 0,0 0-1,0 0 1,0 1-1,0-1 1,1 0-1,-1-1 1,0 1 0,1 0-1,0-1 1,-1 0-1,1 1 1,0-1 0,-1 0-1,1 0 1,0 0-1,0-1 1,0 1-1,0-1 1,0 0 0,0 0-1,0 0 1,2 0-1,7-3-88,-1-1 0,1-1 0,-1 1 0,0-2 0,-1 0 0,1 0 0,-1-1 0,0 0 0,-1 0 0,0-1 0,0-1 0,-1 0 0,0 0 0,0 0 0,-1-1 0,0 0 0,-1 0-1,0-1 1,0 0 0,3-10 88,1 3-309,22-42-266,-31 58 670,-1 10 290,0 4-342,0 0 0,0 0 0,2 0 0,0-1 0,0 1 0,1 0 0,0-1 0,1 1 0,0-1 0,1 0 0,0 0 0,4 4-43,-5-5 18,2 0 0,-1-1 0,2 1 0,-1-1 0,1 0 0,0-1 0,1 1 0,0-1 0,1-1 0,-1 0 0,1 0 0,1-1 0,-1 0 0,1 0 0,0-1 0,0 0 0,1-1 0,-1 0-1,1-1 1,0 0 0,0-1 0,0 0 0,1-1 0,1 0-18,-9-3 10,-1-1-1,0 0 0,0 0 1,-1 0-1,1 0 0,0 0 1,-1-1-1,0 1 0,0-1 1,0 0-1,0 0 0,-1 1 1,1-1-1,-1 0 0,0 0 1,0 0-1,-1 0 0,1-1 1,-1 1-1,0 0 0,0 0 1,0 0-1,-1 0 0,1 0 1,-1-1-1,0 1 0,0 0-9,0-10 22,1-184-16,1 196-10,0 1 1,0 0-1,0-1 0,0 1 0,0 0 0,0 0 0,1 0 0,-1 0 0,0 0 1,1 0-1,-1 0 0,0 0 0,1 0 0,-1 0 0,1 1 0,0-1 1,-1 1-1,1-1 0,-1 1 0,1 0 0,0-1 0,-1 1 0,1 0 1,0 0-1,-1 0 0,1 0 0,0 1 0,-1-1 0,1 0 0,-1 1 0,1-1 1,0 1-1,-1-1 0,1 1 0,-1 0 0,0 0 0,1 0 0,-1 0 1,2 0 3,17 10 0,1 0 1,-2 1 0,0 2-1,0-1 1,-1 2 0,-1 1-1,0 0 1,4 6-1,-14-16 3,0 0 1,0 0-1,-1 1 1,1-1-1,-1 1 1,-1 1-1,1-1 1,-1 1-1,-1 0 0,1 0 1,-1 1-1,-1-1 1,0 1-1,0 0 1,0 0-1,-1 0 1,-1 0-1,1 0 1,-2 0-1,1 1 0,-1-1 1,0 0-4,-3-7 7,1 0 0,0-1 0,-1 1 0,1-1 0,-1 0 0,1 0 0,-1 0-1,1 0 1,-1 0 0,0 0 0,0-1 0,1 1 0,-1-1 0,0 0 0,0 1 0,0-2 0,1 1 0,-1 0 0,0 0 0,0-1 0,1 0 0,-1 1 0,0-1 0,0 0-7,0-2 1,0 0 0,0-1 0,0 1 0,0 0 0,1-1 1,-1 0-1,1 1 0,0-1 0,0 0 0,1 0 1,-1 0-1,1-1 0,0 1 0,0 0 0,0 0 0,0-1 1,1 1-1,0 0 0,0-1 0,0 1 0,0 0 0,1-1 1,0 1-1,0 0 0,0 0 0,0-1 0,0 1 1,1 0-1,0 0 0,0 0 0,0 1 0,0-1 0,1 0 1,0 0-2,7-6 0,-1 0 0,1 0 0,0 1 0,1 1 0,0 0 0,0 0 0,1 1 0,0 1 0,0 0 0,1 0 0,0 1 1,0 1-1,0 0 0,0 1 0,0 1 0,1 0 0,10-1 0,-21 5 17,1 0 0,-1 0-1,0 0 1,0 0 0,0 0 0,0 1 0,0-1 0,0 1-1,-1 0 1,1 0 0,-1 0 0,0 0 0,1 0-1,-2 0 1,1 1 0,0-1 0,-1 1 0,1-1 0,-1 1-1,0 0 1,0-1 0,-1 1 0,1 0 0,-1 0-1,0-1 1,0 1 0,0 0 0,0 0 0,-1 0 0,1-1-1,-1 1 1,0 0 0,0 0 0,-1 2-17,1 15 0,1 6-97,0 10 33,0-12-3440,0-23-2384</inkml:trace>
  <inkml:trace contextRef="#ctx0" brushRef="#br0" timeOffset="193124.645">16595 805 12699,'0'0'1936,"0"0"-808,0 0-287,0 0-593,0 0-192,0 0-56,0 0-232,98-23-681,-51 15-1591,-9-7-4546</inkml:trace>
  <inkml:trace contextRef="#ctx0" brushRef="#br0" timeOffset="193469.43">16951 587 7058,'0'0'2512,"0"0"-1078,0 0-225,0 0-426,0 0-165,0 0 207,11 22-101,68 152-9,11 126-778,-85-229-1773,-5-69 1670,-1 0 1,0 0-1,0 0 1,1 0-1,-1 0 0,-1 0 1,1 0-1,0 0 1,0-1-1,-1 1 1,1 0-1,-1-1 0,1 1 1,-1-1-1,1 0 1,-1 1-1,0-1 0,0 0 1,0 0-1,0 0 1,0 0-1,0-1 0,0 1 1,0 0-1,0-1 1,0 0-1,0 1 1,0-1-1,0 0 0,-1 0 1,1 0-1,0 0 1,0-1-1,0 1 0,0 0 1,0-1-1,0 0 1,-1 1 165,-53-19-915,51 15 1062,0 0 0,1 0 0,-1-1 0,1 1 0,0-1 0,0 0-1,1 0 1,-1-1 0,1 1 0,0-1 0,1 1 0,0-1 0,-1 0 0,2 0 0,-1 0 0,1 0-1,0 0 1,0-1 0,0 1 0,1 0 0,0 0 0,0-1 0,1 1 0,0 0 0,0 0 0,0 0-1,1 0 1,0 0 0,0 0 0,1 0 0,-1 1 0,1-1 0,0 1 0,1-1 0,-1 1 0,1 0 0,0 1-1,0-1 1,2 0-147,5-4 136,1 1 1,0 1-1,0 0 0,0 1 0,1 0 0,0 1 0,0 1 0,0 0 0,1 0 0,0 2 1,-1-1-1,1 2 0,0 0 0,0 0 0,0 2 0,0-1 0,7 3-136,-15 1 56,1 1 0,-1 0-1,0 1 1,0-1 0,0 1 0,-1 0-1,0 1 1,0-1 0,-1 1 0,1 0-1,-1 0 1,-1 0 0,0 1 0,0 0-1,0-1 1,-1 1 0,0 0-1,0 0 1,-1 0 0,0 0 0,-1 0-1,0 0 1,0 0 0,-1 1 0,0 3-56,1-11 2,3 156-1373,-3-142 199,0-14-3518</inkml:trace>
  <inkml:trace contextRef="#ctx0" brushRef="#br0" timeOffset="193719.388">17350 714 11634,'0'0'1377,"0"0"-1041,0 0-288,0 0-48,0 0-560,0 0-2377,0 0-2704</inkml:trace>
  <inkml:trace contextRef="#ctx0" brushRef="#br0" timeOffset="193986.118">17655 977 6985,'0'0'1585,"0"0"-257,0 0-310,0 0-138,0 0-241,0 0-263,13 13-158,44 39-86,24-18-35,-72-31-213,1-1 0,0 0 0,-1 0 0,1-1 0,0 0 0,0-1 0,0 0 1,-1 0-1,1-1 0,0 0 0,0-1 0,-1 0 0,1-1 0,-1 0 0,0-1 1,0 1-1,7-5 116,-16 8 71,1-1 0,-1 1-1,1-1 1,0 1 0,-1 0 0,1 0 0,-1-1 0,1 1 0,0 0 0,-1 0-1,1 0 1,0 0 0,-1-1 0,1 1 0,0 0 0,-1 0 0,1 0 0,-1 1-1,1-1 1,0 0 0,-1 0 0,1 0 0,0 0 0,-1 1 0,1-1 0,-1 0-1,1 0 1,0 1 0,-1-1 0,1 1 0,-1-1 0,1 0 0,-1 1 0,1-1-1,-1 1 1,0-1 0,1 1 0,-1-1 0,1 1 0,-1 0 0,0-1 0,0 1-1,1-1 1,-1 1 0,0 0 0,0-1 0,0 1 0,0 0 0,0-1 0,1 1 0,-1-1-1,0 1 1,-1 0 0,1-1 0,0 1 0,0 0 0,0-1 0,0 1 0,0 0-1,-1-1 1,1 1 0,0-1 0,0 1 0,-1 0 0,1-1 0,-1 1 0,1 0-71,5 33 145,3-28-281,1 0 0,0-1 0,0 0 0,1 0 0,-1-1 0,1 0 0,0-1 0,0 0 0,0-1 0,1 0 0,-1 0 0,0-1 0,1 0 0,-1-1 0,6-1 136,21 1-3696,-7 0-4173</inkml:trace>
  <inkml:trace contextRef="#ctx0" brushRef="#br0" timeOffset="194238.163">18536 1076 6737,'0'0'6226,"0"0"-5466,0 0 248,0 0-392,0 0-392,0 0-224,0 0-360,-3 57-3745</inkml:trace>
  <inkml:trace contextRef="#ctx0" brushRef="#br0" timeOffset="203523.329">3212 8099 6777,'0'0'954,"0"0"-515,0 0-217,0 0 187,0 0-60,0 0-116,0 0-77,14 11 336,5-3-257,0 0-1,1-2 0,1 0 0,-1-1 0,1-1 0,0-1 0,11 0-234,366 8 779,-182-21-635,122-26-33,-121 11-47,249-35-85,958 45 102,-1323 18-59,-1 5-1,0 5 1,-1 3 0,56 20-22,-28-11 0,0-6 0,2-5 0,-1-6 0,2-6 0,34-7 0,5 4-10,342-42 5,-239 54 46,-153-7-12,0-6-1,89-14-28,-114 8 6,442-17-23,-394 8-3,1 6 1,1 6-1,36 7 20,107 15 4,104-17 59,-75 36-78,-54-29 14,-206-4 1,0-3-1,-1-2 1,1-3 0,-1-2-1,19-6 1,-37 5 3,1 2 0,-1 2-1,1 1 1,0 2 0,0 2-1,21 3-2,49 40 8,-97-38-5,1 1-1,-1-1 1,1-1-1,1 0 1,-1-1-1,1 0 1,0-1 0,0 0-1,10 0-2,329-8 27,-162-37-54,-151 30 50,0 2 0,1 2 0,0 1 0,0 2 0,12 2-23,-9 2 19,-20 0-16,0 0 0,1 2 1,-1 1-1,0 0 0,0 2 0,0 1 0,9 3-3,-8 0 13,0-2-1,1-1 1,0-1-1,0-2 1,1 0-1,-1-1 1,0-2-1,0 0 1,1-2 0,5-2-13,92 1 65,-44 33-48,17-3-7,189 30 247,6-48-172,-202-2 138,-106-6-1355,-7 0-3209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64B4-6289-49A7-A8DD-56EF21FCE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F285E-9833-4972-8475-DAE7F5EA3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1296E-45EE-4DBE-A245-B9D278E3B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EC130-1372-4DCD-9D6B-91C6416D6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D3DA0-7E77-4D0C-99ED-22872D91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0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134B-2F2C-4055-8E6F-98F8BC30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64801-5E22-4B9D-91A2-33639A23E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3B2FC-67D8-4CA4-94B3-4E790AA3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5F16D-1BE5-4B68-BFD5-C6B55858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11DC9-FFD8-4085-8972-A0AEF074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0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47B9-5A1B-4171-B423-5CCDFC59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C9FF9-EB77-4D33-BD16-DC3E35FC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F4286-421A-41F9-91CF-639F34A5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4E90C-5D6D-450D-9837-29BD7F70A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035E2-43B8-4A9D-82C5-FB06F22A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DF6C-B1DD-490E-8D86-F3F3C387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C0665-4FDE-4A7F-8B69-ADA62012C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C1EEA-94A2-46FE-B6D2-FEEE7AF0B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B38EE-C960-4733-8D1D-6E4872659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3FB4B-7F1C-4851-AB71-9A708F05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4DC90-7BCE-4EA7-BB9D-0189EA3A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8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EBB4-1757-47E6-A296-E912B49F8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0E7F4-550D-4C62-98E9-EC29C512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C4A8D-4EF9-4E2F-8BA7-CE9D94694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2F35B2-334F-47A4-AC12-593CEF569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60841-371D-47DD-9156-8DAE0403A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2910C-D1DF-4431-8079-35D7D093E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8D778C-9576-4A82-9D13-A49E110C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FE056-1B58-47C1-8637-686DF249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50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054-5EB9-4F58-BAF4-0522C299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2E9F2-E9E1-4911-A2E2-C87D3C1C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05C4C-A30A-4A99-9819-A0964082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E02A3-8325-4457-8239-C4EB8D1C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3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BE4A9-57B8-40AC-B03F-A8140097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26146-6FFF-4551-92DA-8E02B714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8EC6E-BC25-455E-8099-A4A682335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2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BEB7-AAAB-496B-8160-BC1F66D27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CB5F6-5579-4585-8528-3CAEBD014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12B13-18D2-4659-B84D-20BEC03D4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8BB9A-2240-448D-88AA-410E872D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6D9DA-02AC-4B4A-B660-96C4F8C5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F9C-A5AE-47A1-AC56-54D78875B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7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F174-0457-4B00-8095-294273849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B56C1-C42A-4273-A30B-252853434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1516D-784A-4D53-9806-10D95769F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0BED0-2F37-42E1-8BED-EEF96B6CA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647E-53EB-4C5B-AC0F-5C1F87D3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3542C-382F-4EB2-BAC8-795D6DAB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2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DDB7-8FB3-4166-B3C8-DF9E8A42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01E29-4920-40BB-8DA1-59BB9CE98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4B58F-F121-4E61-A917-9DDD6005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7D047-59F3-48D4-9481-55FC2189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B6FD2-3DDE-483D-8DE1-533F4731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7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11278E-A25B-48E0-94CE-8204016C1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A35F-5B38-4171-A61B-10DC12738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1A470-2FA7-4BD6-81C2-7CEDAB766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23976-7EF7-41D0-A635-7079026F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A49D2-3855-4880-8D14-360C68CBB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54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8D729-0ECF-46C3-BC1A-7311EFE7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D8456-3F38-4A60-B988-94B8BA77B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3FDA2-F0E9-4960-A3C2-01475E2CD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6545F-613C-4D0E-9EBC-402B8D0D453D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DD5BB-7FE3-454D-95E6-F0140668A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938F7-47EA-4D24-B3FB-D0A0AC2D7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45160-FAE1-47AC-ABE9-44BE70202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7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2.png"/><Relationship Id="rId18" Type="http://schemas.openxmlformats.org/officeDocument/2006/relationships/customXml" Target="../ink/ink15.xml"/><Relationship Id="rId3" Type="http://schemas.openxmlformats.org/officeDocument/2006/relationships/image" Target="../media/image7.png"/><Relationship Id="rId21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customXml" Target="../ink/ink12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2" Type="http://schemas.openxmlformats.org/officeDocument/2006/relationships/customXml" Target="../ink/ink7.xml"/><Relationship Id="rId16" Type="http://schemas.openxmlformats.org/officeDocument/2006/relationships/customXml" Target="../ink/ink14.xml"/><Relationship Id="rId20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11.png"/><Relationship Id="rId24" Type="http://schemas.openxmlformats.org/officeDocument/2006/relationships/customXml" Target="../ink/ink18.xml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10" Type="http://schemas.openxmlformats.org/officeDocument/2006/relationships/customXml" Target="../ink/ink11.xml"/><Relationship Id="rId19" Type="http://schemas.openxmlformats.org/officeDocument/2006/relationships/image" Target="../media/image15.png"/><Relationship Id="rId4" Type="http://schemas.openxmlformats.org/officeDocument/2006/relationships/customXml" Target="../ink/ink8.xml"/><Relationship Id="rId9" Type="http://schemas.openxmlformats.org/officeDocument/2006/relationships/image" Target="../media/image10.png"/><Relationship Id="rId14" Type="http://schemas.openxmlformats.org/officeDocument/2006/relationships/customXml" Target="../ink/ink13.xml"/><Relationship Id="rId22" Type="http://schemas.openxmlformats.org/officeDocument/2006/relationships/customXml" Target="../ink/ink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067F601-93F9-4A15-AD34-896C3E3E4B82}"/>
                  </a:ext>
                </a:extLst>
              </p14:cNvPr>
              <p14:cNvContentPartPr/>
              <p14:nvPr/>
            </p14:nvContentPartPr>
            <p14:xfrm>
              <a:off x="619941" y="690614"/>
              <a:ext cx="218880" cy="66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067F601-93F9-4A15-AD34-896C3E3E4B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0941" y="681974"/>
                <a:ext cx="2365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03C858F-7E03-4506-B03A-FABEF6B52BD0}"/>
                  </a:ext>
                </a:extLst>
              </p14:cNvPr>
              <p14:cNvContentPartPr/>
              <p14:nvPr/>
            </p14:nvContentPartPr>
            <p14:xfrm>
              <a:off x="513381" y="1325654"/>
              <a:ext cx="285840" cy="244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03C858F-7E03-4506-B03A-FABEF6B52B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4381" y="1316654"/>
                <a:ext cx="3034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EE578D3-2AD4-4AAE-ACEA-39602FB09F0C}"/>
                  </a:ext>
                </a:extLst>
              </p14:cNvPr>
              <p14:cNvContentPartPr/>
              <p14:nvPr/>
            </p14:nvContentPartPr>
            <p14:xfrm>
              <a:off x="1284501" y="265454"/>
              <a:ext cx="9546840" cy="21099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EE578D3-2AD4-4AAE-ACEA-39602FB09F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5501" y="256814"/>
                <a:ext cx="9564480" cy="21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85CEF24B-302F-441D-9A31-CEFE383AEE0B}"/>
                  </a:ext>
                </a:extLst>
              </p14:cNvPr>
              <p14:cNvContentPartPr/>
              <p14:nvPr/>
            </p14:nvContentPartPr>
            <p14:xfrm>
              <a:off x="591501" y="2467574"/>
              <a:ext cx="11061000" cy="423900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85CEF24B-302F-441D-9A31-CEFE383AEE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2501" y="2458574"/>
                <a:ext cx="11078641" cy="425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394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4F19A115-363E-4506-93C7-CA232490D903}"/>
                  </a:ext>
                </a:extLst>
              </p14:cNvPr>
              <p14:cNvContentPartPr/>
              <p14:nvPr/>
            </p14:nvContentPartPr>
            <p14:xfrm>
              <a:off x="255261" y="194534"/>
              <a:ext cx="11768400" cy="664704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4F19A115-363E-4506-93C7-CA232490D9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261" y="185534"/>
                <a:ext cx="11786040" cy="666467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634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2CDE39E5-0A99-4309-A6B7-8E797E9D148F}"/>
                  </a:ext>
                </a:extLst>
              </p14:cNvPr>
              <p14:cNvContentPartPr/>
              <p14:nvPr/>
            </p14:nvContentPartPr>
            <p14:xfrm>
              <a:off x="209181" y="293174"/>
              <a:ext cx="11986560" cy="613008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2CDE39E5-0A99-4309-A6B7-8E797E9D14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541" y="284533"/>
                <a:ext cx="12004201" cy="61477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1927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EB8CD1F-DFD2-468B-BC8B-604F5E6FE521}"/>
                  </a:ext>
                </a:extLst>
              </p14:cNvPr>
              <p14:cNvContentPartPr/>
              <p14:nvPr/>
            </p14:nvContentPartPr>
            <p14:xfrm>
              <a:off x="1895061" y="229094"/>
              <a:ext cx="1473480" cy="817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EB8CD1F-DFD2-468B-BC8B-604F5E6FE5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6061" y="220094"/>
                <a:ext cx="1491120" cy="83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89C8A25-D5E6-4736-B12E-72B9AF3BE1BA}"/>
                  </a:ext>
                </a:extLst>
              </p14:cNvPr>
              <p14:cNvContentPartPr/>
              <p14:nvPr/>
            </p14:nvContentPartPr>
            <p14:xfrm>
              <a:off x="8866461" y="949454"/>
              <a:ext cx="2399760" cy="9144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89C8A25-D5E6-4736-B12E-72B9AF3BE1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57461" y="940814"/>
                <a:ext cx="2417400" cy="9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DC1AAAF-DD32-4609-AB19-52163CA5A7D6}"/>
                  </a:ext>
                </a:extLst>
              </p14:cNvPr>
              <p14:cNvContentPartPr/>
              <p14:nvPr/>
            </p14:nvContentPartPr>
            <p14:xfrm>
              <a:off x="4862541" y="2405654"/>
              <a:ext cx="252360" cy="4280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DC1AAAF-DD32-4609-AB19-52163CA5A7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53541" y="2397014"/>
                <a:ext cx="27000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2E3F059-F970-4954-8B60-8DA5E29C29C1}"/>
                  </a:ext>
                </a:extLst>
              </p14:cNvPr>
              <p14:cNvContentPartPr/>
              <p14:nvPr/>
            </p14:nvContentPartPr>
            <p14:xfrm>
              <a:off x="3178821" y="2495294"/>
              <a:ext cx="268560" cy="4240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2E3F059-F970-4954-8B60-8DA5E29C29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70181" y="2486294"/>
                <a:ext cx="28620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D180996-3C1E-4612-AEC3-50FDBC6E3D1E}"/>
                  </a:ext>
                </a:extLst>
              </p14:cNvPr>
              <p14:cNvContentPartPr/>
              <p14:nvPr/>
            </p14:nvContentPartPr>
            <p14:xfrm>
              <a:off x="3645381" y="2744054"/>
              <a:ext cx="36720" cy="727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D180996-3C1E-4612-AEC3-50FDBC6E3D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36381" y="2735414"/>
                <a:ext cx="543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70C669B-AF2D-497D-B758-30CD8B783AE3}"/>
                  </a:ext>
                </a:extLst>
              </p14:cNvPr>
              <p14:cNvContentPartPr/>
              <p14:nvPr/>
            </p14:nvContentPartPr>
            <p14:xfrm>
              <a:off x="3800901" y="2489174"/>
              <a:ext cx="264240" cy="4651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70C669B-AF2D-497D-B758-30CD8B783AE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92261" y="2480534"/>
                <a:ext cx="28188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467D7E6-0944-42ED-BE63-3E3B0343F5C7}"/>
                  </a:ext>
                </a:extLst>
              </p14:cNvPr>
              <p14:cNvContentPartPr/>
              <p14:nvPr/>
            </p14:nvContentPartPr>
            <p14:xfrm>
              <a:off x="2570421" y="2286854"/>
              <a:ext cx="244080" cy="6350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467D7E6-0944-42ED-BE63-3E3B0343F5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61421" y="2278214"/>
                <a:ext cx="261720" cy="65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C9A3281-B5A5-4D91-8220-218BFDDC758B}"/>
                  </a:ext>
                </a:extLst>
              </p14:cNvPr>
              <p14:cNvContentPartPr/>
              <p14:nvPr/>
            </p14:nvContentPartPr>
            <p14:xfrm>
              <a:off x="5378781" y="2370014"/>
              <a:ext cx="345960" cy="5486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C9A3281-B5A5-4D91-8220-218BFDDC758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70141" y="2361374"/>
                <a:ext cx="36360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0D48BC7-D7AF-4597-A745-C0ED95B1FFD7}"/>
                  </a:ext>
                </a:extLst>
              </p14:cNvPr>
              <p14:cNvContentPartPr/>
              <p14:nvPr/>
            </p14:nvContentPartPr>
            <p14:xfrm>
              <a:off x="4280781" y="2347334"/>
              <a:ext cx="441720" cy="4993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0D48BC7-D7AF-4597-A745-C0ED95B1FFD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72134" y="2338334"/>
                <a:ext cx="459374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B69C528-3F91-49DA-BFE2-AC07279E384B}"/>
                  </a:ext>
                </a:extLst>
              </p14:cNvPr>
              <p14:cNvContentPartPr/>
              <p14:nvPr/>
            </p14:nvContentPartPr>
            <p14:xfrm>
              <a:off x="3572301" y="462374"/>
              <a:ext cx="5163120" cy="17020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B69C528-3F91-49DA-BFE2-AC07279E384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63301" y="453734"/>
                <a:ext cx="5180760" cy="17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BE1F2A0-89AD-4B46-BCCD-3566227654E8}"/>
                  </a:ext>
                </a:extLst>
              </p14:cNvPr>
              <p14:cNvContentPartPr/>
              <p14:nvPr/>
            </p14:nvContentPartPr>
            <p14:xfrm>
              <a:off x="4323261" y="3025214"/>
              <a:ext cx="757080" cy="1105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BE1F2A0-89AD-4B46-BCCD-3566227654E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14621" y="3016574"/>
                <a:ext cx="7747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07E6C407-6C29-43B2-A833-C92E6621F860}"/>
                  </a:ext>
                </a:extLst>
              </p14:cNvPr>
              <p14:cNvContentPartPr/>
              <p14:nvPr/>
            </p14:nvContentPartPr>
            <p14:xfrm>
              <a:off x="477021" y="3217814"/>
              <a:ext cx="11433240" cy="345204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07E6C407-6C29-43B2-A833-C92E6621F8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8381" y="3209173"/>
                <a:ext cx="11450880" cy="34696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47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PORNTIPA SINGHKOM</dc:creator>
  <cp:lastModifiedBy>PORNTIPA SINGHKOM</cp:lastModifiedBy>
  <cp:revision>7</cp:revision>
  <dcterms:created xsi:type="dcterms:W3CDTF">2026-09-05T02:20:04Z</dcterms:created>
  <dcterms:modified xsi:type="dcterms:W3CDTF">2026-09-05T03:37:59Z</dcterms:modified>
</cp:coreProperties>
</file>